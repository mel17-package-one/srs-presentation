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3" r:id="rId3"/>
    <p:sldId id="270" r:id="rId4"/>
    <p:sldId id="271" r:id="rId5"/>
    <p:sldId id="272" r:id="rId6"/>
    <p:sldId id="285" r:id="rId7"/>
    <p:sldId id="286" r:id="rId8"/>
    <p:sldId id="291" r:id="rId9"/>
    <p:sldId id="292" r:id="rId10"/>
    <p:sldId id="294" r:id="rId11"/>
    <p:sldId id="305" r:id="rId12"/>
    <p:sldId id="306" r:id="rId13"/>
    <p:sldId id="308" r:id="rId14"/>
    <p:sldId id="30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12223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22C3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F6973"/>
                </a:solidFill>
                <a:latin typeface="Tahoma"/>
                <a:cs typeface="Tahoma"/>
              </a:defRPr>
            </a:lvl1pPr>
          </a:lstStyle>
          <a:p>
            <a:pPr marL="9525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12223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22C3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F6973"/>
                </a:solidFill>
                <a:latin typeface="Tahoma"/>
                <a:cs typeface="Tahoma"/>
              </a:defRPr>
            </a:lvl1pPr>
          </a:lstStyle>
          <a:p>
            <a:pPr marL="9525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12223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F6973"/>
                </a:solidFill>
                <a:latin typeface="Tahoma"/>
                <a:cs typeface="Tahoma"/>
              </a:defRPr>
            </a:lvl1pPr>
          </a:lstStyle>
          <a:p>
            <a:pPr marL="9525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12223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F6973"/>
                </a:solidFill>
                <a:latin typeface="Tahoma"/>
                <a:cs typeface="Tahoma"/>
              </a:defRPr>
            </a:lvl1pPr>
          </a:lstStyle>
          <a:p>
            <a:pPr marL="9525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F6973"/>
                </a:solidFill>
                <a:latin typeface="Tahoma"/>
                <a:cs typeface="Tahoma"/>
              </a:defRPr>
            </a:lvl1pPr>
          </a:lstStyle>
          <a:p>
            <a:pPr marL="9525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16799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2000" y="0"/>
                </a:moveTo>
                <a:lnTo>
                  <a:pt x="0" y="0"/>
                </a:lnTo>
                <a:lnTo>
                  <a:pt x="0" y="114300"/>
                </a:lnTo>
                <a:lnTo>
                  <a:pt x="12192000" y="1143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C66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1977" y="297180"/>
            <a:ext cx="9405620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12223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4382" y="1323403"/>
            <a:ext cx="6168390" cy="3133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22C3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23015" y="6586264"/>
            <a:ext cx="20320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5F6973"/>
                </a:solidFill>
                <a:latin typeface="Tahoma"/>
                <a:cs typeface="Tahoma"/>
              </a:defRPr>
            </a:lvl1pPr>
          </a:lstStyle>
          <a:p>
            <a:pPr marL="9525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2223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896225" y="0"/>
            <a:ext cx="4295775" cy="6858000"/>
            <a:chOff x="7896225" y="0"/>
            <a:chExt cx="429577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6225" y="0"/>
              <a:ext cx="4295775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53375" y="0"/>
              <a:ext cx="4238625" cy="6858000"/>
            </a:xfrm>
            <a:custGeom>
              <a:avLst/>
              <a:gdLst/>
              <a:ahLst/>
              <a:cxnLst/>
              <a:rect l="l" t="t" r="r" b="b"/>
              <a:pathLst>
                <a:path w="4238625" h="6858000">
                  <a:moveTo>
                    <a:pt x="42386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238625" y="6858000"/>
                  </a:lnTo>
                  <a:lnTo>
                    <a:pt x="4238625" y="0"/>
                  </a:lnTo>
                  <a:close/>
                </a:path>
              </a:pathLst>
            </a:custGeom>
            <a:solidFill>
              <a:srgbClr val="1A36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65175" y="1048130"/>
            <a:ext cx="450469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170" dirty="0">
                <a:solidFill>
                  <a:srgbClr val="FFFFFF"/>
                </a:solidFill>
              </a:rPr>
              <a:t>Bundoora</a:t>
            </a:r>
            <a:r>
              <a:rPr sz="3600" spc="-400" dirty="0">
                <a:solidFill>
                  <a:srgbClr val="FFFFFF"/>
                </a:solidFill>
              </a:rPr>
              <a:t> </a:t>
            </a:r>
            <a:r>
              <a:rPr sz="3600" spc="-175" dirty="0">
                <a:solidFill>
                  <a:srgbClr val="FFFFFF"/>
                </a:solidFill>
              </a:rPr>
              <a:t>Family</a:t>
            </a:r>
            <a:r>
              <a:rPr sz="3600" spc="-350" dirty="0">
                <a:solidFill>
                  <a:srgbClr val="FFFFFF"/>
                </a:solidFill>
              </a:rPr>
              <a:t> </a:t>
            </a:r>
            <a:r>
              <a:rPr sz="3600" spc="-50" dirty="0">
                <a:solidFill>
                  <a:srgbClr val="FFFFFF"/>
                </a:solidFill>
              </a:rPr>
              <a:t>Clinic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792480" y="2908300"/>
            <a:ext cx="468566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D2DCEB"/>
                </a:solidFill>
                <a:latin typeface="Tahoma"/>
                <a:cs typeface="Tahoma"/>
              </a:rPr>
              <a:t>CPRO306</a:t>
            </a:r>
            <a:r>
              <a:rPr sz="1550" spc="-15" dirty="0">
                <a:solidFill>
                  <a:srgbClr val="D2DCEB"/>
                </a:solidFill>
                <a:latin typeface="Tahoma"/>
                <a:cs typeface="Tahoma"/>
              </a:rPr>
              <a:t> </a:t>
            </a:r>
            <a:r>
              <a:rPr sz="1550" spc="50" dirty="0">
                <a:solidFill>
                  <a:srgbClr val="D2DCEB"/>
                </a:solidFill>
                <a:latin typeface="Tahoma"/>
                <a:cs typeface="Tahoma"/>
              </a:rPr>
              <a:t>Capstone</a:t>
            </a:r>
            <a:r>
              <a:rPr sz="1550" spc="-90" dirty="0">
                <a:solidFill>
                  <a:srgbClr val="D2DCEB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D2DCEB"/>
                </a:solidFill>
                <a:latin typeface="Tahoma"/>
                <a:cs typeface="Tahoma"/>
              </a:rPr>
              <a:t>Project</a:t>
            </a:r>
            <a:r>
              <a:rPr sz="1550" spc="-114" dirty="0">
                <a:solidFill>
                  <a:srgbClr val="D2DCEB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D2DCEB"/>
                </a:solidFill>
                <a:latin typeface="Tahoma"/>
                <a:cs typeface="Tahoma"/>
              </a:rPr>
              <a:t>—</a:t>
            </a:r>
            <a:r>
              <a:rPr sz="1550" spc="-20" dirty="0">
                <a:solidFill>
                  <a:srgbClr val="D2DCEB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D2DCEB"/>
                </a:solidFill>
                <a:latin typeface="Tahoma"/>
                <a:cs typeface="Tahoma"/>
              </a:rPr>
              <a:t>Final</a:t>
            </a:r>
            <a:r>
              <a:rPr sz="1550" spc="-40" dirty="0">
                <a:solidFill>
                  <a:srgbClr val="D2DCEB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D2DCEB"/>
                </a:solidFill>
                <a:latin typeface="Tahoma"/>
                <a:cs typeface="Tahoma"/>
              </a:rPr>
              <a:t>SRS</a:t>
            </a:r>
            <a:r>
              <a:rPr sz="1550" spc="-75" dirty="0">
                <a:solidFill>
                  <a:srgbClr val="D2DCEB"/>
                </a:solidFill>
                <a:latin typeface="Tahoma"/>
                <a:cs typeface="Tahoma"/>
              </a:rPr>
              <a:t> </a:t>
            </a:r>
            <a:r>
              <a:rPr sz="1550" spc="-10" dirty="0">
                <a:solidFill>
                  <a:srgbClr val="D2DCEB"/>
                </a:solidFill>
                <a:latin typeface="Tahoma"/>
                <a:cs typeface="Tahoma"/>
              </a:rPr>
              <a:t>Presentation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2480" y="3848510"/>
            <a:ext cx="1591945" cy="141414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500" b="1" spc="-10" dirty="0">
                <a:solidFill>
                  <a:srgbClr val="008F95"/>
                </a:solidFill>
                <a:latin typeface="Trebuchet MS"/>
                <a:cs typeface="Trebuchet MS"/>
              </a:rPr>
              <a:t>Group</a:t>
            </a:r>
            <a:r>
              <a:rPr sz="1500" b="1" spc="-180" dirty="0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008F95"/>
                </a:solidFill>
                <a:latin typeface="Trebuchet MS"/>
                <a:cs typeface="Trebuchet MS"/>
              </a:rPr>
              <a:t>Members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10" dirty="0">
                <a:solidFill>
                  <a:srgbClr val="FFFFFF"/>
                </a:solidFill>
                <a:latin typeface="Tahoma"/>
                <a:cs typeface="Tahoma"/>
              </a:rPr>
              <a:t>Kunjan</a:t>
            </a:r>
            <a:r>
              <a:rPr sz="12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Tahoma"/>
                <a:cs typeface="Tahoma"/>
              </a:rPr>
              <a:t>Tamang</a:t>
            </a:r>
            <a:endParaRPr sz="1250">
              <a:latin typeface="Tahoma"/>
              <a:cs typeface="Tahoma"/>
            </a:endParaRPr>
          </a:p>
          <a:p>
            <a:pPr marL="12700" marR="655320">
              <a:lnSpc>
                <a:spcPct val="125200"/>
              </a:lnSpc>
            </a:pP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Darpan</a:t>
            </a:r>
            <a:r>
              <a:rPr sz="12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Tahoma"/>
                <a:cs typeface="Tahoma"/>
              </a:rPr>
              <a:t>Kafle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Puja</a:t>
            </a:r>
            <a:r>
              <a:rPr sz="125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Tahoma"/>
                <a:cs typeface="Tahoma"/>
              </a:rPr>
              <a:t>Gurung</a:t>
            </a:r>
            <a:endParaRPr sz="1250">
              <a:latin typeface="Tahoma"/>
              <a:cs typeface="Tahoma"/>
            </a:endParaRPr>
          </a:p>
          <a:p>
            <a:pPr marL="12700" marR="5080">
              <a:lnSpc>
                <a:spcPts val="1880"/>
              </a:lnSpc>
              <a:spcBef>
                <a:spcPts val="20"/>
              </a:spcBef>
            </a:pPr>
            <a:r>
              <a:rPr sz="1250" spc="-20" dirty="0">
                <a:solidFill>
                  <a:srgbClr val="FFFFFF"/>
                </a:solidFill>
                <a:latin typeface="Tahoma"/>
                <a:cs typeface="Tahoma"/>
              </a:rPr>
              <a:t>Yam</a:t>
            </a:r>
            <a:r>
              <a:rPr sz="12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Bahadur</a:t>
            </a:r>
            <a:r>
              <a:rPr sz="125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Tahoma"/>
                <a:cs typeface="Tahoma"/>
              </a:rPr>
              <a:t>Mohatra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Utsav</a:t>
            </a:r>
            <a:r>
              <a:rPr sz="125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Tahoma"/>
                <a:cs typeface="Tahoma"/>
              </a:rPr>
              <a:t>Paudel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9775" y="1553463"/>
            <a:ext cx="9724390" cy="541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100" spc="-10" dirty="0">
                <a:solidFill>
                  <a:srgbClr val="C3DAEF"/>
                </a:solidFill>
                <a:latin typeface="Tahoma"/>
                <a:cs typeface="Tahoma"/>
              </a:rPr>
              <a:t>Digital</a:t>
            </a:r>
            <a:r>
              <a:rPr sz="2100" spc="-180" dirty="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C3DAEF"/>
                </a:solidFill>
                <a:latin typeface="Tahoma"/>
                <a:cs typeface="Tahoma"/>
              </a:rPr>
              <a:t>Prescription</a:t>
            </a:r>
            <a:r>
              <a:rPr sz="2100" spc="-195" dirty="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sz="2100" spc="85" dirty="0">
                <a:solidFill>
                  <a:srgbClr val="C3DAEF"/>
                </a:solidFill>
                <a:latin typeface="Tahoma"/>
                <a:cs typeface="Tahoma"/>
              </a:rPr>
              <a:t>C</a:t>
            </a:r>
            <a:r>
              <a:rPr sz="2100" spc="-240" dirty="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C3DAEF"/>
                </a:solidFill>
                <a:latin typeface="Tahoma"/>
                <a:cs typeface="Tahoma"/>
              </a:rPr>
              <a:t>Medication</a:t>
            </a:r>
            <a:r>
              <a:rPr sz="2100" spc="-195" dirty="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sz="2100" spc="-70" dirty="0">
                <a:solidFill>
                  <a:srgbClr val="C3DAEF"/>
                </a:solidFill>
                <a:latin typeface="Tahoma"/>
                <a:cs typeface="Tahoma"/>
              </a:rPr>
              <a:t>Tracking</a:t>
            </a:r>
            <a:r>
              <a:rPr sz="2100" spc="-210" dirty="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sz="2100" spc="-25" dirty="0">
                <a:solidFill>
                  <a:srgbClr val="C3DAEF"/>
                </a:solidFill>
                <a:latin typeface="Tahoma"/>
                <a:cs typeface="Tahoma"/>
              </a:rPr>
              <a:t>Management</a:t>
            </a:r>
            <a:r>
              <a:rPr sz="2100" spc="-160" dirty="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sz="2100" spc="-25" dirty="0">
                <a:solidFill>
                  <a:srgbClr val="C3DAEF"/>
                </a:solidFill>
                <a:latin typeface="Tahoma"/>
                <a:cs typeface="Tahoma"/>
              </a:rPr>
              <a:t>System</a:t>
            </a:r>
            <a:r>
              <a:rPr sz="2100" spc="-150" dirty="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sz="2100" spc="-80" dirty="0">
                <a:solidFill>
                  <a:srgbClr val="C3DAEF"/>
                </a:solidFill>
                <a:latin typeface="Tahoma"/>
                <a:cs typeface="Tahoma"/>
              </a:rPr>
              <a:t>(</a:t>
            </a:r>
            <a:r>
              <a:rPr sz="2100" spc="-70" dirty="0">
                <a:solidFill>
                  <a:srgbClr val="C3DAEF"/>
                </a:solidFill>
                <a:latin typeface="Tahoma"/>
                <a:cs typeface="Tahoma"/>
              </a:rPr>
              <a:t>D</a:t>
            </a:r>
            <a:r>
              <a:rPr sz="2100" spc="-65" dirty="0">
                <a:solidFill>
                  <a:srgbClr val="C3DAEF"/>
                </a:solidFill>
                <a:latin typeface="Tahoma"/>
                <a:cs typeface="Tahoma"/>
              </a:rPr>
              <a:t>P</a:t>
            </a:r>
            <a:r>
              <a:rPr sz="2100" spc="-1605" dirty="0">
                <a:solidFill>
                  <a:srgbClr val="C3DAEF"/>
                </a:solidFill>
                <a:latin typeface="Tahoma"/>
                <a:cs typeface="Tahoma"/>
              </a:rPr>
              <a:t>M</a:t>
            </a:r>
            <a:r>
              <a:rPr sz="5025" b="1" spc="-345" baseline="-36484" dirty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sz="2100" spc="-1030" dirty="0">
                <a:solidFill>
                  <a:srgbClr val="C3DAEF"/>
                </a:solidFill>
                <a:latin typeface="Tahoma"/>
                <a:cs typeface="Tahoma"/>
              </a:rPr>
              <a:t>T</a:t>
            </a:r>
            <a:r>
              <a:rPr sz="5025" b="1" spc="-187" baseline="-36484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2100" spc="-1605" dirty="0">
                <a:solidFill>
                  <a:srgbClr val="C3DAEF"/>
                </a:solidFill>
                <a:latin typeface="Tahoma"/>
                <a:cs typeface="Tahoma"/>
              </a:rPr>
              <a:t>M</a:t>
            </a:r>
            <a:r>
              <a:rPr sz="5025" b="1" spc="-1177" baseline="-36484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2100" spc="-500" dirty="0">
                <a:solidFill>
                  <a:srgbClr val="C3DAEF"/>
                </a:solidFill>
                <a:latin typeface="Tahoma"/>
                <a:cs typeface="Tahoma"/>
              </a:rPr>
              <a:t>S</a:t>
            </a:r>
            <a:r>
              <a:rPr sz="5025" b="1" spc="-2565" baseline="-36484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100" spc="-50" dirty="0">
                <a:solidFill>
                  <a:srgbClr val="C3DAEF"/>
                </a:solidFill>
                <a:latin typeface="Tahoma"/>
                <a:cs typeface="Tahoma"/>
              </a:rPr>
              <a:t>)</a:t>
            </a:r>
            <a:r>
              <a:rPr sz="2100" spc="495" dirty="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sz="5025" b="1" spc="-315" baseline="-36484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5025" b="1" spc="-405" baseline="-3648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025" b="1" spc="202" baseline="-36484" dirty="0">
                <a:solidFill>
                  <a:srgbClr val="FFFFFF"/>
                </a:solidFill>
                <a:latin typeface="Trebuchet MS"/>
                <a:cs typeface="Trebuchet MS"/>
              </a:rPr>
              <a:t>SRS</a:t>
            </a:r>
            <a:endParaRPr sz="5025" baseline="-36484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51850" y="2369756"/>
            <a:ext cx="3440429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C3DAEF"/>
                </a:solidFill>
                <a:latin typeface="Tahoma"/>
                <a:cs typeface="Tahoma"/>
              </a:rPr>
              <a:t>System</a:t>
            </a:r>
            <a:r>
              <a:rPr sz="1400" spc="-200" dirty="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C3DAEF"/>
                </a:solidFill>
                <a:latin typeface="Tahoma"/>
                <a:cs typeface="Tahoma"/>
              </a:rPr>
              <a:t>Analysis</a:t>
            </a:r>
            <a:r>
              <a:rPr sz="1400" spc="-120" dirty="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C3DAEF"/>
                </a:solidFill>
                <a:latin typeface="Tahoma"/>
                <a:cs typeface="Tahoma"/>
              </a:rPr>
              <a:t>•</a:t>
            </a:r>
            <a:r>
              <a:rPr sz="1400" spc="-100" dirty="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C3DAEF"/>
                </a:solidFill>
                <a:latin typeface="Tahoma"/>
                <a:cs typeface="Tahoma"/>
              </a:rPr>
              <a:t>Design</a:t>
            </a:r>
            <a:r>
              <a:rPr sz="1400" spc="-140" dirty="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C3DAEF"/>
                </a:solidFill>
                <a:latin typeface="Tahoma"/>
                <a:cs typeface="Tahoma"/>
              </a:rPr>
              <a:t>•</a:t>
            </a:r>
            <a:r>
              <a:rPr sz="1400" spc="-100" dirty="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C3DAEF"/>
                </a:solidFill>
                <a:latin typeface="Tahoma"/>
                <a:cs typeface="Tahoma"/>
              </a:rPr>
              <a:t>Security</a:t>
            </a:r>
            <a:r>
              <a:rPr sz="1400" spc="-70" dirty="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C3DAEF"/>
                </a:solidFill>
                <a:latin typeface="Tahoma"/>
                <a:cs typeface="Tahoma"/>
              </a:rPr>
              <a:t>•</a:t>
            </a:r>
            <a:r>
              <a:rPr sz="1400" spc="-175" dirty="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C3DAEF"/>
                </a:solidFill>
                <a:latin typeface="Tahoma"/>
                <a:cs typeface="Tahoma"/>
              </a:rPr>
              <a:t>Testing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47675" y="6477000"/>
            <a:ext cx="11263630" cy="119380"/>
            <a:chOff x="447675" y="6477000"/>
            <a:chExt cx="11263630" cy="11938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675" y="6477000"/>
              <a:ext cx="11263376" cy="11906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04825" y="6515100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15" name="object 15"/>
          <p:cNvSpPr txBox="1"/>
          <p:nvPr/>
        </p:nvSpPr>
        <p:spPr>
          <a:xfrm>
            <a:off x="609600" y="6604679"/>
            <a:ext cx="1407795" cy="1536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solidFill>
                  <a:srgbClr val="5F6973"/>
                </a:solidFill>
                <a:latin typeface="Tahoma"/>
                <a:cs typeface="Tahoma"/>
              </a:rPr>
              <a:t>Presenter:</a:t>
            </a:r>
            <a:r>
              <a:rPr sz="800" spc="-45" dirty="0">
                <a:solidFill>
                  <a:srgbClr val="5F697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5F6973"/>
                </a:solidFill>
                <a:latin typeface="Tahoma"/>
                <a:cs typeface="Tahoma"/>
              </a:rPr>
              <a:t>All</a:t>
            </a:r>
            <a:r>
              <a:rPr sz="800" spc="-15" dirty="0">
                <a:solidFill>
                  <a:srgbClr val="5F697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5F6973"/>
                </a:solidFill>
                <a:latin typeface="Tahoma"/>
                <a:cs typeface="Tahoma"/>
              </a:rPr>
              <a:t>group</a:t>
            </a:r>
            <a:r>
              <a:rPr sz="800" spc="70" dirty="0">
                <a:solidFill>
                  <a:srgbClr val="5F697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5F6973"/>
                </a:solidFill>
                <a:latin typeface="Tahoma"/>
                <a:cs typeface="Tahoma"/>
              </a:rPr>
              <a:t>members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Budget</a:t>
            </a:r>
            <a:r>
              <a:rPr spc="-250" dirty="0"/>
              <a:t> </a:t>
            </a:r>
            <a:r>
              <a:rPr spc="-110" dirty="0"/>
              <a:t>Allocation</a:t>
            </a:r>
            <a:r>
              <a:rPr spc="-265" dirty="0"/>
              <a:t> </a:t>
            </a:r>
            <a:r>
              <a:rPr spc="495" dirty="0"/>
              <a:t>—</a:t>
            </a:r>
            <a:r>
              <a:rPr spc="-240" dirty="0"/>
              <a:t> </a:t>
            </a:r>
            <a:r>
              <a:rPr spc="-110" dirty="0"/>
              <a:t>Estimated</a:t>
            </a:r>
            <a:r>
              <a:rPr spc="-210" dirty="0"/>
              <a:t> </a:t>
            </a:r>
            <a:r>
              <a:rPr spc="-175" dirty="0"/>
              <a:t>Project</a:t>
            </a:r>
            <a:r>
              <a:rPr spc="-250" dirty="0"/>
              <a:t> </a:t>
            </a:r>
            <a:r>
              <a:rPr spc="-20" dirty="0"/>
              <a:t>Cost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829690"/>
            <a:ext cx="105143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sz="1200" spc="-15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planning</a:t>
            </a:r>
            <a:r>
              <a:rPr sz="1200" spc="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document</a:t>
            </a:r>
            <a:r>
              <a:rPr sz="1200" spc="-12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presents</a:t>
            </a:r>
            <a:r>
              <a:rPr sz="1200" spc="-8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an</a:t>
            </a:r>
            <a:r>
              <a:rPr sz="1200" spc="-9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estimated</a:t>
            </a:r>
            <a:r>
              <a:rPr sz="1200" spc="-10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total</a:t>
            </a:r>
            <a:r>
              <a:rPr sz="1200" spc="-12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222C39"/>
                </a:solidFill>
                <a:latin typeface="Tahoma"/>
                <a:cs typeface="Tahoma"/>
              </a:rPr>
              <a:t>budget</a:t>
            </a:r>
            <a:r>
              <a:rPr sz="1200" spc="-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of</a:t>
            </a:r>
            <a:r>
              <a:rPr sz="1200" spc="-9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AUD</a:t>
            </a:r>
            <a:r>
              <a:rPr sz="1200" spc="-10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222C39"/>
                </a:solidFill>
                <a:latin typeface="Tahoma"/>
                <a:cs typeface="Tahoma"/>
              </a:rPr>
              <a:t>100,000</a:t>
            </a:r>
            <a:r>
              <a:rPr sz="1200" spc="-7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across</a:t>
            </a:r>
            <a:r>
              <a:rPr sz="1200" spc="-8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222C39"/>
                </a:solidFill>
                <a:latin typeface="Tahoma"/>
                <a:cs typeface="Tahoma"/>
              </a:rPr>
              <a:t>management,</a:t>
            </a:r>
            <a:r>
              <a:rPr sz="1200" spc="-7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development,</a:t>
            </a:r>
            <a:r>
              <a:rPr sz="1200" spc="-6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222C39"/>
                </a:solidFill>
                <a:latin typeface="Tahoma"/>
                <a:cs typeface="Tahoma"/>
              </a:rPr>
              <a:t>testing,</a:t>
            </a:r>
            <a:r>
              <a:rPr sz="1200" spc="-16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222C39"/>
                </a:solidFill>
                <a:latin typeface="Tahoma"/>
                <a:cs typeface="Tahoma"/>
              </a:rPr>
              <a:t>security,</a:t>
            </a:r>
            <a:r>
              <a:rPr sz="1200" spc="-7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infrastructure</a:t>
            </a:r>
            <a:r>
              <a:rPr sz="1200" spc="-5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sz="1200" spc="-10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deployment.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8138" y="1095286"/>
            <a:ext cx="11292205" cy="5310505"/>
            <a:chOff x="438138" y="1095286"/>
            <a:chExt cx="11292205" cy="53105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138" y="1095286"/>
              <a:ext cx="11291974" cy="53102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1487" y="1109725"/>
              <a:ext cx="11230610" cy="5238750"/>
            </a:xfrm>
            <a:custGeom>
              <a:avLst/>
              <a:gdLst/>
              <a:ahLst/>
              <a:cxnLst/>
              <a:rect l="l" t="t" r="r" b="b"/>
              <a:pathLst>
                <a:path w="11230610" h="5238750">
                  <a:moveTo>
                    <a:pt x="10356786" y="0"/>
                  </a:moveTo>
                  <a:lnTo>
                    <a:pt x="873188" y="0"/>
                  </a:lnTo>
                  <a:lnTo>
                    <a:pt x="825277" y="1291"/>
                  </a:lnTo>
                  <a:lnTo>
                    <a:pt x="778041" y="5123"/>
                  </a:lnTo>
                  <a:lnTo>
                    <a:pt x="731547" y="11427"/>
                  </a:lnTo>
                  <a:lnTo>
                    <a:pt x="685862" y="20138"/>
                  </a:lnTo>
                  <a:lnTo>
                    <a:pt x="641053" y="31188"/>
                  </a:lnTo>
                  <a:lnTo>
                    <a:pt x="597185" y="44511"/>
                  </a:lnTo>
                  <a:lnTo>
                    <a:pt x="554325" y="60042"/>
                  </a:lnTo>
                  <a:lnTo>
                    <a:pt x="512541" y="77712"/>
                  </a:lnTo>
                  <a:lnTo>
                    <a:pt x="471898" y="97455"/>
                  </a:lnTo>
                  <a:lnTo>
                    <a:pt x="432464" y="119205"/>
                  </a:lnTo>
                  <a:lnTo>
                    <a:pt x="394304" y="142896"/>
                  </a:lnTo>
                  <a:lnTo>
                    <a:pt x="357485" y="168460"/>
                  </a:lnTo>
                  <a:lnTo>
                    <a:pt x="322074" y="195832"/>
                  </a:lnTo>
                  <a:lnTo>
                    <a:pt x="288138" y="224944"/>
                  </a:lnTo>
                  <a:lnTo>
                    <a:pt x="255743" y="255730"/>
                  </a:lnTo>
                  <a:lnTo>
                    <a:pt x="224955" y="288123"/>
                  </a:lnTo>
                  <a:lnTo>
                    <a:pt x="195841" y="322057"/>
                  </a:lnTo>
                  <a:lnTo>
                    <a:pt x="168468" y="357466"/>
                  </a:lnTo>
                  <a:lnTo>
                    <a:pt x="142902" y="394282"/>
                  </a:lnTo>
                  <a:lnTo>
                    <a:pt x="119211" y="432439"/>
                  </a:lnTo>
                  <a:lnTo>
                    <a:pt x="97459" y="471871"/>
                  </a:lnTo>
                  <a:lnTo>
                    <a:pt x="77715" y="512511"/>
                  </a:lnTo>
                  <a:lnTo>
                    <a:pt x="60044" y="554292"/>
                  </a:lnTo>
                  <a:lnTo>
                    <a:pt x="44513" y="597147"/>
                  </a:lnTo>
                  <a:lnTo>
                    <a:pt x="31189" y="641011"/>
                  </a:lnTo>
                  <a:lnTo>
                    <a:pt x="20138" y="685817"/>
                  </a:lnTo>
                  <a:lnTo>
                    <a:pt x="11427" y="731498"/>
                  </a:lnTo>
                  <a:lnTo>
                    <a:pt x="5123" y="777987"/>
                  </a:lnTo>
                  <a:lnTo>
                    <a:pt x="1291" y="825218"/>
                  </a:lnTo>
                  <a:lnTo>
                    <a:pt x="0" y="873125"/>
                  </a:lnTo>
                  <a:lnTo>
                    <a:pt x="0" y="4365498"/>
                  </a:lnTo>
                  <a:lnTo>
                    <a:pt x="1291" y="4413409"/>
                  </a:lnTo>
                  <a:lnTo>
                    <a:pt x="5123" y="4460645"/>
                  </a:lnTo>
                  <a:lnTo>
                    <a:pt x="11427" y="4507138"/>
                  </a:lnTo>
                  <a:lnTo>
                    <a:pt x="20138" y="4552823"/>
                  </a:lnTo>
                  <a:lnTo>
                    <a:pt x="31189" y="4597633"/>
                  </a:lnTo>
                  <a:lnTo>
                    <a:pt x="44513" y="4641501"/>
                  </a:lnTo>
                  <a:lnTo>
                    <a:pt x="60044" y="4684360"/>
                  </a:lnTo>
                  <a:lnTo>
                    <a:pt x="77715" y="4726144"/>
                  </a:lnTo>
                  <a:lnTo>
                    <a:pt x="97459" y="4766787"/>
                  </a:lnTo>
                  <a:lnTo>
                    <a:pt x="119211" y="4806222"/>
                  </a:lnTo>
                  <a:lnTo>
                    <a:pt x="142902" y="4844382"/>
                  </a:lnTo>
                  <a:lnTo>
                    <a:pt x="168468" y="4881200"/>
                  </a:lnTo>
                  <a:lnTo>
                    <a:pt x="195841" y="4916611"/>
                  </a:lnTo>
                  <a:lnTo>
                    <a:pt x="224955" y="4950548"/>
                  </a:lnTo>
                  <a:lnTo>
                    <a:pt x="255743" y="4982943"/>
                  </a:lnTo>
                  <a:lnTo>
                    <a:pt x="288138" y="5013731"/>
                  </a:lnTo>
                  <a:lnTo>
                    <a:pt x="322074" y="5042844"/>
                  </a:lnTo>
                  <a:lnTo>
                    <a:pt x="357485" y="5070217"/>
                  </a:lnTo>
                  <a:lnTo>
                    <a:pt x="394304" y="5095783"/>
                  </a:lnTo>
                  <a:lnTo>
                    <a:pt x="432464" y="5119475"/>
                  </a:lnTo>
                  <a:lnTo>
                    <a:pt x="471898" y="5141226"/>
                  </a:lnTo>
                  <a:lnTo>
                    <a:pt x="512541" y="5160971"/>
                  </a:lnTo>
                  <a:lnTo>
                    <a:pt x="554325" y="5178642"/>
                  </a:lnTo>
                  <a:lnTo>
                    <a:pt x="597185" y="5194172"/>
                  </a:lnTo>
                  <a:lnTo>
                    <a:pt x="641053" y="5207496"/>
                  </a:lnTo>
                  <a:lnTo>
                    <a:pt x="685862" y="5218547"/>
                  </a:lnTo>
                  <a:lnTo>
                    <a:pt x="731547" y="5227258"/>
                  </a:lnTo>
                  <a:lnTo>
                    <a:pt x="778041" y="5233563"/>
                  </a:lnTo>
                  <a:lnTo>
                    <a:pt x="825277" y="5237394"/>
                  </a:lnTo>
                  <a:lnTo>
                    <a:pt x="873188" y="5238686"/>
                  </a:lnTo>
                  <a:lnTo>
                    <a:pt x="10356786" y="5238686"/>
                  </a:lnTo>
                  <a:lnTo>
                    <a:pt x="10404693" y="5237394"/>
                  </a:lnTo>
                  <a:lnTo>
                    <a:pt x="10451925" y="5233563"/>
                  </a:lnTo>
                  <a:lnTo>
                    <a:pt x="10498416" y="5227258"/>
                  </a:lnTo>
                  <a:lnTo>
                    <a:pt x="10544100" y="5218547"/>
                  </a:lnTo>
                  <a:lnTo>
                    <a:pt x="10588908" y="5207496"/>
                  </a:lnTo>
                  <a:lnTo>
                    <a:pt x="10632776" y="5194172"/>
                  </a:lnTo>
                  <a:lnTo>
                    <a:pt x="10675636" y="5178642"/>
                  </a:lnTo>
                  <a:lnTo>
                    <a:pt x="10717422" y="5160971"/>
                  </a:lnTo>
                  <a:lnTo>
                    <a:pt x="10758067" y="5141226"/>
                  </a:lnTo>
                  <a:lnTo>
                    <a:pt x="10797504" y="5119475"/>
                  </a:lnTo>
                  <a:lnTo>
                    <a:pt x="10835667" y="5095783"/>
                  </a:lnTo>
                  <a:lnTo>
                    <a:pt x="10872489" y="5070217"/>
                  </a:lnTo>
                  <a:lnTo>
                    <a:pt x="10907904" y="5042844"/>
                  </a:lnTo>
                  <a:lnTo>
                    <a:pt x="10941844" y="5013731"/>
                  </a:lnTo>
                  <a:lnTo>
                    <a:pt x="10974244" y="4982943"/>
                  </a:lnTo>
                  <a:lnTo>
                    <a:pt x="11005036" y="4950548"/>
                  </a:lnTo>
                  <a:lnTo>
                    <a:pt x="11034155" y="4916611"/>
                  </a:lnTo>
                  <a:lnTo>
                    <a:pt x="11061532" y="4881200"/>
                  </a:lnTo>
                  <a:lnTo>
                    <a:pt x="11087103" y="4844382"/>
                  </a:lnTo>
                  <a:lnTo>
                    <a:pt x="11110799" y="4806222"/>
                  </a:lnTo>
                  <a:lnTo>
                    <a:pt x="11132555" y="4766787"/>
                  </a:lnTo>
                  <a:lnTo>
                    <a:pt x="11152304" y="4726144"/>
                  </a:lnTo>
                  <a:lnTo>
                    <a:pt x="11169978" y="4684360"/>
                  </a:lnTo>
                  <a:lnTo>
                    <a:pt x="11185513" y="4641501"/>
                  </a:lnTo>
                  <a:lnTo>
                    <a:pt x="11198840" y="4597633"/>
                  </a:lnTo>
                  <a:lnTo>
                    <a:pt x="11209894" y="4552823"/>
                  </a:lnTo>
                  <a:lnTo>
                    <a:pt x="11218607" y="4507138"/>
                  </a:lnTo>
                  <a:lnTo>
                    <a:pt x="11224913" y="4460645"/>
                  </a:lnTo>
                  <a:lnTo>
                    <a:pt x="11228746" y="4413409"/>
                  </a:lnTo>
                  <a:lnTo>
                    <a:pt x="11230038" y="4365498"/>
                  </a:lnTo>
                  <a:lnTo>
                    <a:pt x="11230038" y="873125"/>
                  </a:lnTo>
                  <a:lnTo>
                    <a:pt x="11228746" y="825218"/>
                  </a:lnTo>
                  <a:lnTo>
                    <a:pt x="11224913" y="777987"/>
                  </a:lnTo>
                  <a:lnTo>
                    <a:pt x="11218607" y="731498"/>
                  </a:lnTo>
                  <a:lnTo>
                    <a:pt x="11209894" y="685817"/>
                  </a:lnTo>
                  <a:lnTo>
                    <a:pt x="11198840" y="641011"/>
                  </a:lnTo>
                  <a:lnTo>
                    <a:pt x="11185513" y="597147"/>
                  </a:lnTo>
                  <a:lnTo>
                    <a:pt x="11169978" y="554292"/>
                  </a:lnTo>
                  <a:lnTo>
                    <a:pt x="11152304" y="512511"/>
                  </a:lnTo>
                  <a:lnTo>
                    <a:pt x="11132555" y="471871"/>
                  </a:lnTo>
                  <a:lnTo>
                    <a:pt x="11110799" y="432439"/>
                  </a:lnTo>
                  <a:lnTo>
                    <a:pt x="11087103" y="394282"/>
                  </a:lnTo>
                  <a:lnTo>
                    <a:pt x="11061532" y="357466"/>
                  </a:lnTo>
                  <a:lnTo>
                    <a:pt x="11034155" y="322057"/>
                  </a:lnTo>
                  <a:lnTo>
                    <a:pt x="11005036" y="288123"/>
                  </a:lnTo>
                  <a:lnTo>
                    <a:pt x="10974244" y="255730"/>
                  </a:lnTo>
                  <a:lnTo>
                    <a:pt x="10941844" y="224944"/>
                  </a:lnTo>
                  <a:lnTo>
                    <a:pt x="10907904" y="195832"/>
                  </a:lnTo>
                  <a:lnTo>
                    <a:pt x="10872489" y="168460"/>
                  </a:lnTo>
                  <a:lnTo>
                    <a:pt x="10835667" y="142896"/>
                  </a:lnTo>
                  <a:lnTo>
                    <a:pt x="10797504" y="119205"/>
                  </a:lnTo>
                  <a:lnTo>
                    <a:pt x="10758067" y="97455"/>
                  </a:lnTo>
                  <a:lnTo>
                    <a:pt x="10717422" y="77712"/>
                  </a:lnTo>
                  <a:lnTo>
                    <a:pt x="10675636" y="60042"/>
                  </a:lnTo>
                  <a:lnTo>
                    <a:pt x="10632776" y="44511"/>
                  </a:lnTo>
                  <a:lnTo>
                    <a:pt x="10588908" y="31188"/>
                  </a:lnTo>
                  <a:lnTo>
                    <a:pt x="10544100" y="20138"/>
                  </a:lnTo>
                  <a:lnTo>
                    <a:pt x="10498416" y="11427"/>
                  </a:lnTo>
                  <a:lnTo>
                    <a:pt x="10451925" y="5123"/>
                  </a:lnTo>
                  <a:lnTo>
                    <a:pt x="10404693" y="1291"/>
                  </a:lnTo>
                  <a:lnTo>
                    <a:pt x="10356786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1487" y="1109725"/>
              <a:ext cx="11230610" cy="5238750"/>
            </a:xfrm>
            <a:custGeom>
              <a:avLst/>
              <a:gdLst/>
              <a:ahLst/>
              <a:cxnLst/>
              <a:rect l="l" t="t" r="r" b="b"/>
              <a:pathLst>
                <a:path w="11230610" h="5238750">
                  <a:moveTo>
                    <a:pt x="0" y="873125"/>
                  </a:moveTo>
                  <a:lnTo>
                    <a:pt x="1291" y="825218"/>
                  </a:lnTo>
                  <a:lnTo>
                    <a:pt x="5123" y="777987"/>
                  </a:lnTo>
                  <a:lnTo>
                    <a:pt x="11427" y="731498"/>
                  </a:lnTo>
                  <a:lnTo>
                    <a:pt x="20138" y="685817"/>
                  </a:lnTo>
                  <a:lnTo>
                    <a:pt x="31189" y="641011"/>
                  </a:lnTo>
                  <a:lnTo>
                    <a:pt x="44513" y="597147"/>
                  </a:lnTo>
                  <a:lnTo>
                    <a:pt x="60044" y="554292"/>
                  </a:lnTo>
                  <a:lnTo>
                    <a:pt x="77715" y="512511"/>
                  </a:lnTo>
                  <a:lnTo>
                    <a:pt x="97459" y="471871"/>
                  </a:lnTo>
                  <a:lnTo>
                    <a:pt x="119211" y="432439"/>
                  </a:lnTo>
                  <a:lnTo>
                    <a:pt x="142902" y="394282"/>
                  </a:lnTo>
                  <a:lnTo>
                    <a:pt x="168468" y="357466"/>
                  </a:lnTo>
                  <a:lnTo>
                    <a:pt x="195841" y="322057"/>
                  </a:lnTo>
                  <a:lnTo>
                    <a:pt x="224955" y="288123"/>
                  </a:lnTo>
                  <a:lnTo>
                    <a:pt x="255743" y="255730"/>
                  </a:lnTo>
                  <a:lnTo>
                    <a:pt x="288138" y="224944"/>
                  </a:lnTo>
                  <a:lnTo>
                    <a:pt x="322074" y="195832"/>
                  </a:lnTo>
                  <a:lnTo>
                    <a:pt x="357485" y="168460"/>
                  </a:lnTo>
                  <a:lnTo>
                    <a:pt x="394304" y="142896"/>
                  </a:lnTo>
                  <a:lnTo>
                    <a:pt x="432464" y="119205"/>
                  </a:lnTo>
                  <a:lnTo>
                    <a:pt x="471898" y="97455"/>
                  </a:lnTo>
                  <a:lnTo>
                    <a:pt x="512541" y="77712"/>
                  </a:lnTo>
                  <a:lnTo>
                    <a:pt x="554325" y="60042"/>
                  </a:lnTo>
                  <a:lnTo>
                    <a:pt x="597185" y="44511"/>
                  </a:lnTo>
                  <a:lnTo>
                    <a:pt x="641053" y="31188"/>
                  </a:lnTo>
                  <a:lnTo>
                    <a:pt x="685862" y="20138"/>
                  </a:lnTo>
                  <a:lnTo>
                    <a:pt x="731547" y="11427"/>
                  </a:lnTo>
                  <a:lnTo>
                    <a:pt x="778041" y="5123"/>
                  </a:lnTo>
                  <a:lnTo>
                    <a:pt x="825277" y="1291"/>
                  </a:lnTo>
                  <a:lnTo>
                    <a:pt x="873188" y="0"/>
                  </a:lnTo>
                  <a:lnTo>
                    <a:pt x="10356786" y="0"/>
                  </a:lnTo>
                  <a:lnTo>
                    <a:pt x="10404693" y="1291"/>
                  </a:lnTo>
                  <a:lnTo>
                    <a:pt x="10451925" y="5123"/>
                  </a:lnTo>
                  <a:lnTo>
                    <a:pt x="10498416" y="11427"/>
                  </a:lnTo>
                  <a:lnTo>
                    <a:pt x="10544100" y="20138"/>
                  </a:lnTo>
                  <a:lnTo>
                    <a:pt x="10588908" y="31188"/>
                  </a:lnTo>
                  <a:lnTo>
                    <a:pt x="10632776" y="44511"/>
                  </a:lnTo>
                  <a:lnTo>
                    <a:pt x="10675636" y="60042"/>
                  </a:lnTo>
                  <a:lnTo>
                    <a:pt x="10717422" y="77712"/>
                  </a:lnTo>
                  <a:lnTo>
                    <a:pt x="10758067" y="97455"/>
                  </a:lnTo>
                  <a:lnTo>
                    <a:pt x="10797504" y="119205"/>
                  </a:lnTo>
                  <a:lnTo>
                    <a:pt x="10835667" y="142896"/>
                  </a:lnTo>
                  <a:lnTo>
                    <a:pt x="10872489" y="168460"/>
                  </a:lnTo>
                  <a:lnTo>
                    <a:pt x="10907904" y="195832"/>
                  </a:lnTo>
                  <a:lnTo>
                    <a:pt x="10941844" y="224944"/>
                  </a:lnTo>
                  <a:lnTo>
                    <a:pt x="10974244" y="255730"/>
                  </a:lnTo>
                  <a:lnTo>
                    <a:pt x="11005036" y="288123"/>
                  </a:lnTo>
                  <a:lnTo>
                    <a:pt x="11034155" y="322057"/>
                  </a:lnTo>
                  <a:lnTo>
                    <a:pt x="11061532" y="357466"/>
                  </a:lnTo>
                  <a:lnTo>
                    <a:pt x="11087103" y="394282"/>
                  </a:lnTo>
                  <a:lnTo>
                    <a:pt x="11110799" y="432439"/>
                  </a:lnTo>
                  <a:lnTo>
                    <a:pt x="11132555" y="471871"/>
                  </a:lnTo>
                  <a:lnTo>
                    <a:pt x="11152304" y="512511"/>
                  </a:lnTo>
                  <a:lnTo>
                    <a:pt x="11169978" y="554292"/>
                  </a:lnTo>
                  <a:lnTo>
                    <a:pt x="11185513" y="597147"/>
                  </a:lnTo>
                  <a:lnTo>
                    <a:pt x="11198840" y="641011"/>
                  </a:lnTo>
                  <a:lnTo>
                    <a:pt x="11209894" y="685817"/>
                  </a:lnTo>
                  <a:lnTo>
                    <a:pt x="11218607" y="731498"/>
                  </a:lnTo>
                  <a:lnTo>
                    <a:pt x="11224913" y="777987"/>
                  </a:lnTo>
                  <a:lnTo>
                    <a:pt x="11228746" y="825218"/>
                  </a:lnTo>
                  <a:lnTo>
                    <a:pt x="11230038" y="873125"/>
                  </a:lnTo>
                  <a:lnTo>
                    <a:pt x="11230038" y="4365498"/>
                  </a:lnTo>
                  <a:lnTo>
                    <a:pt x="11228746" y="4413409"/>
                  </a:lnTo>
                  <a:lnTo>
                    <a:pt x="11224913" y="4460645"/>
                  </a:lnTo>
                  <a:lnTo>
                    <a:pt x="11218607" y="4507138"/>
                  </a:lnTo>
                  <a:lnTo>
                    <a:pt x="11209894" y="4552823"/>
                  </a:lnTo>
                  <a:lnTo>
                    <a:pt x="11198840" y="4597633"/>
                  </a:lnTo>
                  <a:lnTo>
                    <a:pt x="11185513" y="4641501"/>
                  </a:lnTo>
                  <a:lnTo>
                    <a:pt x="11169978" y="4684360"/>
                  </a:lnTo>
                  <a:lnTo>
                    <a:pt x="11152304" y="4726144"/>
                  </a:lnTo>
                  <a:lnTo>
                    <a:pt x="11132555" y="4766787"/>
                  </a:lnTo>
                  <a:lnTo>
                    <a:pt x="11110799" y="4806222"/>
                  </a:lnTo>
                  <a:lnTo>
                    <a:pt x="11087103" y="4844382"/>
                  </a:lnTo>
                  <a:lnTo>
                    <a:pt x="11061532" y="4881200"/>
                  </a:lnTo>
                  <a:lnTo>
                    <a:pt x="11034155" y="4916611"/>
                  </a:lnTo>
                  <a:lnTo>
                    <a:pt x="11005036" y="4950548"/>
                  </a:lnTo>
                  <a:lnTo>
                    <a:pt x="10974244" y="4982943"/>
                  </a:lnTo>
                  <a:lnTo>
                    <a:pt x="10941844" y="5013731"/>
                  </a:lnTo>
                  <a:lnTo>
                    <a:pt x="10907904" y="5042844"/>
                  </a:lnTo>
                  <a:lnTo>
                    <a:pt x="10872489" y="5070217"/>
                  </a:lnTo>
                  <a:lnTo>
                    <a:pt x="10835667" y="5095783"/>
                  </a:lnTo>
                  <a:lnTo>
                    <a:pt x="10797504" y="5119475"/>
                  </a:lnTo>
                  <a:lnTo>
                    <a:pt x="10758067" y="5141226"/>
                  </a:lnTo>
                  <a:lnTo>
                    <a:pt x="10717422" y="5160971"/>
                  </a:lnTo>
                  <a:lnTo>
                    <a:pt x="10675636" y="5178642"/>
                  </a:lnTo>
                  <a:lnTo>
                    <a:pt x="10632776" y="5194172"/>
                  </a:lnTo>
                  <a:lnTo>
                    <a:pt x="10588908" y="5207496"/>
                  </a:lnTo>
                  <a:lnTo>
                    <a:pt x="10544100" y="5218547"/>
                  </a:lnTo>
                  <a:lnTo>
                    <a:pt x="10498416" y="5227258"/>
                  </a:lnTo>
                  <a:lnTo>
                    <a:pt x="10451925" y="5233563"/>
                  </a:lnTo>
                  <a:lnTo>
                    <a:pt x="10404693" y="5237394"/>
                  </a:lnTo>
                  <a:lnTo>
                    <a:pt x="10356786" y="5238686"/>
                  </a:lnTo>
                  <a:lnTo>
                    <a:pt x="873188" y="5238686"/>
                  </a:lnTo>
                  <a:lnTo>
                    <a:pt x="825277" y="5237394"/>
                  </a:lnTo>
                  <a:lnTo>
                    <a:pt x="778041" y="5233563"/>
                  </a:lnTo>
                  <a:lnTo>
                    <a:pt x="731547" y="5227258"/>
                  </a:lnTo>
                  <a:lnTo>
                    <a:pt x="685862" y="5218547"/>
                  </a:lnTo>
                  <a:lnTo>
                    <a:pt x="641053" y="5207496"/>
                  </a:lnTo>
                  <a:lnTo>
                    <a:pt x="597185" y="5194172"/>
                  </a:lnTo>
                  <a:lnTo>
                    <a:pt x="554325" y="5178642"/>
                  </a:lnTo>
                  <a:lnTo>
                    <a:pt x="512541" y="5160971"/>
                  </a:lnTo>
                  <a:lnTo>
                    <a:pt x="471898" y="5141226"/>
                  </a:lnTo>
                  <a:lnTo>
                    <a:pt x="432464" y="5119475"/>
                  </a:lnTo>
                  <a:lnTo>
                    <a:pt x="394304" y="5095783"/>
                  </a:lnTo>
                  <a:lnTo>
                    <a:pt x="357485" y="5070217"/>
                  </a:lnTo>
                  <a:lnTo>
                    <a:pt x="322074" y="5042844"/>
                  </a:lnTo>
                  <a:lnTo>
                    <a:pt x="288138" y="5013731"/>
                  </a:lnTo>
                  <a:lnTo>
                    <a:pt x="255743" y="4982943"/>
                  </a:lnTo>
                  <a:lnTo>
                    <a:pt x="224955" y="4950548"/>
                  </a:lnTo>
                  <a:lnTo>
                    <a:pt x="195841" y="4916611"/>
                  </a:lnTo>
                  <a:lnTo>
                    <a:pt x="168468" y="4881200"/>
                  </a:lnTo>
                  <a:lnTo>
                    <a:pt x="142902" y="4844382"/>
                  </a:lnTo>
                  <a:lnTo>
                    <a:pt x="119211" y="4806222"/>
                  </a:lnTo>
                  <a:lnTo>
                    <a:pt x="97459" y="4766787"/>
                  </a:lnTo>
                  <a:lnTo>
                    <a:pt x="77715" y="4726144"/>
                  </a:lnTo>
                  <a:lnTo>
                    <a:pt x="60044" y="4684360"/>
                  </a:lnTo>
                  <a:lnTo>
                    <a:pt x="44513" y="4641501"/>
                  </a:lnTo>
                  <a:lnTo>
                    <a:pt x="31189" y="4597633"/>
                  </a:lnTo>
                  <a:lnTo>
                    <a:pt x="20138" y="4552823"/>
                  </a:lnTo>
                  <a:lnTo>
                    <a:pt x="11427" y="4507138"/>
                  </a:lnTo>
                  <a:lnTo>
                    <a:pt x="5123" y="4460645"/>
                  </a:lnTo>
                  <a:lnTo>
                    <a:pt x="1291" y="4413409"/>
                  </a:lnTo>
                  <a:lnTo>
                    <a:pt x="0" y="4365498"/>
                  </a:lnTo>
                  <a:lnTo>
                    <a:pt x="0" y="8731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 descr="WhatsApp Image 2026-08-17 at 15.37.08.jpe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38425" y="1142999"/>
              <a:ext cx="6886575" cy="516255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1977" y="297180"/>
            <a:ext cx="9405620" cy="3930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30" dirty="0"/>
              <a:t>Non-</a:t>
            </a:r>
            <a:r>
              <a:rPr sz="2450" spc="-100" dirty="0"/>
              <a:t>Functional</a:t>
            </a:r>
            <a:r>
              <a:rPr sz="2450" spc="-185" dirty="0"/>
              <a:t> </a:t>
            </a:r>
            <a:r>
              <a:rPr sz="2450" spc="-95" dirty="0"/>
              <a:t>Requirements</a:t>
            </a:r>
            <a:r>
              <a:rPr sz="2450" spc="-180" dirty="0"/>
              <a:t> </a:t>
            </a:r>
            <a:r>
              <a:rPr sz="2450" spc="465" dirty="0"/>
              <a:t>—</a:t>
            </a:r>
            <a:r>
              <a:rPr sz="2450" spc="-175" dirty="0"/>
              <a:t> </a:t>
            </a:r>
            <a:r>
              <a:rPr sz="2450" spc="-160" dirty="0"/>
              <a:t>Table </a:t>
            </a:r>
            <a:r>
              <a:rPr sz="2450" spc="-50" dirty="0"/>
              <a:t>1</a:t>
            </a:r>
            <a:endParaRPr sz="245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783971"/>
            <a:ext cx="365506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30" dirty="0">
                <a:solidFill>
                  <a:srgbClr val="28313D"/>
                </a:solidFill>
                <a:latin typeface="Tahoma"/>
                <a:cs typeface="Tahoma"/>
              </a:rPr>
              <a:t>NFR1–</a:t>
            </a:r>
            <a:r>
              <a:rPr sz="1100" dirty="0">
                <a:solidFill>
                  <a:srgbClr val="28313D"/>
                </a:solidFill>
                <a:latin typeface="Tahoma"/>
                <a:cs typeface="Tahoma"/>
              </a:rPr>
              <a:t>NFR9</a:t>
            </a:r>
            <a:r>
              <a:rPr sz="1100" spc="-10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spc="-130" dirty="0">
                <a:solidFill>
                  <a:srgbClr val="28313D"/>
                </a:solidFill>
                <a:latin typeface="Tahoma"/>
                <a:cs typeface="Tahoma"/>
              </a:rPr>
              <a:t>|</a:t>
            </a:r>
            <a:r>
              <a:rPr sz="1100" spc="-9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8313D"/>
                </a:solidFill>
                <a:latin typeface="Tahoma"/>
                <a:cs typeface="Tahoma"/>
              </a:rPr>
              <a:t>Exact</a:t>
            </a:r>
            <a:r>
              <a:rPr sz="1100" spc="-8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8313D"/>
                </a:solidFill>
                <a:latin typeface="Tahoma"/>
                <a:cs typeface="Tahoma"/>
              </a:rPr>
              <a:t>table</a:t>
            </a:r>
            <a:r>
              <a:rPr sz="1100" spc="-8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8313D"/>
                </a:solidFill>
                <a:latin typeface="Tahoma"/>
                <a:cs typeface="Tahoma"/>
              </a:rPr>
              <a:t>structure</a:t>
            </a:r>
            <a:r>
              <a:rPr sz="1100" spc="-8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28313D"/>
                </a:solidFill>
                <a:latin typeface="Tahoma"/>
                <a:cs typeface="Tahoma"/>
              </a:rPr>
              <a:t>from</a:t>
            </a:r>
            <a:r>
              <a:rPr sz="1100" spc="-80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28313D"/>
                </a:solidFill>
                <a:latin typeface="Tahoma"/>
                <a:cs typeface="Tahoma"/>
              </a:rPr>
              <a:t>the</a:t>
            </a:r>
            <a:r>
              <a:rPr sz="1100" spc="-90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8313D"/>
                </a:solidFill>
                <a:latin typeface="Tahoma"/>
                <a:cs typeface="Tahoma"/>
              </a:rPr>
              <a:t>Final</a:t>
            </a:r>
            <a:r>
              <a:rPr sz="1100" spc="-8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8313D"/>
                </a:solidFill>
                <a:latin typeface="Tahoma"/>
                <a:cs typeface="Tahoma"/>
              </a:rPr>
              <a:t>SRS</a:t>
            </a:r>
            <a:r>
              <a:rPr sz="1100" spc="-50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8313D"/>
                </a:solidFill>
                <a:latin typeface="Tahoma"/>
                <a:cs typeface="Tahoma"/>
              </a:rPr>
              <a:t>Report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5129" y="1136650"/>
          <a:ext cx="10881359" cy="50457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NFR</a:t>
                      </a:r>
                      <a:r>
                        <a:rPr sz="1050" b="1" spc="-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Requirement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Category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3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9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5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authenticate</a:t>
                      </a:r>
                      <a:r>
                        <a:rPr sz="800" spc="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users</a:t>
                      </a:r>
                      <a:r>
                        <a:rPr sz="800" spc="-4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within</a:t>
                      </a:r>
                      <a:r>
                        <a:rPr sz="800" spc="1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three</a:t>
                      </a:r>
                      <a:r>
                        <a:rPr sz="800" spc="3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seconds</a:t>
                      </a:r>
                      <a:r>
                        <a:rPr sz="800" spc="-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under</a:t>
                      </a:r>
                      <a:r>
                        <a:rPr sz="800" spc="5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normal</a:t>
                      </a:r>
                      <a:r>
                        <a:rPr sz="800" spc="15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operating</a:t>
                      </a:r>
                      <a:r>
                        <a:rPr sz="800" spc="1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conditions.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Performance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Ensures</a:t>
                      </a:r>
                      <a:r>
                        <a:rPr sz="800" spc="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fast</a:t>
                      </a:r>
                      <a:r>
                        <a:rPr sz="800" spc="-1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access</a:t>
                      </a:r>
                      <a:r>
                        <a:rPr sz="800" spc="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sz="800" spc="-2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patients</a:t>
                      </a:r>
                      <a:r>
                        <a:rPr sz="800" spc="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800" spc="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clinic</a:t>
                      </a:r>
                      <a:r>
                        <a:rPr sz="800" spc="-4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staff.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R2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-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5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provide an</a:t>
                      </a:r>
                      <a:r>
                        <a:rPr sz="800" spc="8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intuitive and</a:t>
                      </a:r>
                      <a:r>
                        <a:rPr sz="800" spc="7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user-friendly</a:t>
                      </a:r>
                      <a:r>
                        <a:rPr sz="800" spc="-1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interface.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Reduces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training</a:t>
                      </a:r>
                      <a:r>
                        <a:rPr sz="800" spc="-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time</a:t>
                      </a:r>
                      <a:r>
                        <a:rPr sz="800" spc="4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 user</a:t>
                      </a:r>
                      <a:r>
                        <a:rPr sz="800" spc="-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errors.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R3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6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14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maintain</a:t>
                      </a:r>
                      <a:r>
                        <a:rPr sz="800" spc="9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at</a:t>
                      </a:r>
                      <a:r>
                        <a:rPr sz="800" spc="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least</a:t>
                      </a:r>
                      <a:r>
                        <a:rPr sz="800" spc="4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99.9%</a:t>
                      </a:r>
                      <a:r>
                        <a:rPr sz="800" spc="9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availability</a:t>
                      </a:r>
                      <a:r>
                        <a:rPr sz="800" spc="1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during</a:t>
                      </a:r>
                      <a:r>
                        <a:rPr sz="800" spc="6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clinic</a:t>
                      </a:r>
                      <a:r>
                        <a:rPr sz="800" spc="1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operating</a:t>
                      </a:r>
                      <a:r>
                        <a:rPr sz="800" spc="-5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hours.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Reliability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Ensures</a:t>
                      </a:r>
                      <a:r>
                        <a:rPr sz="800" spc="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uninterrupted</a:t>
                      </a:r>
                      <a:r>
                        <a:rPr sz="800" spc="6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access</a:t>
                      </a:r>
                      <a:r>
                        <a:rPr sz="800" spc="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sz="800" spc="-4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services.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R4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1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8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support</a:t>
                      </a:r>
                      <a:r>
                        <a:rPr sz="800" spc="5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at</a:t>
                      </a:r>
                      <a:r>
                        <a:rPr sz="800" spc="5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least</a:t>
                      </a:r>
                      <a:r>
                        <a:rPr sz="800" spc="5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200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concurrent</a:t>
                      </a:r>
                      <a:r>
                        <a:rPr sz="800" spc="5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users</a:t>
                      </a:r>
                      <a:r>
                        <a:rPr sz="800" spc="8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without</a:t>
                      </a:r>
                      <a:r>
                        <a:rPr sz="800" spc="5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significant</a:t>
                      </a:r>
                      <a:r>
                        <a:rPr sz="800" spc="5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degradation.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Scalability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Supports</a:t>
                      </a:r>
                      <a:r>
                        <a:rPr sz="800" spc="1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future</a:t>
                      </a:r>
                      <a:r>
                        <a:rPr sz="800" spc="7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growth.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R5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6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2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encrypt</a:t>
                      </a:r>
                      <a:r>
                        <a:rPr sz="800" spc="4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</a:t>
                      </a:r>
                      <a:r>
                        <a:rPr sz="800" spc="4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800" spc="8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</a:t>
                      </a:r>
                      <a:r>
                        <a:rPr sz="800" spc="-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 during</a:t>
                      </a:r>
                      <a:r>
                        <a:rPr sz="800" spc="7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storage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800" spc="8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transmission.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Security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spc="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Protects</a:t>
                      </a:r>
                      <a:r>
                        <a:rPr sz="800" spc="1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confidential</a:t>
                      </a:r>
                      <a:r>
                        <a:rPr sz="800" spc="6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medical</a:t>
                      </a:r>
                      <a:r>
                        <a:rPr sz="800" spc="-4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information.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R6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3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9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5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automatically</a:t>
                      </a:r>
                      <a:r>
                        <a:rPr sz="800" spc="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back</a:t>
                      </a:r>
                      <a:r>
                        <a:rPr sz="800" spc="9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up</a:t>
                      </a:r>
                      <a:r>
                        <a:rPr sz="800" spc="1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database</a:t>
                      </a:r>
                      <a:r>
                        <a:rPr sz="800" spc="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daily.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Reliability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Prevents</a:t>
                      </a:r>
                      <a:r>
                        <a:rPr sz="800" spc="8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loss.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R7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-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8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recover from</a:t>
                      </a:r>
                      <a:r>
                        <a:rPr sz="800" spc="3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failures</a:t>
                      </a:r>
                      <a:r>
                        <a:rPr sz="800" spc="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within</a:t>
                      </a:r>
                      <a:r>
                        <a:rPr sz="800" spc="6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30</a:t>
                      </a:r>
                      <a:r>
                        <a:rPr sz="800" spc="-2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minutes.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Availability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Minimizes</a:t>
                      </a:r>
                      <a:r>
                        <a:rPr sz="800" spc="2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service</a:t>
                      </a:r>
                      <a:r>
                        <a:rPr sz="800" spc="8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disruption.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R8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6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enforce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role-based</a:t>
                      </a:r>
                      <a:r>
                        <a:rPr sz="800" spc="9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5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access</a:t>
                      </a:r>
                      <a:r>
                        <a:rPr sz="800" spc="6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control.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Security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Restricts</a:t>
                      </a:r>
                      <a:r>
                        <a:rPr sz="800" spc="3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unauthorized</a:t>
                      </a:r>
                      <a:r>
                        <a:rPr sz="800" spc="5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access.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RG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-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4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0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validate</a:t>
                      </a:r>
                      <a:r>
                        <a:rPr sz="800" spc="-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all</a:t>
                      </a:r>
                      <a:r>
                        <a:rPr sz="800" spc="10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input</a:t>
                      </a:r>
                      <a:r>
                        <a:rPr sz="800" spc="3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before</a:t>
                      </a:r>
                      <a:r>
                        <a:rPr sz="800" spc="-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processing.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sz="800" spc="2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Integrity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Maintains</a:t>
                      </a:r>
                      <a:r>
                        <a:rPr sz="800" spc="9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accurate</a:t>
                      </a:r>
                      <a:r>
                        <a:rPr sz="800" spc="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DEE6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1977" y="297180"/>
            <a:ext cx="9405620" cy="3930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30" dirty="0"/>
              <a:t>Non-</a:t>
            </a:r>
            <a:r>
              <a:rPr sz="2450" spc="-100" dirty="0"/>
              <a:t>Functional</a:t>
            </a:r>
            <a:r>
              <a:rPr sz="2450" spc="-185" dirty="0"/>
              <a:t> </a:t>
            </a:r>
            <a:r>
              <a:rPr sz="2450" spc="-95" dirty="0"/>
              <a:t>Requirements</a:t>
            </a:r>
            <a:r>
              <a:rPr sz="2450" spc="-180" dirty="0"/>
              <a:t> </a:t>
            </a:r>
            <a:r>
              <a:rPr sz="2450" spc="465" dirty="0"/>
              <a:t>—</a:t>
            </a:r>
            <a:r>
              <a:rPr sz="2450" spc="-175" dirty="0"/>
              <a:t> </a:t>
            </a:r>
            <a:r>
              <a:rPr sz="2450" spc="-160" dirty="0"/>
              <a:t>Table </a:t>
            </a:r>
            <a:r>
              <a:rPr sz="2450" spc="-50" dirty="0"/>
              <a:t>2</a:t>
            </a:r>
            <a:endParaRPr sz="245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783971"/>
            <a:ext cx="380619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30" dirty="0">
                <a:solidFill>
                  <a:srgbClr val="28313D"/>
                </a:solidFill>
                <a:latin typeface="Tahoma"/>
                <a:cs typeface="Tahoma"/>
              </a:rPr>
              <a:t>NFR10–</a:t>
            </a:r>
            <a:r>
              <a:rPr sz="1100" dirty="0">
                <a:solidFill>
                  <a:srgbClr val="28313D"/>
                </a:solidFill>
                <a:latin typeface="Tahoma"/>
                <a:cs typeface="Tahoma"/>
              </a:rPr>
              <a:t>NFR17</a:t>
            </a:r>
            <a:r>
              <a:rPr sz="1100" spc="-9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spc="-130" dirty="0">
                <a:solidFill>
                  <a:srgbClr val="28313D"/>
                </a:solidFill>
                <a:latin typeface="Tahoma"/>
                <a:cs typeface="Tahoma"/>
              </a:rPr>
              <a:t>|</a:t>
            </a:r>
            <a:r>
              <a:rPr sz="1100" spc="-8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8313D"/>
                </a:solidFill>
                <a:latin typeface="Tahoma"/>
                <a:cs typeface="Tahoma"/>
              </a:rPr>
              <a:t>Exact</a:t>
            </a:r>
            <a:r>
              <a:rPr sz="1100" spc="-15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8313D"/>
                </a:solidFill>
                <a:latin typeface="Tahoma"/>
                <a:cs typeface="Tahoma"/>
              </a:rPr>
              <a:t>table</a:t>
            </a:r>
            <a:r>
              <a:rPr sz="1100" spc="-7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8313D"/>
                </a:solidFill>
                <a:latin typeface="Tahoma"/>
                <a:cs typeface="Tahoma"/>
              </a:rPr>
              <a:t>structure</a:t>
            </a:r>
            <a:r>
              <a:rPr sz="1100" spc="-16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8313D"/>
                </a:solidFill>
                <a:latin typeface="Tahoma"/>
                <a:cs typeface="Tahoma"/>
              </a:rPr>
              <a:t>from</a:t>
            </a:r>
            <a:r>
              <a:rPr sz="1100" spc="-14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8313D"/>
                </a:solidFill>
                <a:latin typeface="Tahoma"/>
                <a:cs typeface="Tahoma"/>
              </a:rPr>
              <a:t>the</a:t>
            </a:r>
            <a:r>
              <a:rPr sz="1100" spc="-7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8313D"/>
                </a:solidFill>
                <a:latin typeface="Tahoma"/>
                <a:cs typeface="Tahoma"/>
              </a:rPr>
              <a:t>Final</a:t>
            </a:r>
            <a:r>
              <a:rPr sz="1100" spc="-7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8313D"/>
                </a:solidFill>
                <a:latin typeface="Tahoma"/>
                <a:cs typeface="Tahoma"/>
              </a:rPr>
              <a:t>SRS</a:t>
            </a:r>
            <a:r>
              <a:rPr sz="1100" spc="-130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8313D"/>
                </a:solidFill>
                <a:latin typeface="Tahoma"/>
                <a:cs typeface="Tahoma"/>
              </a:rPr>
              <a:t>Report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5129" y="1136650"/>
          <a:ext cx="10881359" cy="5044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NFR</a:t>
                      </a:r>
                      <a:r>
                        <a:rPr sz="1050" b="1" spc="-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Requirement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Category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R10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-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4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generate</a:t>
                      </a:r>
                      <a:r>
                        <a:rPr sz="800" spc="-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audit</a:t>
                      </a:r>
                      <a:r>
                        <a:rPr sz="800" spc="2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logs</a:t>
                      </a:r>
                      <a:r>
                        <a:rPr sz="800" spc="5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all</a:t>
                      </a:r>
                      <a:r>
                        <a:rPr sz="800" spc="-1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critical</a:t>
                      </a:r>
                      <a:r>
                        <a:rPr sz="800" spc="10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activities.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Security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Supports</a:t>
                      </a:r>
                      <a:r>
                        <a:rPr sz="800" spc="5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accountability</a:t>
                      </a:r>
                      <a:r>
                        <a:rPr sz="800" spc="1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800" spc="7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compliance.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R11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system</a:t>
                      </a:r>
                      <a:r>
                        <a:rPr sz="800" spc="6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14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be</a:t>
                      </a:r>
                      <a:r>
                        <a:rPr sz="800" spc="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compatible</a:t>
                      </a:r>
                      <a:r>
                        <a:rPr sz="800" spc="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with</a:t>
                      </a:r>
                      <a:r>
                        <a:rPr sz="800" spc="9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modern</a:t>
                      </a:r>
                      <a:r>
                        <a:rPr sz="800" spc="9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web</a:t>
                      </a:r>
                      <a:r>
                        <a:rPr sz="800" spc="8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browsers.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Compatibility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Provides</a:t>
                      </a:r>
                      <a:r>
                        <a:rPr sz="800" spc="6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consistent</a:t>
                      </a:r>
                      <a:r>
                        <a:rPr sz="800" spc="4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access.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R12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2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8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5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support</a:t>
                      </a:r>
                      <a:r>
                        <a:rPr sz="800" spc="6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responsive</a:t>
                      </a:r>
                      <a:r>
                        <a:rPr sz="800" spc="16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access</a:t>
                      </a:r>
                      <a:r>
                        <a:rPr sz="800" spc="9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from</a:t>
                      </a:r>
                      <a:r>
                        <a:rPr sz="800" spc="8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desktop,</a:t>
                      </a:r>
                      <a:r>
                        <a:rPr sz="800" spc="114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tablet,</a:t>
                      </a:r>
                      <a:r>
                        <a:rPr sz="800" spc="-1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800" spc="1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mobile</a:t>
                      </a:r>
                      <a:r>
                        <a:rPr sz="800" spc="3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devices.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Improves</a:t>
                      </a:r>
                      <a:r>
                        <a:rPr sz="800" spc="6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accessibility.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R13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4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9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</a:t>
                      </a:r>
                      <a:r>
                        <a:rPr sz="800" spc="10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secure</a:t>
                      </a:r>
                      <a:r>
                        <a:rPr sz="800" spc="10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password</a:t>
                      </a:r>
                      <a:r>
                        <a:rPr sz="800" spc="7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hashing.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Security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Protects</a:t>
                      </a:r>
                      <a:r>
                        <a:rPr sz="800" spc="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sz="800" spc="-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credentials.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R14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7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4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allow</a:t>
                      </a:r>
                      <a:r>
                        <a:rPr sz="800" spc="1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software</a:t>
                      </a:r>
                      <a:r>
                        <a:rPr sz="800" spc="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updates</a:t>
                      </a:r>
                      <a:r>
                        <a:rPr sz="800" spc="-4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without</a:t>
                      </a:r>
                      <a:r>
                        <a:rPr sz="800" spc="5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affecting</a:t>
                      </a:r>
                      <a:r>
                        <a:rPr sz="800" spc="8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stored</a:t>
                      </a:r>
                      <a:r>
                        <a:rPr sz="800" spc="1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Maintainability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Simplifies</a:t>
                      </a:r>
                      <a:r>
                        <a:rPr sz="800" spc="7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maintenance.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R15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7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display</a:t>
                      </a:r>
                      <a:r>
                        <a:rPr sz="800" spc="-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meaningful error</a:t>
                      </a:r>
                      <a:r>
                        <a:rPr sz="800" spc="14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messages.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Improves</a:t>
                      </a:r>
                      <a:r>
                        <a:rPr sz="800" spc="-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sz="800" spc="6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experience.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R16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2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8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4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maintain</a:t>
                      </a:r>
                      <a:r>
                        <a:rPr sz="800" spc="1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sz="800" spc="15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consistency</a:t>
                      </a:r>
                      <a:r>
                        <a:rPr sz="800" spc="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during</a:t>
                      </a:r>
                      <a:r>
                        <a:rPr sz="800" spc="8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concurrent</a:t>
                      </a:r>
                      <a:r>
                        <a:rPr sz="800" spc="6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transactions.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sz="800" spc="2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Integrity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Prevents</a:t>
                      </a:r>
                      <a:r>
                        <a:rPr sz="800" spc="3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conflicting</a:t>
                      </a:r>
                      <a:r>
                        <a:rPr sz="800" spc="3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updates.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R17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system</a:t>
                      </a:r>
                      <a:r>
                        <a:rPr sz="800" spc="5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comply</a:t>
                      </a:r>
                      <a:r>
                        <a:rPr sz="800" spc="10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with</a:t>
                      </a:r>
                      <a:r>
                        <a:rPr sz="800" spc="9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healthcare privacy</a:t>
                      </a:r>
                      <a:r>
                        <a:rPr sz="800" spc="10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regulations.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Priva</a:t>
                      </a:r>
                      <a:r>
                        <a:rPr sz="800" spc="-15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cy</a:t>
                      </a:r>
                      <a:r>
                        <a:rPr sz="800" spc="-7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5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800" spc="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Compliance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Protects</a:t>
                      </a:r>
                      <a:r>
                        <a:rPr sz="800" spc="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confidentiality.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DEE6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1977" y="297180"/>
            <a:ext cx="9405620" cy="3930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30" dirty="0"/>
              <a:t>Non-</a:t>
            </a:r>
            <a:r>
              <a:rPr sz="2450" spc="-100" dirty="0"/>
              <a:t>Functional</a:t>
            </a:r>
            <a:r>
              <a:rPr sz="2450" spc="-185" dirty="0"/>
              <a:t> </a:t>
            </a:r>
            <a:r>
              <a:rPr sz="2450" spc="-95" dirty="0"/>
              <a:t>Requirements</a:t>
            </a:r>
            <a:r>
              <a:rPr sz="2450" spc="-180" dirty="0"/>
              <a:t> </a:t>
            </a:r>
            <a:r>
              <a:rPr sz="2450" spc="465" dirty="0"/>
              <a:t>—</a:t>
            </a:r>
            <a:r>
              <a:rPr sz="2450" spc="-175" dirty="0"/>
              <a:t> </a:t>
            </a:r>
            <a:r>
              <a:rPr sz="2450" spc="-160" dirty="0"/>
              <a:t>Table </a:t>
            </a:r>
            <a:r>
              <a:rPr sz="2450" spc="-50" dirty="0"/>
              <a:t>3</a:t>
            </a:r>
            <a:endParaRPr sz="245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783971"/>
            <a:ext cx="380619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30" dirty="0">
                <a:solidFill>
                  <a:srgbClr val="28313D"/>
                </a:solidFill>
                <a:latin typeface="Tahoma"/>
                <a:cs typeface="Tahoma"/>
              </a:rPr>
              <a:t>NFR18–</a:t>
            </a:r>
            <a:r>
              <a:rPr sz="1100" dirty="0">
                <a:solidFill>
                  <a:srgbClr val="28313D"/>
                </a:solidFill>
                <a:latin typeface="Tahoma"/>
                <a:cs typeface="Tahoma"/>
              </a:rPr>
              <a:t>NFR25</a:t>
            </a:r>
            <a:r>
              <a:rPr sz="1100" spc="-9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spc="-130" dirty="0">
                <a:solidFill>
                  <a:srgbClr val="28313D"/>
                </a:solidFill>
                <a:latin typeface="Tahoma"/>
                <a:cs typeface="Tahoma"/>
              </a:rPr>
              <a:t>|</a:t>
            </a:r>
            <a:r>
              <a:rPr sz="1100" spc="-8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8313D"/>
                </a:solidFill>
                <a:latin typeface="Tahoma"/>
                <a:cs typeface="Tahoma"/>
              </a:rPr>
              <a:t>Exact</a:t>
            </a:r>
            <a:r>
              <a:rPr sz="1100" spc="-15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8313D"/>
                </a:solidFill>
                <a:latin typeface="Tahoma"/>
                <a:cs typeface="Tahoma"/>
              </a:rPr>
              <a:t>table</a:t>
            </a:r>
            <a:r>
              <a:rPr sz="1100" spc="-7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8313D"/>
                </a:solidFill>
                <a:latin typeface="Tahoma"/>
                <a:cs typeface="Tahoma"/>
              </a:rPr>
              <a:t>structure</a:t>
            </a:r>
            <a:r>
              <a:rPr sz="1100" spc="-16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8313D"/>
                </a:solidFill>
                <a:latin typeface="Tahoma"/>
                <a:cs typeface="Tahoma"/>
              </a:rPr>
              <a:t>from</a:t>
            </a:r>
            <a:r>
              <a:rPr sz="1100" spc="-14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8313D"/>
                </a:solidFill>
                <a:latin typeface="Tahoma"/>
                <a:cs typeface="Tahoma"/>
              </a:rPr>
              <a:t>the</a:t>
            </a:r>
            <a:r>
              <a:rPr sz="1100" spc="-7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8313D"/>
                </a:solidFill>
                <a:latin typeface="Tahoma"/>
                <a:cs typeface="Tahoma"/>
              </a:rPr>
              <a:t>Final</a:t>
            </a:r>
            <a:r>
              <a:rPr sz="1100" spc="-75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8313D"/>
                </a:solidFill>
                <a:latin typeface="Tahoma"/>
                <a:cs typeface="Tahoma"/>
              </a:rPr>
              <a:t>SRS</a:t>
            </a:r>
            <a:r>
              <a:rPr sz="1100" spc="-130" dirty="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8313D"/>
                </a:solidFill>
                <a:latin typeface="Tahoma"/>
                <a:cs typeface="Tahoma"/>
              </a:rPr>
              <a:t>Report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5129" y="1136650"/>
          <a:ext cx="10881359" cy="5044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NFR</a:t>
                      </a:r>
                      <a:r>
                        <a:rPr sz="1050" b="1" spc="-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Requirement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Category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R18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-2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1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7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retain</a:t>
                      </a:r>
                      <a:r>
                        <a:rPr sz="800" spc="5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audit</a:t>
                      </a:r>
                      <a:r>
                        <a:rPr sz="800" spc="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logs</a:t>
                      </a:r>
                      <a:r>
                        <a:rPr sz="800" spc="2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future</a:t>
                      </a:r>
                      <a:r>
                        <a:rPr sz="800" spc="-2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review.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Maintainability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Supports</a:t>
                      </a:r>
                      <a:r>
                        <a:rPr sz="800" spc="4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investigations</a:t>
                      </a:r>
                      <a:r>
                        <a:rPr sz="800" spc="4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800" spc="-5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compliance.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R1G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system</a:t>
                      </a:r>
                      <a:r>
                        <a:rPr sz="800" spc="6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14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optimize</a:t>
                      </a:r>
                      <a:r>
                        <a:rPr sz="800" spc="1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database</a:t>
                      </a:r>
                      <a:r>
                        <a:rPr sz="800" spc="1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queries</a:t>
                      </a:r>
                      <a:r>
                        <a:rPr sz="800" spc="6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sz="800" spc="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efficient</a:t>
                      </a:r>
                      <a:r>
                        <a:rPr sz="800" spc="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performance.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Performance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Improves</a:t>
                      </a:r>
                      <a:r>
                        <a:rPr sz="800" spc="3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response</a:t>
                      </a:r>
                      <a:r>
                        <a:rPr sz="800" spc="-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time.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R20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6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3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notify</a:t>
                      </a:r>
                      <a:r>
                        <a:rPr sz="800" spc="114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administrators</a:t>
                      </a:r>
                      <a:r>
                        <a:rPr sz="800" spc="7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sz="800" spc="8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critical</a:t>
                      </a:r>
                      <a:r>
                        <a:rPr sz="800" spc="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6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failures.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Reliability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Enables</a:t>
                      </a:r>
                      <a:r>
                        <a:rPr sz="800" spc="6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timely</a:t>
                      </a:r>
                      <a:r>
                        <a:rPr sz="800" spc="1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maintenance.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R21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6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support</a:t>
                      </a:r>
                      <a:r>
                        <a:rPr sz="800" spc="4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modular</a:t>
                      </a:r>
                      <a:r>
                        <a:rPr sz="800" spc="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architecture</a:t>
                      </a:r>
                      <a:r>
                        <a:rPr sz="800" spc="13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sz="800" spc="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future</a:t>
                      </a:r>
                      <a:r>
                        <a:rPr sz="800" spc="13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enhancements.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Maintainability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Facilitates</a:t>
                      </a:r>
                      <a:r>
                        <a:rPr sz="800" spc="12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expansion.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R22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9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6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synchronize</a:t>
                      </a:r>
                      <a:r>
                        <a:rPr sz="800" spc="4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sz="800" spc="2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accurately</a:t>
                      </a:r>
                      <a:r>
                        <a:rPr sz="800" spc="15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across</a:t>
                      </a:r>
                      <a:r>
                        <a:rPr sz="800" spc="1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all</a:t>
                      </a:r>
                      <a:r>
                        <a:rPr sz="800" spc="2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sz="800" spc="2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Integrity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Ensures</a:t>
                      </a:r>
                      <a:r>
                        <a:rPr sz="800" spc="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2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consistent</a:t>
                      </a:r>
                      <a:r>
                        <a:rPr sz="800" spc="1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information.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R23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4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114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8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ensure</a:t>
                      </a:r>
                      <a:r>
                        <a:rPr sz="800" spc="4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secure</a:t>
                      </a:r>
                      <a:r>
                        <a:rPr sz="800" spc="5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communication</a:t>
                      </a:r>
                      <a:r>
                        <a:rPr sz="800" spc="15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using</a:t>
                      </a:r>
                      <a:r>
                        <a:rPr sz="800" spc="-1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HTTPS.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Security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Protects</a:t>
                      </a:r>
                      <a:r>
                        <a:rPr sz="800" spc="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sz="800" spc="6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sz="800" spc="-6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transit.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R24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7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3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scale</a:t>
                      </a:r>
                      <a:r>
                        <a:rPr sz="800" spc="1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sz="800" spc="10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support</a:t>
                      </a:r>
                      <a:r>
                        <a:rPr sz="800" spc="5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additional</a:t>
                      </a:r>
                      <a:r>
                        <a:rPr sz="800" spc="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clinics</a:t>
                      </a:r>
                      <a:r>
                        <a:rPr sz="800" spc="7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if</a:t>
                      </a:r>
                      <a:r>
                        <a:rPr sz="800" spc="8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required.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Scalability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Supports</a:t>
                      </a:r>
                      <a:r>
                        <a:rPr sz="800" spc="8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organizational</a:t>
                      </a:r>
                      <a:r>
                        <a:rPr sz="800" spc="1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growth.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sz="800" b="1" spc="-130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R25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800" spc="1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7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sz="800" spc="1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preserve</a:t>
                      </a:r>
                      <a:r>
                        <a:rPr sz="800" spc="14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800" spc="7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performance</a:t>
                      </a:r>
                      <a:r>
                        <a:rPr sz="800" spc="1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under</a:t>
                      </a:r>
                      <a:r>
                        <a:rPr sz="800" spc="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peak</a:t>
                      </a:r>
                      <a:r>
                        <a:rPr sz="800" spc="8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workload</a:t>
                      </a:r>
                      <a:r>
                        <a:rPr sz="800" spc="1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conditions.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Performance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Ensures</a:t>
                      </a:r>
                      <a:r>
                        <a:rPr sz="800" spc="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stable</a:t>
                      </a:r>
                      <a:r>
                        <a:rPr sz="800" spc="-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operation</a:t>
                      </a:r>
                      <a:r>
                        <a:rPr sz="800" spc="3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during</a:t>
                      </a:r>
                      <a:r>
                        <a:rPr sz="800" spc="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busy</a:t>
                      </a:r>
                      <a:r>
                        <a:rPr sz="800" spc="45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periods.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DEE6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UI</a:t>
            </a:r>
            <a:r>
              <a:rPr spc="-220" dirty="0"/>
              <a:t> </a:t>
            </a:r>
            <a:r>
              <a:rPr spc="-55" dirty="0"/>
              <a:t>Showcase</a:t>
            </a:r>
            <a:r>
              <a:rPr spc="-285" dirty="0"/>
              <a:t> </a:t>
            </a:r>
            <a:r>
              <a:rPr spc="495" dirty="0"/>
              <a:t>—</a:t>
            </a:r>
            <a:r>
              <a:rPr spc="-245" dirty="0"/>
              <a:t> </a:t>
            </a:r>
            <a:r>
              <a:rPr spc="-165" dirty="0"/>
              <a:t>Patient</a:t>
            </a:r>
            <a:r>
              <a:rPr spc="-250" dirty="0"/>
              <a:t> </a:t>
            </a:r>
            <a:r>
              <a:rPr spc="-85" dirty="0"/>
              <a:t>Dashboard</a:t>
            </a:r>
            <a:r>
              <a:rPr spc="-215" dirty="0"/>
              <a:t> </a:t>
            </a:r>
            <a:r>
              <a:rPr spc="600" dirty="0"/>
              <a:t>s</a:t>
            </a:r>
            <a:r>
              <a:rPr spc="-215" dirty="0"/>
              <a:t> </a:t>
            </a:r>
            <a:r>
              <a:rPr spc="-135" dirty="0"/>
              <a:t>Prescription</a:t>
            </a:r>
            <a:r>
              <a:rPr spc="-270" dirty="0"/>
              <a:t> </a:t>
            </a:r>
            <a:r>
              <a:rPr spc="-100" dirty="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74756" y="353440"/>
            <a:ext cx="6654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008F95"/>
                </a:solidFill>
                <a:latin typeface="Trebuchet MS"/>
                <a:cs typeface="Trebuchet MS"/>
              </a:rPr>
              <a:t>UI</a:t>
            </a:r>
            <a:r>
              <a:rPr sz="900" b="1" spc="-85" dirty="0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008F95"/>
                </a:solidFill>
                <a:latin typeface="Trebuchet MS"/>
                <a:cs typeface="Trebuchet MS"/>
              </a:rPr>
              <a:t>/</a:t>
            </a:r>
            <a:r>
              <a:rPr sz="900" b="1" spc="-15" dirty="0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sz="900" b="1" spc="-25" dirty="0">
                <a:solidFill>
                  <a:srgbClr val="008F95"/>
                </a:solidFill>
                <a:latin typeface="Trebuchet MS"/>
                <a:cs typeface="Trebuchet MS"/>
              </a:rPr>
              <a:t>PATIENT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4253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sz="1200" spc="-12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interface</a:t>
            </a:r>
            <a:r>
              <a:rPr sz="1200" spc="-7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screens</a:t>
            </a:r>
            <a:r>
              <a:rPr sz="1200" spc="-10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reproduced</a:t>
            </a:r>
            <a:r>
              <a:rPr sz="1200" spc="-12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5" dirty="0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sz="1200" spc="-9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sz="1200" spc="-7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sz="1200" spc="-1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sz="1200" spc="-1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report.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38126" y="1123861"/>
            <a:ext cx="5624830" cy="5224780"/>
            <a:chOff x="438126" y="1123861"/>
            <a:chExt cx="5624830" cy="52247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26" y="1123861"/>
              <a:ext cx="5624623" cy="52245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4703762" y="0"/>
                  </a:moveTo>
                  <a:lnTo>
                    <a:pt x="858837" y="0"/>
                  </a:lnTo>
                  <a:lnTo>
                    <a:pt x="810102" y="1359"/>
                  </a:lnTo>
                  <a:lnTo>
                    <a:pt x="762080" y="5388"/>
                  </a:lnTo>
                  <a:lnTo>
                    <a:pt x="714844" y="12015"/>
                  </a:lnTo>
                  <a:lnTo>
                    <a:pt x="668466" y="21168"/>
                  </a:lnTo>
                  <a:lnTo>
                    <a:pt x="623018" y="32773"/>
                  </a:lnTo>
                  <a:lnTo>
                    <a:pt x="578574" y="46759"/>
                  </a:lnTo>
                  <a:lnTo>
                    <a:pt x="535206" y="63053"/>
                  </a:lnTo>
                  <a:lnTo>
                    <a:pt x="492985" y="81582"/>
                  </a:lnTo>
                  <a:lnTo>
                    <a:pt x="451986" y="102274"/>
                  </a:lnTo>
                  <a:lnTo>
                    <a:pt x="412279" y="125057"/>
                  </a:lnTo>
                  <a:lnTo>
                    <a:pt x="373939" y="149858"/>
                  </a:lnTo>
                  <a:lnTo>
                    <a:pt x="337036" y="176604"/>
                  </a:lnTo>
                  <a:lnTo>
                    <a:pt x="301645" y="205224"/>
                  </a:lnTo>
                  <a:lnTo>
                    <a:pt x="267836" y="235644"/>
                  </a:lnTo>
                  <a:lnTo>
                    <a:pt x="235684" y="267793"/>
                  </a:lnTo>
                  <a:lnTo>
                    <a:pt x="205259" y="301598"/>
                  </a:lnTo>
                  <a:lnTo>
                    <a:pt x="176635" y="336986"/>
                  </a:lnTo>
                  <a:lnTo>
                    <a:pt x="149885" y="373885"/>
                  </a:lnTo>
                  <a:lnTo>
                    <a:pt x="125080" y="412222"/>
                  </a:lnTo>
                  <a:lnTo>
                    <a:pt x="102294" y="451926"/>
                  </a:lnTo>
                  <a:lnTo>
                    <a:pt x="81598" y="492923"/>
                  </a:lnTo>
                  <a:lnTo>
                    <a:pt x="63065" y="535141"/>
                  </a:lnTo>
                  <a:lnTo>
                    <a:pt x="46769" y="578508"/>
                  </a:lnTo>
                  <a:lnTo>
                    <a:pt x="32780" y="622951"/>
                  </a:lnTo>
                  <a:lnTo>
                    <a:pt x="21172" y="668398"/>
                  </a:lnTo>
                  <a:lnTo>
                    <a:pt x="12018" y="714776"/>
                  </a:lnTo>
                  <a:lnTo>
                    <a:pt x="5389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9" y="4390881"/>
                  </a:lnTo>
                  <a:lnTo>
                    <a:pt x="12018" y="4438117"/>
                  </a:lnTo>
                  <a:lnTo>
                    <a:pt x="21172" y="4484495"/>
                  </a:lnTo>
                  <a:lnTo>
                    <a:pt x="32780" y="4529942"/>
                  </a:lnTo>
                  <a:lnTo>
                    <a:pt x="46769" y="4574386"/>
                  </a:lnTo>
                  <a:lnTo>
                    <a:pt x="63065" y="4617755"/>
                  </a:lnTo>
                  <a:lnTo>
                    <a:pt x="81598" y="4659975"/>
                  </a:lnTo>
                  <a:lnTo>
                    <a:pt x="102294" y="4700975"/>
                  </a:lnTo>
                  <a:lnTo>
                    <a:pt x="125080" y="4740681"/>
                  </a:lnTo>
                  <a:lnTo>
                    <a:pt x="149885" y="4779022"/>
                  </a:lnTo>
                  <a:lnTo>
                    <a:pt x="176635" y="4815924"/>
                  </a:lnTo>
                  <a:lnTo>
                    <a:pt x="205259" y="4851316"/>
                  </a:lnTo>
                  <a:lnTo>
                    <a:pt x="235684" y="4885124"/>
                  </a:lnTo>
                  <a:lnTo>
                    <a:pt x="267836" y="4917277"/>
                  </a:lnTo>
                  <a:lnTo>
                    <a:pt x="301645" y="4947701"/>
                  </a:lnTo>
                  <a:lnTo>
                    <a:pt x="337036" y="4976325"/>
                  </a:lnTo>
                  <a:lnTo>
                    <a:pt x="373939" y="5003076"/>
                  </a:lnTo>
                  <a:lnTo>
                    <a:pt x="412279" y="5027880"/>
                  </a:lnTo>
                  <a:lnTo>
                    <a:pt x="451986" y="5050667"/>
                  </a:lnTo>
                  <a:lnTo>
                    <a:pt x="492985" y="5071363"/>
                  </a:lnTo>
                  <a:lnTo>
                    <a:pt x="535206" y="5089895"/>
                  </a:lnTo>
                  <a:lnTo>
                    <a:pt x="578574" y="5106192"/>
                  </a:lnTo>
                  <a:lnTo>
                    <a:pt x="623018" y="5120180"/>
                  </a:lnTo>
                  <a:lnTo>
                    <a:pt x="668466" y="5131788"/>
                  </a:lnTo>
                  <a:lnTo>
                    <a:pt x="714844" y="5140942"/>
                  </a:lnTo>
                  <a:lnTo>
                    <a:pt x="762080" y="5147571"/>
                  </a:lnTo>
                  <a:lnTo>
                    <a:pt x="810102" y="5151601"/>
                  </a:lnTo>
                  <a:lnTo>
                    <a:pt x="858837" y="5152961"/>
                  </a:lnTo>
                  <a:lnTo>
                    <a:pt x="4703762" y="5152961"/>
                  </a:lnTo>
                  <a:lnTo>
                    <a:pt x="4752500" y="5151601"/>
                  </a:lnTo>
                  <a:lnTo>
                    <a:pt x="4800524" y="5147571"/>
                  </a:lnTo>
                  <a:lnTo>
                    <a:pt x="4847764" y="5140942"/>
                  </a:lnTo>
                  <a:lnTo>
                    <a:pt x="4894144" y="5131788"/>
                  </a:lnTo>
                  <a:lnTo>
                    <a:pt x="4939595" y="5120180"/>
                  </a:lnTo>
                  <a:lnTo>
                    <a:pt x="4984042" y="5106192"/>
                  </a:lnTo>
                  <a:lnTo>
                    <a:pt x="5027413" y="5089895"/>
                  </a:lnTo>
                  <a:lnTo>
                    <a:pt x="5069637" y="5071363"/>
                  </a:lnTo>
                  <a:lnTo>
                    <a:pt x="5110639" y="5050667"/>
                  </a:lnTo>
                  <a:lnTo>
                    <a:pt x="5150348" y="5027880"/>
                  </a:lnTo>
                  <a:lnTo>
                    <a:pt x="5188692" y="5003076"/>
                  </a:lnTo>
                  <a:lnTo>
                    <a:pt x="5225597" y="4976325"/>
                  </a:lnTo>
                  <a:lnTo>
                    <a:pt x="5260992" y="4947701"/>
                  </a:lnTo>
                  <a:lnTo>
                    <a:pt x="5294803" y="4917277"/>
                  </a:lnTo>
                  <a:lnTo>
                    <a:pt x="5326958" y="4885124"/>
                  </a:lnTo>
                  <a:lnTo>
                    <a:pt x="5357385" y="4851316"/>
                  </a:lnTo>
                  <a:lnTo>
                    <a:pt x="5386011" y="4815924"/>
                  </a:lnTo>
                  <a:lnTo>
                    <a:pt x="5412764" y="4779022"/>
                  </a:lnTo>
                  <a:lnTo>
                    <a:pt x="5437571" y="4740681"/>
                  </a:lnTo>
                  <a:lnTo>
                    <a:pt x="5460359" y="4700975"/>
                  </a:lnTo>
                  <a:lnTo>
                    <a:pt x="5481057" y="4659975"/>
                  </a:lnTo>
                  <a:lnTo>
                    <a:pt x="5499591" y="4617755"/>
                  </a:lnTo>
                  <a:lnTo>
                    <a:pt x="5515889" y="4574386"/>
                  </a:lnTo>
                  <a:lnTo>
                    <a:pt x="5529879" y="4529942"/>
                  </a:lnTo>
                  <a:lnTo>
                    <a:pt x="5541488" y="4484495"/>
                  </a:lnTo>
                  <a:lnTo>
                    <a:pt x="5550643" y="4438117"/>
                  </a:lnTo>
                  <a:lnTo>
                    <a:pt x="5557273" y="4390881"/>
                  </a:lnTo>
                  <a:lnTo>
                    <a:pt x="5561303" y="4342859"/>
                  </a:lnTo>
                  <a:lnTo>
                    <a:pt x="5562663" y="4294124"/>
                  </a:lnTo>
                  <a:lnTo>
                    <a:pt x="5562663" y="858774"/>
                  </a:lnTo>
                  <a:lnTo>
                    <a:pt x="5561303" y="810036"/>
                  </a:lnTo>
                  <a:lnTo>
                    <a:pt x="5557273" y="762013"/>
                  </a:lnTo>
                  <a:lnTo>
                    <a:pt x="5550643" y="714776"/>
                  </a:lnTo>
                  <a:lnTo>
                    <a:pt x="5541488" y="668398"/>
                  </a:lnTo>
                  <a:lnTo>
                    <a:pt x="5529879" y="622951"/>
                  </a:lnTo>
                  <a:lnTo>
                    <a:pt x="5515889" y="578508"/>
                  </a:lnTo>
                  <a:lnTo>
                    <a:pt x="5499591" y="535141"/>
                  </a:lnTo>
                  <a:lnTo>
                    <a:pt x="5481057" y="492923"/>
                  </a:lnTo>
                  <a:lnTo>
                    <a:pt x="5460359" y="451926"/>
                  </a:lnTo>
                  <a:lnTo>
                    <a:pt x="5437571" y="412222"/>
                  </a:lnTo>
                  <a:lnTo>
                    <a:pt x="5412764" y="373885"/>
                  </a:lnTo>
                  <a:lnTo>
                    <a:pt x="5386011" y="336986"/>
                  </a:lnTo>
                  <a:lnTo>
                    <a:pt x="5357385" y="301598"/>
                  </a:lnTo>
                  <a:lnTo>
                    <a:pt x="5326958" y="267793"/>
                  </a:lnTo>
                  <a:lnTo>
                    <a:pt x="5294803" y="235644"/>
                  </a:lnTo>
                  <a:lnTo>
                    <a:pt x="5260992" y="205224"/>
                  </a:lnTo>
                  <a:lnTo>
                    <a:pt x="5225597" y="176604"/>
                  </a:lnTo>
                  <a:lnTo>
                    <a:pt x="5188692" y="149858"/>
                  </a:lnTo>
                  <a:lnTo>
                    <a:pt x="5150348" y="125057"/>
                  </a:lnTo>
                  <a:lnTo>
                    <a:pt x="5110639" y="102274"/>
                  </a:lnTo>
                  <a:lnTo>
                    <a:pt x="5069637" y="81582"/>
                  </a:lnTo>
                  <a:lnTo>
                    <a:pt x="5027413" y="63053"/>
                  </a:lnTo>
                  <a:lnTo>
                    <a:pt x="4984042" y="46759"/>
                  </a:lnTo>
                  <a:lnTo>
                    <a:pt x="4939595" y="32773"/>
                  </a:lnTo>
                  <a:lnTo>
                    <a:pt x="4894144" y="21168"/>
                  </a:lnTo>
                  <a:lnTo>
                    <a:pt x="4847764" y="12015"/>
                  </a:lnTo>
                  <a:lnTo>
                    <a:pt x="4800524" y="5388"/>
                  </a:lnTo>
                  <a:lnTo>
                    <a:pt x="4752500" y="1359"/>
                  </a:lnTo>
                  <a:lnTo>
                    <a:pt x="4703762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9" y="762013"/>
                  </a:lnTo>
                  <a:lnTo>
                    <a:pt x="12018" y="714776"/>
                  </a:lnTo>
                  <a:lnTo>
                    <a:pt x="21172" y="668398"/>
                  </a:lnTo>
                  <a:lnTo>
                    <a:pt x="32780" y="622951"/>
                  </a:lnTo>
                  <a:lnTo>
                    <a:pt x="46769" y="578508"/>
                  </a:lnTo>
                  <a:lnTo>
                    <a:pt x="63065" y="535141"/>
                  </a:lnTo>
                  <a:lnTo>
                    <a:pt x="81598" y="492923"/>
                  </a:lnTo>
                  <a:lnTo>
                    <a:pt x="102294" y="451926"/>
                  </a:lnTo>
                  <a:lnTo>
                    <a:pt x="125080" y="412222"/>
                  </a:lnTo>
                  <a:lnTo>
                    <a:pt x="149885" y="373885"/>
                  </a:lnTo>
                  <a:lnTo>
                    <a:pt x="176635" y="336986"/>
                  </a:lnTo>
                  <a:lnTo>
                    <a:pt x="205259" y="301598"/>
                  </a:lnTo>
                  <a:lnTo>
                    <a:pt x="235684" y="267793"/>
                  </a:lnTo>
                  <a:lnTo>
                    <a:pt x="267836" y="235644"/>
                  </a:lnTo>
                  <a:lnTo>
                    <a:pt x="301645" y="205224"/>
                  </a:lnTo>
                  <a:lnTo>
                    <a:pt x="337036" y="176604"/>
                  </a:lnTo>
                  <a:lnTo>
                    <a:pt x="373939" y="149858"/>
                  </a:lnTo>
                  <a:lnTo>
                    <a:pt x="412279" y="125057"/>
                  </a:lnTo>
                  <a:lnTo>
                    <a:pt x="451986" y="102274"/>
                  </a:lnTo>
                  <a:lnTo>
                    <a:pt x="492985" y="81582"/>
                  </a:lnTo>
                  <a:lnTo>
                    <a:pt x="535206" y="63053"/>
                  </a:lnTo>
                  <a:lnTo>
                    <a:pt x="578574" y="46759"/>
                  </a:lnTo>
                  <a:lnTo>
                    <a:pt x="623018" y="32773"/>
                  </a:lnTo>
                  <a:lnTo>
                    <a:pt x="668466" y="21168"/>
                  </a:lnTo>
                  <a:lnTo>
                    <a:pt x="714844" y="12015"/>
                  </a:lnTo>
                  <a:lnTo>
                    <a:pt x="762080" y="5388"/>
                  </a:lnTo>
                  <a:lnTo>
                    <a:pt x="810102" y="1359"/>
                  </a:lnTo>
                  <a:lnTo>
                    <a:pt x="858837" y="0"/>
                  </a:lnTo>
                  <a:lnTo>
                    <a:pt x="4703762" y="0"/>
                  </a:lnTo>
                  <a:lnTo>
                    <a:pt x="4752500" y="1359"/>
                  </a:lnTo>
                  <a:lnTo>
                    <a:pt x="4800524" y="5388"/>
                  </a:lnTo>
                  <a:lnTo>
                    <a:pt x="4847764" y="12015"/>
                  </a:lnTo>
                  <a:lnTo>
                    <a:pt x="4894144" y="21168"/>
                  </a:lnTo>
                  <a:lnTo>
                    <a:pt x="4939595" y="32773"/>
                  </a:lnTo>
                  <a:lnTo>
                    <a:pt x="4984042" y="46759"/>
                  </a:lnTo>
                  <a:lnTo>
                    <a:pt x="5027413" y="63053"/>
                  </a:lnTo>
                  <a:lnTo>
                    <a:pt x="5069637" y="81582"/>
                  </a:lnTo>
                  <a:lnTo>
                    <a:pt x="5110639" y="102274"/>
                  </a:lnTo>
                  <a:lnTo>
                    <a:pt x="5150348" y="125057"/>
                  </a:lnTo>
                  <a:lnTo>
                    <a:pt x="5188692" y="149858"/>
                  </a:lnTo>
                  <a:lnTo>
                    <a:pt x="5225597" y="176604"/>
                  </a:lnTo>
                  <a:lnTo>
                    <a:pt x="5260992" y="205224"/>
                  </a:lnTo>
                  <a:lnTo>
                    <a:pt x="5294803" y="235644"/>
                  </a:lnTo>
                  <a:lnTo>
                    <a:pt x="5326958" y="267793"/>
                  </a:lnTo>
                  <a:lnTo>
                    <a:pt x="5357385" y="301598"/>
                  </a:lnTo>
                  <a:lnTo>
                    <a:pt x="5386011" y="336986"/>
                  </a:lnTo>
                  <a:lnTo>
                    <a:pt x="5412764" y="373885"/>
                  </a:lnTo>
                  <a:lnTo>
                    <a:pt x="5437571" y="412222"/>
                  </a:lnTo>
                  <a:lnTo>
                    <a:pt x="5460359" y="451926"/>
                  </a:lnTo>
                  <a:lnTo>
                    <a:pt x="5481057" y="492923"/>
                  </a:lnTo>
                  <a:lnTo>
                    <a:pt x="5499591" y="535141"/>
                  </a:lnTo>
                  <a:lnTo>
                    <a:pt x="5515889" y="578508"/>
                  </a:lnTo>
                  <a:lnTo>
                    <a:pt x="5529879" y="622951"/>
                  </a:lnTo>
                  <a:lnTo>
                    <a:pt x="5541488" y="668398"/>
                  </a:lnTo>
                  <a:lnTo>
                    <a:pt x="5550643" y="714776"/>
                  </a:lnTo>
                  <a:lnTo>
                    <a:pt x="5557273" y="762013"/>
                  </a:lnTo>
                  <a:lnTo>
                    <a:pt x="5561303" y="810036"/>
                  </a:lnTo>
                  <a:lnTo>
                    <a:pt x="5562663" y="858774"/>
                  </a:lnTo>
                  <a:lnTo>
                    <a:pt x="5562663" y="4294124"/>
                  </a:lnTo>
                  <a:lnTo>
                    <a:pt x="5561303" y="4342859"/>
                  </a:lnTo>
                  <a:lnTo>
                    <a:pt x="5557273" y="4390881"/>
                  </a:lnTo>
                  <a:lnTo>
                    <a:pt x="5550643" y="4438117"/>
                  </a:lnTo>
                  <a:lnTo>
                    <a:pt x="5541488" y="4484495"/>
                  </a:lnTo>
                  <a:lnTo>
                    <a:pt x="5529879" y="4529942"/>
                  </a:lnTo>
                  <a:lnTo>
                    <a:pt x="5515889" y="4574386"/>
                  </a:lnTo>
                  <a:lnTo>
                    <a:pt x="5499591" y="4617755"/>
                  </a:lnTo>
                  <a:lnTo>
                    <a:pt x="5481057" y="4659975"/>
                  </a:lnTo>
                  <a:lnTo>
                    <a:pt x="5460359" y="4700975"/>
                  </a:lnTo>
                  <a:lnTo>
                    <a:pt x="5437571" y="4740681"/>
                  </a:lnTo>
                  <a:lnTo>
                    <a:pt x="5412764" y="4779022"/>
                  </a:lnTo>
                  <a:lnTo>
                    <a:pt x="5386011" y="4815924"/>
                  </a:lnTo>
                  <a:lnTo>
                    <a:pt x="5357385" y="4851316"/>
                  </a:lnTo>
                  <a:lnTo>
                    <a:pt x="5326958" y="4885124"/>
                  </a:lnTo>
                  <a:lnTo>
                    <a:pt x="5294803" y="4917277"/>
                  </a:lnTo>
                  <a:lnTo>
                    <a:pt x="5260992" y="4947701"/>
                  </a:lnTo>
                  <a:lnTo>
                    <a:pt x="5225597" y="4976325"/>
                  </a:lnTo>
                  <a:lnTo>
                    <a:pt x="5188692" y="5003076"/>
                  </a:lnTo>
                  <a:lnTo>
                    <a:pt x="5150348" y="5027880"/>
                  </a:lnTo>
                  <a:lnTo>
                    <a:pt x="5110639" y="5050667"/>
                  </a:lnTo>
                  <a:lnTo>
                    <a:pt x="5069637" y="5071363"/>
                  </a:lnTo>
                  <a:lnTo>
                    <a:pt x="5027413" y="5089895"/>
                  </a:lnTo>
                  <a:lnTo>
                    <a:pt x="4984042" y="5106192"/>
                  </a:lnTo>
                  <a:lnTo>
                    <a:pt x="4939595" y="5120180"/>
                  </a:lnTo>
                  <a:lnTo>
                    <a:pt x="4894144" y="5131788"/>
                  </a:lnTo>
                  <a:lnTo>
                    <a:pt x="4847764" y="5140942"/>
                  </a:lnTo>
                  <a:lnTo>
                    <a:pt x="4800524" y="5147571"/>
                  </a:lnTo>
                  <a:lnTo>
                    <a:pt x="4752500" y="5151601"/>
                  </a:lnTo>
                  <a:lnTo>
                    <a:pt x="4703762" y="5152961"/>
                  </a:lnTo>
                  <a:lnTo>
                    <a:pt x="858837" y="5152961"/>
                  </a:lnTo>
                  <a:lnTo>
                    <a:pt x="810102" y="5151601"/>
                  </a:lnTo>
                  <a:lnTo>
                    <a:pt x="762080" y="5147571"/>
                  </a:lnTo>
                  <a:lnTo>
                    <a:pt x="714844" y="5140942"/>
                  </a:lnTo>
                  <a:lnTo>
                    <a:pt x="668466" y="5131788"/>
                  </a:lnTo>
                  <a:lnTo>
                    <a:pt x="623018" y="5120180"/>
                  </a:lnTo>
                  <a:lnTo>
                    <a:pt x="578574" y="5106192"/>
                  </a:lnTo>
                  <a:lnTo>
                    <a:pt x="535206" y="5089895"/>
                  </a:lnTo>
                  <a:lnTo>
                    <a:pt x="492985" y="5071363"/>
                  </a:lnTo>
                  <a:lnTo>
                    <a:pt x="451986" y="5050667"/>
                  </a:lnTo>
                  <a:lnTo>
                    <a:pt x="412279" y="5027880"/>
                  </a:lnTo>
                  <a:lnTo>
                    <a:pt x="373939" y="5003076"/>
                  </a:lnTo>
                  <a:lnTo>
                    <a:pt x="337036" y="4976325"/>
                  </a:lnTo>
                  <a:lnTo>
                    <a:pt x="301645" y="4947701"/>
                  </a:lnTo>
                  <a:lnTo>
                    <a:pt x="267836" y="4917277"/>
                  </a:lnTo>
                  <a:lnTo>
                    <a:pt x="235684" y="4885124"/>
                  </a:lnTo>
                  <a:lnTo>
                    <a:pt x="205259" y="4851316"/>
                  </a:lnTo>
                  <a:lnTo>
                    <a:pt x="176635" y="4815924"/>
                  </a:lnTo>
                  <a:lnTo>
                    <a:pt x="149885" y="4779022"/>
                  </a:lnTo>
                  <a:lnTo>
                    <a:pt x="125080" y="4740681"/>
                  </a:lnTo>
                  <a:lnTo>
                    <a:pt x="102294" y="4700975"/>
                  </a:lnTo>
                  <a:lnTo>
                    <a:pt x="81598" y="4659975"/>
                  </a:lnTo>
                  <a:lnTo>
                    <a:pt x="63065" y="4617755"/>
                  </a:lnTo>
                  <a:lnTo>
                    <a:pt x="46769" y="4574386"/>
                  </a:lnTo>
                  <a:lnTo>
                    <a:pt x="32780" y="4529942"/>
                  </a:lnTo>
                  <a:lnTo>
                    <a:pt x="21172" y="4484495"/>
                  </a:lnTo>
                  <a:lnTo>
                    <a:pt x="12018" y="4438117"/>
                  </a:lnTo>
                  <a:lnTo>
                    <a:pt x="5389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 descr="page_37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3025" y="1171574"/>
              <a:ext cx="3800475" cy="507682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34076" y="1123861"/>
            <a:ext cx="5624830" cy="5224780"/>
            <a:chOff x="6134076" y="1123861"/>
            <a:chExt cx="5624830" cy="522478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076" y="1123861"/>
              <a:ext cx="5624623" cy="52245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4703699" y="0"/>
                  </a:moveTo>
                  <a:lnTo>
                    <a:pt x="858774" y="0"/>
                  </a:lnTo>
                  <a:lnTo>
                    <a:pt x="810036" y="1359"/>
                  </a:lnTo>
                  <a:lnTo>
                    <a:pt x="762013" y="5388"/>
                  </a:lnTo>
                  <a:lnTo>
                    <a:pt x="714776" y="12015"/>
                  </a:lnTo>
                  <a:lnTo>
                    <a:pt x="668398" y="21168"/>
                  </a:lnTo>
                  <a:lnTo>
                    <a:pt x="622951" y="32773"/>
                  </a:lnTo>
                  <a:lnTo>
                    <a:pt x="578508" y="46759"/>
                  </a:lnTo>
                  <a:lnTo>
                    <a:pt x="535141" y="63053"/>
                  </a:lnTo>
                  <a:lnTo>
                    <a:pt x="492923" y="81582"/>
                  </a:lnTo>
                  <a:lnTo>
                    <a:pt x="451926" y="102274"/>
                  </a:lnTo>
                  <a:lnTo>
                    <a:pt x="412222" y="125057"/>
                  </a:lnTo>
                  <a:lnTo>
                    <a:pt x="373885" y="149858"/>
                  </a:lnTo>
                  <a:lnTo>
                    <a:pt x="336986" y="176604"/>
                  </a:lnTo>
                  <a:lnTo>
                    <a:pt x="301598" y="205224"/>
                  </a:lnTo>
                  <a:lnTo>
                    <a:pt x="267793" y="235644"/>
                  </a:lnTo>
                  <a:lnTo>
                    <a:pt x="235644" y="267793"/>
                  </a:lnTo>
                  <a:lnTo>
                    <a:pt x="205224" y="301598"/>
                  </a:lnTo>
                  <a:lnTo>
                    <a:pt x="176604" y="336986"/>
                  </a:lnTo>
                  <a:lnTo>
                    <a:pt x="149858" y="373885"/>
                  </a:lnTo>
                  <a:lnTo>
                    <a:pt x="125057" y="412222"/>
                  </a:lnTo>
                  <a:lnTo>
                    <a:pt x="102274" y="451926"/>
                  </a:lnTo>
                  <a:lnTo>
                    <a:pt x="81582" y="492923"/>
                  </a:lnTo>
                  <a:lnTo>
                    <a:pt x="63053" y="535141"/>
                  </a:lnTo>
                  <a:lnTo>
                    <a:pt x="46759" y="578508"/>
                  </a:lnTo>
                  <a:lnTo>
                    <a:pt x="32773" y="622951"/>
                  </a:lnTo>
                  <a:lnTo>
                    <a:pt x="21168" y="668398"/>
                  </a:lnTo>
                  <a:lnTo>
                    <a:pt x="12015" y="714776"/>
                  </a:lnTo>
                  <a:lnTo>
                    <a:pt x="5388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8" y="4390881"/>
                  </a:lnTo>
                  <a:lnTo>
                    <a:pt x="12015" y="4438117"/>
                  </a:lnTo>
                  <a:lnTo>
                    <a:pt x="21168" y="4484495"/>
                  </a:lnTo>
                  <a:lnTo>
                    <a:pt x="32773" y="4529942"/>
                  </a:lnTo>
                  <a:lnTo>
                    <a:pt x="46759" y="4574386"/>
                  </a:lnTo>
                  <a:lnTo>
                    <a:pt x="63053" y="4617755"/>
                  </a:lnTo>
                  <a:lnTo>
                    <a:pt x="81582" y="4659975"/>
                  </a:lnTo>
                  <a:lnTo>
                    <a:pt x="102274" y="4700975"/>
                  </a:lnTo>
                  <a:lnTo>
                    <a:pt x="125057" y="4740681"/>
                  </a:lnTo>
                  <a:lnTo>
                    <a:pt x="149858" y="4779022"/>
                  </a:lnTo>
                  <a:lnTo>
                    <a:pt x="176604" y="4815924"/>
                  </a:lnTo>
                  <a:lnTo>
                    <a:pt x="205224" y="4851316"/>
                  </a:lnTo>
                  <a:lnTo>
                    <a:pt x="235644" y="4885124"/>
                  </a:lnTo>
                  <a:lnTo>
                    <a:pt x="267793" y="4917277"/>
                  </a:lnTo>
                  <a:lnTo>
                    <a:pt x="301598" y="4947701"/>
                  </a:lnTo>
                  <a:lnTo>
                    <a:pt x="336986" y="4976325"/>
                  </a:lnTo>
                  <a:lnTo>
                    <a:pt x="373885" y="5003076"/>
                  </a:lnTo>
                  <a:lnTo>
                    <a:pt x="412222" y="5027880"/>
                  </a:lnTo>
                  <a:lnTo>
                    <a:pt x="451926" y="5050667"/>
                  </a:lnTo>
                  <a:lnTo>
                    <a:pt x="492923" y="5071363"/>
                  </a:lnTo>
                  <a:lnTo>
                    <a:pt x="535141" y="5089895"/>
                  </a:lnTo>
                  <a:lnTo>
                    <a:pt x="578508" y="5106192"/>
                  </a:lnTo>
                  <a:lnTo>
                    <a:pt x="622951" y="5120180"/>
                  </a:lnTo>
                  <a:lnTo>
                    <a:pt x="668398" y="5131788"/>
                  </a:lnTo>
                  <a:lnTo>
                    <a:pt x="714776" y="5140942"/>
                  </a:lnTo>
                  <a:lnTo>
                    <a:pt x="762013" y="5147571"/>
                  </a:lnTo>
                  <a:lnTo>
                    <a:pt x="810036" y="5151601"/>
                  </a:lnTo>
                  <a:lnTo>
                    <a:pt x="858774" y="5152961"/>
                  </a:lnTo>
                  <a:lnTo>
                    <a:pt x="4703699" y="5152961"/>
                  </a:lnTo>
                  <a:lnTo>
                    <a:pt x="4752436" y="5151601"/>
                  </a:lnTo>
                  <a:lnTo>
                    <a:pt x="4800461" y="5147571"/>
                  </a:lnTo>
                  <a:lnTo>
                    <a:pt x="4847700" y="5140942"/>
                  </a:lnTo>
                  <a:lnTo>
                    <a:pt x="4894081" y="5131788"/>
                  </a:lnTo>
                  <a:lnTo>
                    <a:pt x="4939531" y="5120180"/>
                  </a:lnTo>
                  <a:lnTo>
                    <a:pt x="4983978" y="5106192"/>
                  </a:lnTo>
                  <a:lnTo>
                    <a:pt x="5027350" y="5089895"/>
                  </a:lnTo>
                  <a:lnTo>
                    <a:pt x="5069573" y="5071363"/>
                  </a:lnTo>
                  <a:lnTo>
                    <a:pt x="5110576" y="5050667"/>
                  </a:lnTo>
                  <a:lnTo>
                    <a:pt x="5150285" y="5027880"/>
                  </a:lnTo>
                  <a:lnTo>
                    <a:pt x="5188628" y="5003076"/>
                  </a:lnTo>
                  <a:lnTo>
                    <a:pt x="5225534" y="4976325"/>
                  </a:lnTo>
                  <a:lnTo>
                    <a:pt x="5260928" y="4947701"/>
                  </a:lnTo>
                  <a:lnTo>
                    <a:pt x="5294739" y="4917277"/>
                  </a:lnTo>
                  <a:lnTo>
                    <a:pt x="5326895" y="4885124"/>
                  </a:lnTo>
                  <a:lnTo>
                    <a:pt x="5357322" y="4851316"/>
                  </a:lnTo>
                  <a:lnTo>
                    <a:pt x="5385948" y="4815924"/>
                  </a:lnTo>
                  <a:lnTo>
                    <a:pt x="5412701" y="4779022"/>
                  </a:lnTo>
                  <a:lnTo>
                    <a:pt x="5437507" y="4740681"/>
                  </a:lnTo>
                  <a:lnTo>
                    <a:pt x="5460296" y="4700975"/>
                  </a:lnTo>
                  <a:lnTo>
                    <a:pt x="5480994" y="4659975"/>
                  </a:lnTo>
                  <a:lnTo>
                    <a:pt x="5499528" y="4617755"/>
                  </a:lnTo>
                  <a:lnTo>
                    <a:pt x="5515826" y="4574386"/>
                  </a:lnTo>
                  <a:lnTo>
                    <a:pt x="5529816" y="4529942"/>
                  </a:lnTo>
                  <a:lnTo>
                    <a:pt x="5541425" y="4484495"/>
                  </a:lnTo>
                  <a:lnTo>
                    <a:pt x="5550580" y="4438117"/>
                  </a:lnTo>
                  <a:lnTo>
                    <a:pt x="5557209" y="4390881"/>
                  </a:lnTo>
                  <a:lnTo>
                    <a:pt x="5561240" y="4342859"/>
                  </a:lnTo>
                  <a:lnTo>
                    <a:pt x="5562600" y="4294124"/>
                  </a:lnTo>
                  <a:lnTo>
                    <a:pt x="5562600" y="858774"/>
                  </a:lnTo>
                  <a:lnTo>
                    <a:pt x="5561240" y="810036"/>
                  </a:lnTo>
                  <a:lnTo>
                    <a:pt x="5557209" y="762013"/>
                  </a:lnTo>
                  <a:lnTo>
                    <a:pt x="5550580" y="714776"/>
                  </a:lnTo>
                  <a:lnTo>
                    <a:pt x="5541425" y="668398"/>
                  </a:lnTo>
                  <a:lnTo>
                    <a:pt x="5529816" y="622951"/>
                  </a:lnTo>
                  <a:lnTo>
                    <a:pt x="5515826" y="578508"/>
                  </a:lnTo>
                  <a:lnTo>
                    <a:pt x="5499528" y="535141"/>
                  </a:lnTo>
                  <a:lnTo>
                    <a:pt x="5480994" y="492923"/>
                  </a:lnTo>
                  <a:lnTo>
                    <a:pt x="5460296" y="451926"/>
                  </a:lnTo>
                  <a:lnTo>
                    <a:pt x="5437507" y="412222"/>
                  </a:lnTo>
                  <a:lnTo>
                    <a:pt x="5412701" y="373885"/>
                  </a:lnTo>
                  <a:lnTo>
                    <a:pt x="5385948" y="336986"/>
                  </a:lnTo>
                  <a:lnTo>
                    <a:pt x="5357322" y="301598"/>
                  </a:lnTo>
                  <a:lnTo>
                    <a:pt x="5326895" y="267793"/>
                  </a:lnTo>
                  <a:lnTo>
                    <a:pt x="5294739" y="235644"/>
                  </a:lnTo>
                  <a:lnTo>
                    <a:pt x="5260928" y="205224"/>
                  </a:lnTo>
                  <a:lnTo>
                    <a:pt x="5225534" y="176604"/>
                  </a:lnTo>
                  <a:lnTo>
                    <a:pt x="5188628" y="149858"/>
                  </a:lnTo>
                  <a:lnTo>
                    <a:pt x="5150285" y="125057"/>
                  </a:lnTo>
                  <a:lnTo>
                    <a:pt x="5110576" y="102274"/>
                  </a:lnTo>
                  <a:lnTo>
                    <a:pt x="5069573" y="81582"/>
                  </a:lnTo>
                  <a:lnTo>
                    <a:pt x="5027350" y="63053"/>
                  </a:lnTo>
                  <a:lnTo>
                    <a:pt x="4983978" y="46759"/>
                  </a:lnTo>
                  <a:lnTo>
                    <a:pt x="4939531" y="32773"/>
                  </a:lnTo>
                  <a:lnTo>
                    <a:pt x="4894081" y="21168"/>
                  </a:lnTo>
                  <a:lnTo>
                    <a:pt x="4847700" y="12015"/>
                  </a:lnTo>
                  <a:lnTo>
                    <a:pt x="4800461" y="5388"/>
                  </a:lnTo>
                  <a:lnTo>
                    <a:pt x="4752436" y="1359"/>
                  </a:lnTo>
                  <a:lnTo>
                    <a:pt x="4703699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8" y="762013"/>
                  </a:lnTo>
                  <a:lnTo>
                    <a:pt x="12015" y="714776"/>
                  </a:lnTo>
                  <a:lnTo>
                    <a:pt x="21168" y="668398"/>
                  </a:lnTo>
                  <a:lnTo>
                    <a:pt x="32773" y="622951"/>
                  </a:lnTo>
                  <a:lnTo>
                    <a:pt x="46759" y="578508"/>
                  </a:lnTo>
                  <a:lnTo>
                    <a:pt x="63053" y="535141"/>
                  </a:lnTo>
                  <a:lnTo>
                    <a:pt x="81582" y="492923"/>
                  </a:lnTo>
                  <a:lnTo>
                    <a:pt x="102274" y="451926"/>
                  </a:lnTo>
                  <a:lnTo>
                    <a:pt x="125057" y="412222"/>
                  </a:lnTo>
                  <a:lnTo>
                    <a:pt x="149858" y="373885"/>
                  </a:lnTo>
                  <a:lnTo>
                    <a:pt x="176604" y="336986"/>
                  </a:lnTo>
                  <a:lnTo>
                    <a:pt x="205224" y="301598"/>
                  </a:lnTo>
                  <a:lnTo>
                    <a:pt x="235644" y="267793"/>
                  </a:lnTo>
                  <a:lnTo>
                    <a:pt x="267793" y="235644"/>
                  </a:lnTo>
                  <a:lnTo>
                    <a:pt x="301598" y="205224"/>
                  </a:lnTo>
                  <a:lnTo>
                    <a:pt x="336986" y="176604"/>
                  </a:lnTo>
                  <a:lnTo>
                    <a:pt x="373885" y="149858"/>
                  </a:lnTo>
                  <a:lnTo>
                    <a:pt x="412222" y="125057"/>
                  </a:lnTo>
                  <a:lnTo>
                    <a:pt x="451926" y="102274"/>
                  </a:lnTo>
                  <a:lnTo>
                    <a:pt x="492923" y="81582"/>
                  </a:lnTo>
                  <a:lnTo>
                    <a:pt x="535141" y="63053"/>
                  </a:lnTo>
                  <a:lnTo>
                    <a:pt x="578508" y="46759"/>
                  </a:lnTo>
                  <a:lnTo>
                    <a:pt x="622951" y="32773"/>
                  </a:lnTo>
                  <a:lnTo>
                    <a:pt x="668398" y="21168"/>
                  </a:lnTo>
                  <a:lnTo>
                    <a:pt x="714776" y="12015"/>
                  </a:lnTo>
                  <a:lnTo>
                    <a:pt x="762013" y="5388"/>
                  </a:lnTo>
                  <a:lnTo>
                    <a:pt x="810036" y="1359"/>
                  </a:lnTo>
                  <a:lnTo>
                    <a:pt x="858774" y="0"/>
                  </a:lnTo>
                  <a:lnTo>
                    <a:pt x="4703699" y="0"/>
                  </a:lnTo>
                  <a:lnTo>
                    <a:pt x="4752436" y="1359"/>
                  </a:lnTo>
                  <a:lnTo>
                    <a:pt x="4800461" y="5388"/>
                  </a:lnTo>
                  <a:lnTo>
                    <a:pt x="4847700" y="12015"/>
                  </a:lnTo>
                  <a:lnTo>
                    <a:pt x="4894081" y="21168"/>
                  </a:lnTo>
                  <a:lnTo>
                    <a:pt x="4939531" y="32773"/>
                  </a:lnTo>
                  <a:lnTo>
                    <a:pt x="4983978" y="46759"/>
                  </a:lnTo>
                  <a:lnTo>
                    <a:pt x="5027350" y="63053"/>
                  </a:lnTo>
                  <a:lnTo>
                    <a:pt x="5069573" y="81582"/>
                  </a:lnTo>
                  <a:lnTo>
                    <a:pt x="5110576" y="102274"/>
                  </a:lnTo>
                  <a:lnTo>
                    <a:pt x="5150285" y="125057"/>
                  </a:lnTo>
                  <a:lnTo>
                    <a:pt x="5188628" y="149858"/>
                  </a:lnTo>
                  <a:lnTo>
                    <a:pt x="5225534" y="176604"/>
                  </a:lnTo>
                  <a:lnTo>
                    <a:pt x="5260928" y="205224"/>
                  </a:lnTo>
                  <a:lnTo>
                    <a:pt x="5294739" y="235644"/>
                  </a:lnTo>
                  <a:lnTo>
                    <a:pt x="5326895" y="267793"/>
                  </a:lnTo>
                  <a:lnTo>
                    <a:pt x="5357322" y="301598"/>
                  </a:lnTo>
                  <a:lnTo>
                    <a:pt x="5385948" y="336986"/>
                  </a:lnTo>
                  <a:lnTo>
                    <a:pt x="5412701" y="373885"/>
                  </a:lnTo>
                  <a:lnTo>
                    <a:pt x="5437507" y="412222"/>
                  </a:lnTo>
                  <a:lnTo>
                    <a:pt x="5460296" y="451926"/>
                  </a:lnTo>
                  <a:lnTo>
                    <a:pt x="5480994" y="492923"/>
                  </a:lnTo>
                  <a:lnTo>
                    <a:pt x="5499528" y="535141"/>
                  </a:lnTo>
                  <a:lnTo>
                    <a:pt x="5515826" y="578508"/>
                  </a:lnTo>
                  <a:lnTo>
                    <a:pt x="5529816" y="622951"/>
                  </a:lnTo>
                  <a:lnTo>
                    <a:pt x="5541425" y="668398"/>
                  </a:lnTo>
                  <a:lnTo>
                    <a:pt x="5550580" y="714776"/>
                  </a:lnTo>
                  <a:lnTo>
                    <a:pt x="5557209" y="762013"/>
                  </a:lnTo>
                  <a:lnTo>
                    <a:pt x="5561240" y="810036"/>
                  </a:lnTo>
                  <a:lnTo>
                    <a:pt x="5562600" y="858774"/>
                  </a:lnTo>
                  <a:lnTo>
                    <a:pt x="5562600" y="4294124"/>
                  </a:lnTo>
                  <a:lnTo>
                    <a:pt x="5561240" y="4342859"/>
                  </a:lnTo>
                  <a:lnTo>
                    <a:pt x="5557209" y="4390881"/>
                  </a:lnTo>
                  <a:lnTo>
                    <a:pt x="5550580" y="4438117"/>
                  </a:lnTo>
                  <a:lnTo>
                    <a:pt x="5541425" y="4484495"/>
                  </a:lnTo>
                  <a:lnTo>
                    <a:pt x="5529816" y="4529942"/>
                  </a:lnTo>
                  <a:lnTo>
                    <a:pt x="5515826" y="4574386"/>
                  </a:lnTo>
                  <a:lnTo>
                    <a:pt x="5499528" y="4617755"/>
                  </a:lnTo>
                  <a:lnTo>
                    <a:pt x="5480994" y="4659975"/>
                  </a:lnTo>
                  <a:lnTo>
                    <a:pt x="5460296" y="4700975"/>
                  </a:lnTo>
                  <a:lnTo>
                    <a:pt x="5437507" y="4740681"/>
                  </a:lnTo>
                  <a:lnTo>
                    <a:pt x="5412701" y="4779022"/>
                  </a:lnTo>
                  <a:lnTo>
                    <a:pt x="5385948" y="4815924"/>
                  </a:lnTo>
                  <a:lnTo>
                    <a:pt x="5357322" y="4851316"/>
                  </a:lnTo>
                  <a:lnTo>
                    <a:pt x="5326895" y="4885124"/>
                  </a:lnTo>
                  <a:lnTo>
                    <a:pt x="5294739" y="4917277"/>
                  </a:lnTo>
                  <a:lnTo>
                    <a:pt x="5260928" y="4947701"/>
                  </a:lnTo>
                  <a:lnTo>
                    <a:pt x="5225534" y="4976325"/>
                  </a:lnTo>
                  <a:lnTo>
                    <a:pt x="5188628" y="5003076"/>
                  </a:lnTo>
                  <a:lnTo>
                    <a:pt x="5150285" y="5027880"/>
                  </a:lnTo>
                  <a:lnTo>
                    <a:pt x="5110576" y="5050667"/>
                  </a:lnTo>
                  <a:lnTo>
                    <a:pt x="5069573" y="5071363"/>
                  </a:lnTo>
                  <a:lnTo>
                    <a:pt x="5027350" y="5089895"/>
                  </a:lnTo>
                  <a:lnTo>
                    <a:pt x="4983978" y="5106192"/>
                  </a:lnTo>
                  <a:lnTo>
                    <a:pt x="4939531" y="5120180"/>
                  </a:lnTo>
                  <a:lnTo>
                    <a:pt x="4894081" y="5131788"/>
                  </a:lnTo>
                  <a:lnTo>
                    <a:pt x="4847700" y="5140942"/>
                  </a:lnTo>
                  <a:lnTo>
                    <a:pt x="4800461" y="5147571"/>
                  </a:lnTo>
                  <a:lnTo>
                    <a:pt x="4752436" y="5151601"/>
                  </a:lnTo>
                  <a:lnTo>
                    <a:pt x="4703699" y="5152961"/>
                  </a:lnTo>
                  <a:lnTo>
                    <a:pt x="858774" y="5152961"/>
                  </a:lnTo>
                  <a:lnTo>
                    <a:pt x="810036" y="5151601"/>
                  </a:lnTo>
                  <a:lnTo>
                    <a:pt x="762013" y="5147571"/>
                  </a:lnTo>
                  <a:lnTo>
                    <a:pt x="714776" y="5140942"/>
                  </a:lnTo>
                  <a:lnTo>
                    <a:pt x="668398" y="5131788"/>
                  </a:lnTo>
                  <a:lnTo>
                    <a:pt x="622951" y="5120180"/>
                  </a:lnTo>
                  <a:lnTo>
                    <a:pt x="578508" y="5106192"/>
                  </a:lnTo>
                  <a:lnTo>
                    <a:pt x="535141" y="5089895"/>
                  </a:lnTo>
                  <a:lnTo>
                    <a:pt x="492923" y="5071363"/>
                  </a:lnTo>
                  <a:lnTo>
                    <a:pt x="451926" y="5050667"/>
                  </a:lnTo>
                  <a:lnTo>
                    <a:pt x="412222" y="5027880"/>
                  </a:lnTo>
                  <a:lnTo>
                    <a:pt x="373885" y="5003076"/>
                  </a:lnTo>
                  <a:lnTo>
                    <a:pt x="336986" y="4976325"/>
                  </a:lnTo>
                  <a:lnTo>
                    <a:pt x="301598" y="4947701"/>
                  </a:lnTo>
                  <a:lnTo>
                    <a:pt x="267793" y="4917277"/>
                  </a:lnTo>
                  <a:lnTo>
                    <a:pt x="235644" y="4885124"/>
                  </a:lnTo>
                  <a:lnTo>
                    <a:pt x="205224" y="4851316"/>
                  </a:lnTo>
                  <a:lnTo>
                    <a:pt x="176604" y="4815924"/>
                  </a:lnTo>
                  <a:lnTo>
                    <a:pt x="149858" y="4779022"/>
                  </a:lnTo>
                  <a:lnTo>
                    <a:pt x="125057" y="4740681"/>
                  </a:lnTo>
                  <a:lnTo>
                    <a:pt x="102274" y="4700975"/>
                  </a:lnTo>
                  <a:lnTo>
                    <a:pt x="81582" y="4659975"/>
                  </a:lnTo>
                  <a:lnTo>
                    <a:pt x="63053" y="4617755"/>
                  </a:lnTo>
                  <a:lnTo>
                    <a:pt x="46759" y="4574386"/>
                  </a:lnTo>
                  <a:lnTo>
                    <a:pt x="32773" y="4529942"/>
                  </a:lnTo>
                  <a:lnTo>
                    <a:pt x="21168" y="4484495"/>
                  </a:lnTo>
                  <a:lnTo>
                    <a:pt x="12015" y="4438117"/>
                  </a:lnTo>
                  <a:lnTo>
                    <a:pt x="5388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 descr="page_38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38975" y="1171574"/>
              <a:ext cx="3810000" cy="507682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7552" y="6140450"/>
            <a:ext cx="16522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sz="900" b="1" spc="-60" dirty="0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sz="900" b="1" spc="-25" dirty="0">
                <a:solidFill>
                  <a:srgbClr val="5A636D"/>
                </a:solidFill>
                <a:latin typeface="Trebuchet MS"/>
                <a:cs typeface="Trebuchet MS"/>
              </a:rPr>
              <a:t>Patient</a:t>
            </a:r>
            <a:r>
              <a:rPr sz="900" b="1" spc="-15" dirty="0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5A636D"/>
                </a:solidFill>
                <a:latin typeface="Trebuchet MS"/>
                <a:cs typeface="Trebuchet MS"/>
              </a:rPr>
              <a:t>Dashboard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23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38900" y="6140450"/>
            <a:ext cx="19469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sz="900" b="1" spc="-35" dirty="0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sz="900" b="1" spc="-20" dirty="0">
                <a:solidFill>
                  <a:srgbClr val="5A636D"/>
                </a:solidFill>
                <a:latin typeface="Trebuchet MS"/>
                <a:cs typeface="Trebuchet MS"/>
              </a:rPr>
              <a:t>Prescription</a:t>
            </a:r>
            <a:r>
              <a:rPr sz="900" b="1" spc="45" dirty="0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5A636D"/>
                </a:solidFill>
                <a:latin typeface="Trebuchet MS"/>
                <a:cs typeface="Trebuchet MS"/>
              </a:rPr>
              <a:t>Information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UI</a:t>
            </a:r>
            <a:r>
              <a:rPr spc="-229" dirty="0"/>
              <a:t> </a:t>
            </a:r>
            <a:r>
              <a:rPr spc="-55" dirty="0"/>
              <a:t>Showcase</a:t>
            </a:r>
            <a:r>
              <a:rPr spc="-290" dirty="0"/>
              <a:t> </a:t>
            </a:r>
            <a:r>
              <a:rPr spc="495" dirty="0"/>
              <a:t>—</a:t>
            </a:r>
            <a:r>
              <a:rPr spc="-254" dirty="0"/>
              <a:t> </a:t>
            </a:r>
            <a:r>
              <a:rPr spc="-165" dirty="0"/>
              <a:t>Patient</a:t>
            </a:r>
            <a:r>
              <a:rPr spc="-254" dirty="0"/>
              <a:t> </a:t>
            </a:r>
            <a:r>
              <a:rPr spc="-140" dirty="0"/>
              <a:t>Profile</a:t>
            </a:r>
            <a:r>
              <a:rPr spc="-235" dirty="0"/>
              <a:t> </a:t>
            </a:r>
            <a:r>
              <a:rPr spc="600" dirty="0"/>
              <a:t>s</a:t>
            </a:r>
            <a:r>
              <a:rPr spc="-305" dirty="0"/>
              <a:t> </a:t>
            </a:r>
            <a:r>
              <a:rPr spc="-114" dirty="0"/>
              <a:t>Medication</a:t>
            </a:r>
            <a:r>
              <a:rPr spc="-275" dirty="0"/>
              <a:t> </a:t>
            </a:r>
            <a:r>
              <a:rPr spc="-6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74756" y="353440"/>
            <a:ext cx="6654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008F95"/>
                </a:solidFill>
                <a:latin typeface="Trebuchet MS"/>
                <a:cs typeface="Trebuchet MS"/>
              </a:rPr>
              <a:t>UI</a:t>
            </a:r>
            <a:r>
              <a:rPr sz="900" b="1" spc="-85" dirty="0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008F95"/>
                </a:solidFill>
                <a:latin typeface="Trebuchet MS"/>
                <a:cs typeface="Trebuchet MS"/>
              </a:rPr>
              <a:t>/</a:t>
            </a:r>
            <a:r>
              <a:rPr sz="900" b="1" spc="-15" dirty="0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sz="900" b="1" spc="-25" dirty="0">
                <a:solidFill>
                  <a:srgbClr val="008F95"/>
                </a:solidFill>
                <a:latin typeface="Trebuchet MS"/>
                <a:cs typeface="Trebuchet MS"/>
              </a:rPr>
              <a:t>PATIENT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4253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sz="1200" spc="-12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interface</a:t>
            </a:r>
            <a:r>
              <a:rPr sz="1200" spc="-7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screens</a:t>
            </a:r>
            <a:r>
              <a:rPr sz="1200" spc="-10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reproduced</a:t>
            </a:r>
            <a:r>
              <a:rPr sz="1200" spc="-12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5" dirty="0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sz="1200" spc="-9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sz="1200" spc="-7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sz="1200" spc="-1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sz="1200" spc="-1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report.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38126" y="1123861"/>
            <a:ext cx="5624830" cy="5224780"/>
            <a:chOff x="438126" y="1123861"/>
            <a:chExt cx="5624830" cy="52247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26" y="1123861"/>
              <a:ext cx="5624623" cy="52245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4703762" y="0"/>
                  </a:moveTo>
                  <a:lnTo>
                    <a:pt x="858837" y="0"/>
                  </a:lnTo>
                  <a:lnTo>
                    <a:pt x="810102" y="1359"/>
                  </a:lnTo>
                  <a:lnTo>
                    <a:pt x="762080" y="5388"/>
                  </a:lnTo>
                  <a:lnTo>
                    <a:pt x="714844" y="12015"/>
                  </a:lnTo>
                  <a:lnTo>
                    <a:pt x="668466" y="21168"/>
                  </a:lnTo>
                  <a:lnTo>
                    <a:pt x="623018" y="32773"/>
                  </a:lnTo>
                  <a:lnTo>
                    <a:pt x="578574" y="46759"/>
                  </a:lnTo>
                  <a:lnTo>
                    <a:pt x="535206" y="63053"/>
                  </a:lnTo>
                  <a:lnTo>
                    <a:pt x="492985" y="81582"/>
                  </a:lnTo>
                  <a:lnTo>
                    <a:pt x="451986" y="102274"/>
                  </a:lnTo>
                  <a:lnTo>
                    <a:pt x="412279" y="125057"/>
                  </a:lnTo>
                  <a:lnTo>
                    <a:pt x="373939" y="149858"/>
                  </a:lnTo>
                  <a:lnTo>
                    <a:pt x="337036" y="176604"/>
                  </a:lnTo>
                  <a:lnTo>
                    <a:pt x="301645" y="205224"/>
                  </a:lnTo>
                  <a:lnTo>
                    <a:pt x="267836" y="235644"/>
                  </a:lnTo>
                  <a:lnTo>
                    <a:pt x="235684" y="267793"/>
                  </a:lnTo>
                  <a:lnTo>
                    <a:pt x="205259" y="301598"/>
                  </a:lnTo>
                  <a:lnTo>
                    <a:pt x="176635" y="336986"/>
                  </a:lnTo>
                  <a:lnTo>
                    <a:pt x="149885" y="373885"/>
                  </a:lnTo>
                  <a:lnTo>
                    <a:pt x="125080" y="412222"/>
                  </a:lnTo>
                  <a:lnTo>
                    <a:pt x="102294" y="451926"/>
                  </a:lnTo>
                  <a:lnTo>
                    <a:pt x="81598" y="492923"/>
                  </a:lnTo>
                  <a:lnTo>
                    <a:pt x="63065" y="535141"/>
                  </a:lnTo>
                  <a:lnTo>
                    <a:pt x="46769" y="578508"/>
                  </a:lnTo>
                  <a:lnTo>
                    <a:pt x="32780" y="622951"/>
                  </a:lnTo>
                  <a:lnTo>
                    <a:pt x="21172" y="668398"/>
                  </a:lnTo>
                  <a:lnTo>
                    <a:pt x="12018" y="714776"/>
                  </a:lnTo>
                  <a:lnTo>
                    <a:pt x="5389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9" y="4390881"/>
                  </a:lnTo>
                  <a:lnTo>
                    <a:pt x="12018" y="4438117"/>
                  </a:lnTo>
                  <a:lnTo>
                    <a:pt x="21172" y="4484495"/>
                  </a:lnTo>
                  <a:lnTo>
                    <a:pt x="32780" y="4529942"/>
                  </a:lnTo>
                  <a:lnTo>
                    <a:pt x="46769" y="4574386"/>
                  </a:lnTo>
                  <a:lnTo>
                    <a:pt x="63065" y="4617755"/>
                  </a:lnTo>
                  <a:lnTo>
                    <a:pt x="81598" y="4659975"/>
                  </a:lnTo>
                  <a:lnTo>
                    <a:pt x="102294" y="4700975"/>
                  </a:lnTo>
                  <a:lnTo>
                    <a:pt x="125080" y="4740681"/>
                  </a:lnTo>
                  <a:lnTo>
                    <a:pt x="149885" y="4779022"/>
                  </a:lnTo>
                  <a:lnTo>
                    <a:pt x="176635" y="4815924"/>
                  </a:lnTo>
                  <a:lnTo>
                    <a:pt x="205259" y="4851316"/>
                  </a:lnTo>
                  <a:lnTo>
                    <a:pt x="235684" y="4885124"/>
                  </a:lnTo>
                  <a:lnTo>
                    <a:pt x="267836" y="4917277"/>
                  </a:lnTo>
                  <a:lnTo>
                    <a:pt x="301645" y="4947701"/>
                  </a:lnTo>
                  <a:lnTo>
                    <a:pt x="337036" y="4976325"/>
                  </a:lnTo>
                  <a:lnTo>
                    <a:pt x="373939" y="5003076"/>
                  </a:lnTo>
                  <a:lnTo>
                    <a:pt x="412279" y="5027880"/>
                  </a:lnTo>
                  <a:lnTo>
                    <a:pt x="451986" y="5050667"/>
                  </a:lnTo>
                  <a:lnTo>
                    <a:pt x="492985" y="5071363"/>
                  </a:lnTo>
                  <a:lnTo>
                    <a:pt x="535206" y="5089895"/>
                  </a:lnTo>
                  <a:lnTo>
                    <a:pt x="578574" y="5106192"/>
                  </a:lnTo>
                  <a:lnTo>
                    <a:pt x="623018" y="5120180"/>
                  </a:lnTo>
                  <a:lnTo>
                    <a:pt x="668466" y="5131788"/>
                  </a:lnTo>
                  <a:lnTo>
                    <a:pt x="714844" y="5140942"/>
                  </a:lnTo>
                  <a:lnTo>
                    <a:pt x="762080" y="5147571"/>
                  </a:lnTo>
                  <a:lnTo>
                    <a:pt x="810102" y="5151601"/>
                  </a:lnTo>
                  <a:lnTo>
                    <a:pt x="858837" y="5152961"/>
                  </a:lnTo>
                  <a:lnTo>
                    <a:pt x="4703762" y="5152961"/>
                  </a:lnTo>
                  <a:lnTo>
                    <a:pt x="4752500" y="5151601"/>
                  </a:lnTo>
                  <a:lnTo>
                    <a:pt x="4800524" y="5147571"/>
                  </a:lnTo>
                  <a:lnTo>
                    <a:pt x="4847764" y="5140942"/>
                  </a:lnTo>
                  <a:lnTo>
                    <a:pt x="4894144" y="5131788"/>
                  </a:lnTo>
                  <a:lnTo>
                    <a:pt x="4939595" y="5120180"/>
                  </a:lnTo>
                  <a:lnTo>
                    <a:pt x="4984042" y="5106192"/>
                  </a:lnTo>
                  <a:lnTo>
                    <a:pt x="5027413" y="5089895"/>
                  </a:lnTo>
                  <a:lnTo>
                    <a:pt x="5069637" y="5071363"/>
                  </a:lnTo>
                  <a:lnTo>
                    <a:pt x="5110639" y="5050667"/>
                  </a:lnTo>
                  <a:lnTo>
                    <a:pt x="5150348" y="5027880"/>
                  </a:lnTo>
                  <a:lnTo>
                    <a:pt x="5188692" y="5003076"/>
                  </a:lnTo>
                  <a:lnTo>
                    <a:pt x="5225597" y="4976325"/>
                  </a:lnTo>
                  <a:lnTo>
                    <a:pt x="5260992" y="4947701"/>
                  </a:lnTo>
                  <a:lnTo>
                    <a:pt x="5294803" y="4917277"/>
                  </a:lnTo>
                  <a:lnTo>
                    <a:pt x="5326958" y="4885124"/>
                  </a:lnTo>
                  <a:lnTo>
                    <a:pt x="5357385" y="4851316"/>
                  </a:lnTo>
                  <a:lnTo>
                    <a:pt x="5386011" y="4815924"/>
                  </a:lnTo>
                  <a:lnTo>
                    <a:pt x="5412764" y="4779022"/>
                  </a:lnTo>
                  <a:lnTo>
                    <a:pt x="5437571" y="4740681"/>
                  </a:lnTo>
                  <a:lnTo>
                    <a:pt x="5460359" y="4700975"/>
                  </a:lnTo>
                  <a:lnTo>
                    <a:pt x="5481057" y="4659975"/>
                  </a:lnTo>
                  <a:lnTo>
                    <a:pt x="5499591" y="4617755"/>
                  </a:lnTo>
                  <a:lnTo>
                    <a:pt x="5515889" y="4574386"/>
                  </a:lnTo>
                  <a:lnTo>
                    <a:pt x="5529879" y="4529942"/>
                  </a:lnTo>
                  <a:lnTo>
                    <a:pt x="5541488" y="4484495"/>
                  </a:lnTo>
                  <a:lnTo>
                    <a:pt x="5550643" y="4438117"/>
                  </a:lnTo>
                  <a:lnTo>
                    <a:pt x="5557273" y="4390881"/>
                  </a:lnTo>
                  <a:lnTo>
                    <a:pt x="5561303" y="4342859"/>
                  </a:lnTo>
                  <a:lnTo>
                    <a:pt x="5562663" y="4294124"/>
                  </a:lnTo>
                  <a:lnTo>
                    <a:pt x="5562663" y="858774"/>
                  </a:lnTo>
                  <a:lnTo>
                    <a:pt x="5561303" y="810036"/>
                  </a:lnTo>
                  <a:lnTo>
                    <a:pt x="5557273" y="762013"/>
                  </a:lnTo>
                  <a:lnTo>
                    <a:pt x="5550643" y="714776"/>
                  </a:lnTo>
                  <a:lnTo>
                    <a:pt x="5541488" y="668398"/>
                  </a:lnTo>
                  <a:lnTo>
                    <a:pt x="5529879" y="622951"/>
                  </a:lnTo>
                  <a:lnTo>
                    <a:pt x="5515889" y="578508"/>
                  </a:lnTo>
                  <a:lnTo>
                    <a:pt x="5499591" y="535141"/>
                  </a:lnTo>
                  <a:lnTo>
                    <a:pt x="5481057" y="492923"/>
                  </a:lnTo>
                  <a:lnTo>
                    <a:pt x="5460359" y="451926"/>
                  </a:lnTo>
                  <a:lnTo>
                    <a:pt x="5437571" y="412222"/>
                  </a:lnTo>
                  <a:lnTo>
                    <a:pt x="5412764" y="373885"/>
                  </a:lnTo>
                  <a:lnTo>
                    <a:pt x="5386011" y="336986"/>
                  </a:lnTo>
                  <a:lnTo>
                    <a:pt x="5357385" y="301598"/>
                  </a:lnTo>
                  <a:lnTo>
                    <a:pt x="5326958" y="267793"/>
                  </a:lnTo>
                  <a:lnTo>
                    <a:pt x="5294803" y="235644"/>
                  </a:lnTo>
                  <a:lnTo>
                    <a:pt x="5260992" y="205224"/>
                  </a:lnTo>
                  <a:lnTo>
                    <a:pt x="5225597" y="176604"/>
                  </a:lnTo>
                  <a:lnTo>
                    <a:pt x="5188692" y="149858"/>
                  </a:lnTo>
                  <a:lnTo>
                    <a:pt x="5150348" y="125057"/>
                  </a:lnTo>
                  <a:lnTo>
                    <a:pt x="5110639" y="102274"/>
                  </a:lnTo>
                  <a:lnTo>
                    <a:pt x="5069637" y="81582"/>
                  </a:lnTo>
                  <a:lnTo>
                    <a:pt x="5027413" y="63053"/>
                  </a:lnTo>
                  <a:lnTo>
                    <a:pt x="4984042" y="46759"/>
                  </a:lnTo>
                  <a:lnTo>
                    <a:pt x="4939595" y="32773"/>
                  </a:lnTo>
                  <a:lnTo>
                    <a:pt x="4894144" y="21168"/>
                  </a:lnTo>
                  <a:lnTo>
                    <a:pt x="4847764" y="12015"/>
                  </a:lnTo>
                  <a:lnTo>
                    <a:pt x="4800524" y="5388"/>
                  </a:lnTo>
                  <a:lnTo>
                    <a:pt x="4752500" y="1359"/>
                  </a:lnTo>
                  <a:lnTo>
                    <a:pt x="4703762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9" y="762013"/>
                  </a:lnTo>
                  <a:lnTo>
                    <a:pt x="12018" y="714776"/>
                  </a:lnTo>
                  <a:lnTo>
                    <a:pt x="21172" y="668398"/>
                  </a:lnTo>
                  <a:lnTo>
                    <a:pt x="32780" y="622951"/>
                  </a:lnTo>
                  <a:lnTo>
                    <a:pt x="46769" y="578508"/>
                  </a:lnTo>
                  <a:lnTo>
                    <a:pt x="63065" y="535141"/>
                  </a:lnTo>
                  <a:lnTo>
                    <a:pt x="81598" y="492923"/>
                  </a:lnTo>
                  <a:lnTo>
                    <a:pt x="102294" y="451926"/>
                  </a:lnTo>
                  <a:lnTo>
                    <a:pt x="125080" y="412222"/>
                  </a:lnTo>
                  <a:lnTo>
                    <a:pt x="149885" y="373885"/>
                  </a:lnTo>
                  <a:lnTo>
                    <a:pt x="176635" y="336986"/>
                  </a:lnTo>
                  <a:lnTo>
                    <a:pt x="205259" y="301598"/>
                  </a:lnTo>
                  <a:lnTo>
                    <a:pt x="235684" y="267793"/>
                  </a:lnTo>
                  <a:lnTo>
                    <a:pt x="267836" y="235644"/>
                  </a:lnTo>
                  <a:lnTo>
                    <a:pt x="301645" y="205224"/>
                  </a:lnTo>
                  <a:lnTo>
                    <a:pt x="337036" y="176604"/>
                  </a:lnTo>
                  <a:lnTo>
                    <a:pt x="373939" y="149858"/>
                  </a:lnTo>
                  <a:lnTo>
                    <a:pt x="412279" y="125057"/>
                  </a:lnTo>
                  <a:lnTo>
                    <a:pt x="451986" y="102274"/>
                  </a:lnTo>
                  <a:lnTo>
                    <a:pt x="492985" y="81582"/>
                  </a:lnTo>
                  <a:lnTo>
                    <a:pt x="535206" y="63053"/>
                  </a:lnTo>
                  <a:lnTo>
                    <a:pt x="578574" y="46759"/>
                  </a:lnTo>
                  <a:lnTo>
                    <a:pt x="623018" y="32773"/>
                  </a:lnTo>
                  <a:lnTo>
                    <a:pt x="668466" y="21168"/>
                  </a:lnTo>
                  <a:lnTo>
                    <a:pt x="714844" y="12015"/>
                  </a:lnTo>
                  <a:lnTo>
                    <a:pt x="762080" y="5388"/>
                  </a:lnTo>
                  <a:lnTo>
                    <a:pt x="810102" y="1359"/>
                  </a:lnTo>
                  <a:lnTo>
                    <a:pt x="858837" y="0"/>
                  </a:lnTo>
                  <a:lnTo>
                    <a:pt x="4703762" y="0"/>
                  </a:lnTo>
                  <a:lnTo>
                    <a:pt x="4752500" y="1359"/>
                  </a:lnTo>
                  <a:lnTo>
                    <a:pt x="4800524" y="5388"/>
                  </a:lnTo>
                  <a:lnTo>
                    <a:pt x="4847764" y="12015"/>
                  </a:lnTo>
                  <a:lnTo>
                    <a:pt x="4894144" y="21168"/>
                  </a:lnTo>
                  <a:lnTo>
                    <a:pt x="4939595" y="32773"/>
                  </a:lnTo>
                  <a:lnTo>
                    <a:pt x="4984042" y="46759"/>
                  </a:lnTo>
                  <a:lnTo>
                    <a:pt x="5027413" y="63053"/>
                  </a:lnTo>
                  <a:lnTo>
                    <a:pt x="5069637" y="81582"/>
                  </a:lnTo>
                  <a:lnTo>
                    <a:pt x="5110639" y="102274"/>
                  </a:lnTo>
                  <a:lnTo>
                    <a:pt x="5150348" y="125057"/>
                  </a:lnTo>
                  <a:lnTo>
                    <a:pt x="5188692" y="149858"/>
                  </a:lnTo>
                  <a:lnTo>
                    <a:pt x="5225597" y="176604"/>
                  </a:lnTo>
                  <a:lnTo>
                    <a:pt x="5260992" y="205224"/>
                  </a:lnTo>
                  <a:lnTo>
                    <a:pt x="5294803" y="235644"/>
                  </a:lnTo>
                  <a:lnTo>
                    <a:pt x="5326958" y="267793"/>
                  </a:lnTo>
                  <a:lnTo>
                    <a:pt x="5357385" y="301598"/>
                  </a:lnTo>
                  <a:lnTo>
                    <a:pt x="5386011" y="336986"/>
                  </a:lnTo>
                  <a:lnTo>
                    <a:pt x="5412764" y="373885"/>
                  </a:lnTo>
                  <a:lnTo>
                    <a:pt x="5437571" y="412222"/>
                  </a:lnTo>
                  <a:lnTo>
                    <a:pt x="5460359" y="451926"/>
                  </a:lnTo>
                  <a:lnTo>
                    <a:pt x="5481057" y="492923"/>
                  </a:lnTo>
                  <a:lnTo>
                    <a:pt x="5499591" y="535141"/>
                  </a:lnTo>
                  <a:lnTo>
                    <a:pt x="5515889" y="578508"/>
                  </a:lnTo>
                  <a:lnTo>
                    <a:pt x="5529879" y="622951"/>
                  </a:lnTo>
                  <a:lnTo>
                    <a:pt x="5541488" y="668398"/>
                  </a:lnTo>
                  <a:lnTo>
                    <a:pt x="5550643" y="714776"/>
                  </a:lnTo>
                  <a:lnTo>
                    <a:pt x="5557273" y="762013"/>
                  </a:lnTo>
                  <a:lnTo>
                    <a:pt x="5561303" y="810036"/>
                  </a:lnTo>
                  <a:lnTo>
                    <a:pt x="5562663" y="858774"/>
                  </a:lnTo>
                  <a:lnTo>
                    <a:pt x="5562663" y="4294124"/>
                  </a:lnTo>
                  <a:lnTo>
                    <a:pt x="5561303" y="4342859"/>
                  </a:lnTo>
                  <a:lnTo>
                    <a:pt x="5557273" y="4390881"/>
                  </a:lnTo>
                  <a:lnTo>
                    <a:pt x="5550643" y="4438117"/>
                  </a:lnTo>
                  <a:lnTo>
                    <a:pt x="5541488" y="4484495"/>
                  </a:lnTo>
                  <a:lnTo>
                    <a:pt x="5529879" y="4529942"/>
                  </a:lnTo>
                  <a:lnTo>
                    <a:pt x="5515889" y="4574386"/>
                  </a:lnTo>
                  <a:lnTo>
                    <a:pt x="5499591" y="4617755"/>
                  </a:lnTo>
                  <a:lnTo>
                    <a:pt x="5481057" y="4659975"/>
                  </a:lnTo>
                  <a:lnTo>
                    <a:pt x="5460359" y="4700975"/>
                  </a:lnTo>
                  <a:lnTo>
                    <a:pt x="5437571" y="4740681"/>
                  </a:lnTo>
                  <a:lnTo>
                    <a:pt x="5412764" y="4779022"/>
                  </a:lnTo>
                  <a:lnTo>
                    <a:pt x="5386011" y="4815924"/>
                  </a:lnTo>
                  <a:lnTo>
                    <a:pt x="5357385" y="4851316"/>
                  </a:lnTo>
                  <a:lnTo>
                    <a:pt x="5326958" y="4885124"/>
                  </a:lnTo>
                  <a:lnTo>
                    <a:pt x="5294803" y="4917277"/>
                  </a:lnTo>
                  <a:lnTo>
                    <a:pt x="5260992" y="4947701"/>
                  </a:lnTo>
                  <a:lnTo>
                    <a:pt x="5225597" y="4976325"/>
                  </a:lnTo>
                  <a:lnTo>
                    <a:pt x="5188692" y="5003076"/>
                  </a:lnTo>
                  <a:lnTo>
                    <a:pt x="5150348" y="5027880"/>
                  </a:lnTo>
                  <a:lnTo>
                    <a:pt x="5110639" y="5050667"/>
                  </a:lnTo>
                  <a:lnTo>
                    <a:pt x="5069637" y="5071363"/>
                  </a:lnTo>
                  <a:lnTo>
                    <a:pt x="5027413" y="5089895"/>
                  </a:lnTo>
                  <a:lnTo>
                    <a:pt x="4984042" y="5106192"/>
                  </a:lnTo>
                  <a:lnTo>
                    <a:pt x="4939595" y="5120180"/>
                  </a:lnTo>
                  <a:lnTo>
                    <a:pt x="4894144" y="5131788"/>
                  </a:lnTo>
                  <a:lnTo>
                    <a:pt x="4847764" y="5140942"/>
                  </a:lnTo>
                  <a:lnTo>
                    <a:pt x="4800524" y="5147571"/>
                  </a:lnTo>
                  <a:lnTo>
                    <a:pt x="4752500" y="5151601"/>
                  </a:lnTo>
                  <a:lnTo>
                    <a:pt x="4703762" y="5152961"/>
                  </a:lnTo>
                  <a:lnTo>
                    <a:pt x="858837" y="5152961"/>
                  </a:lnTo>
                  <a:lnTo>
                    <a:pt x="810102" y="5151601"/>
                  </a:lnTo>
                  <a:lnTo>
                    <a:pt x="762080" y="5147571"/>
                  </a:lnTo>
                  <a:lnTo>
                    <a:pt x="714844" y="5140942"/>
                  </a:lnTo>
                  <a:lnTo>
                    <a:pt x="668466" y="5131788"/>
                  </a:lnTo>
                  <a:lnTo>
                    <a:pt x="623018" y="5120180"/>
                  </a:lnTo>
                  <a:lnTo>
                    <a:pt x="578574" y="5106192"/>
                  </a:lnTo>
                  <a:lnTo>
                    <a:pt x="535206" y="5089895"/>
                  </a:lnTo>
                  <a:lnTo>
                    <a:pt x="492985" y="5071363"/>
                  </a:lnTo>
                  <a:lnTo>
                    <a:pt x="451986" y="5050667"/>
                  </a:lnTo>
                  <a:lnTo>
                    <a:pt x="412279" y="5027880"/>
                  </a:lnTo>
                  <a:lnTo>
                    <a:pt x="373939" y="5003076"/>
                  </a:lnTo>
                  <a:lnTo>
                    <a:pt x="337036" y="4976325"/>
                  </a:lnTo>
                  <a:lnTo>
                    <a:pt x="301645" y="4947701"/>
                  </a:lnTo>
                  <a:lnTo>
                    <a:pt x="267836" y="4917277"/>
                  </a:lnTo>
                  <a:lnTo>
                    <a:pt x="235684" y="4885124"/>
                  </a:lnTo>
                  <a:lnTo>
                    <a:pt x="205259" y="4851316"/>
                  </a:lnTo>
                  <a:lnTo>
                    <a:pt x="176635" y="4815924"/>
                  </a:lnTo>
                  <a:lnTo>
                    <a:pt x="149885" y="4779022"/>
                  </a:lnTo>
                  <a:lnTo>
                    <a:pt x="125080" y="4740681"/>
                  </a:lnTo>
                  <a:lnTo>
                    <a:pt x="102294" y="4700975"/>
                  </a:lnTo>
                  <a:lnTo>
                    <a:pt x="81598" y="4659975"/>
                  </a:lnTo>
                  <a:lnTo>
                    <a:pt x="63065" y="4617755"/>
                  </a:lnTo>
                  <a:lnTo>
                    <a:pt x="46769" y="4574386"/>
                  </a:lnTo>
                  <a:lnTo>
                    <a:pt x="32780" y="4529942"/>
                  </a:lnTo>
                  <a:lnTo>
                    <a:pt x="21172" y="4484495"/>
                  </a:lnTo>
                  <a:lnTo>
                    <a:pt x="12018" y="4438117"/>
                  </a:lnTo>
                  <a:lnTo>
                    <a:pt x="5389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 descr="page_39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3025" y="1171574"/>
              <a:ext cx="3800475" cy="507682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34076" y="1123861"/>
            <a:ext cx="5624830" cy="5224780"/>
            <a:chOff x="6134076" y="1123861"/>
            <a:chExt cx="5624830" cy="522478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076" y="1123861"/>
              <a:ext cx="5624623" cy="52245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4703699" y="0"/>
                  </a:moveTo>
                  <a:lnTo>
                    <a:pt x="858774" y="0"/>
                  </a:lnTo>
                  <a:lnTo>
                    <a:pt x="810036" y="1359"/>
                  </a:lnTo>
                  <a:lnTo>
                    <a:pt x="762013" y="5388"/>
                  </a:lnTo>
                  <a:lnTo>
                    <a:pt x="714776" y="12015"/>
                  </a:lnTo>
                  <a:lnTo>
                    <a:pt x="668398" y="21168"/>
                  </a:lnTo>
                  <a:lnTo>
                    <a:pt x="622951" y="32773"/>
                  </a:lnTo>
                  <a:lnTo>
                    <a:pt x="578508" y="46759"/>
                  </a:lnTo>
                  <a:lnTo>
                    <a:pt x="535141" y="63053"/>
                  </a:lnTo>
                  <a:lnTo>
                    <a:pt x="492923" y="81582"/>
                  </a:lnTo>
                  <a:lnTo>
                    <a:pt x="451926" y="102274"/>
                  </a:lnTo>
                  <a:lnTo>
                    <a:pt x="412222" y="125057"/>
                  </a:lnTo>
                  <a:lnTo>
                    <a:pt x="373885" y="149858"/>
                  </a:lnTo>
                  <a:lnTo>
                    <a:pt x="336986" y="176604"/>
                  </a:lnTo>
                  <a:lnTo>
                    <a:pt x="301598" y="205224"/>
                  </a:lnTo>
                  <a:lnTo>
                    <a:pt x="267793" y="235644"/>
                  </a:lnTo>
                  <a:lnTo>
                    <a:pt x="235644" y="267793"/>
                  </a:lnTo>
                  <a:lnTo>
                    <a:pt x="205224" y="301598"/>
                  </a:lnTo>
                  <a:lnTo>
                    <a:pt x="176604" y="336986"/>
                  </a:lnTo>
                  <a:lnTo>
                    <a:pt x="149858" y="373885"/>
                  </a:lnTo>
                  <a:lnTo>
                    <a:pt x="125057" y="412222"/>
                  </a:lnTo>
                  <a:lnTo>
                    <a:pt x="102274" y="451926"/>
                  </a:lnTo>
                  <a:lnTo>
                    <a:pt x="81582" y="492923"/>
                  </a:lnTo>
                  <a:lnTo>
                    <a:pt x="63053" y="535141"/>
                  </a:lnTo>
                  <a:lnTo>
                    <a:pt x="46759" y="578508"/>
                  </a:lnTo>
                  <a:lnTo>
                    <a:pt x="32773" y="622951"/>
                  </a:lnTo>
                  <a:lnTo>
                    <a:pt x="21168" y="668398"/>
                  </a:lnTo>
                  <a:lnTo>
                    <a:pt x="12015" y="714776"/>
                  </a:lnTo>
                  <a:lnTo>
                    <a:pt x="5388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8" y="4390881"/>
                  </a:lnTo>
                  <a:lnTo>
                    <a:pt x="12015" y="4438117"/>
                  </a:lnTo>
                  <a:lnTo>
                    <a:pt x="21168" y="4484495"/>
                  </a:lnTo>
                  <a:lnTo>
                    <a:pt x="32773" y="4529942"/>
                  </a:lnTo>
                  <a:lnTo>
                    <a:pt x="46759" y="4574386"/>
                  </a:lnTo>
                  <a:lnTo>
                    <a:pt x="63053" y="4617755"/>
                  </a:lnTo>
                  <a:lnTo>
                    <a:pt x="81582" y="4659975"/>
                  </a:lnTo>
                  <a:lnTo>
                    <a:pt x="102274" y="4700975"/>
                  </a:lnTo>
                  <a:lnTo>
                    <a:pt x="125057" y="4740681"/>
                  </a:lnTo>
                  <a:lnTo>
                    <a:pt x="149858" y="4779022"/>
                  </a:lnTo>
                  <a:lnTo>
                    <a:pt x="176604" y="4815924"/>
                  </a:lnTo>
                  <a:lnTo>
                    <a:pt x="205224" y="4851316"/>
                  </a:lnTo>
                  <a:lnTo>
                    <a:pt x="235644" y="4885124"/>
                  </a:lnTo>
                  <a:lnTo>
                    <a:pt x="267793" y="4917277"/>
                  </a:lnTo>
                  <a:lnTo>
                    <a:pt x="301598" y="4947701"/>
                  </a:lnTo>
                  <a:lnTo>
                    <a:pt x="336986" y="4976325"/>
                  </a:lnTo>
                  <a:lnTo>
                    <a:pt x="373885" y="5003076"/>
                  </a:lnTo>
                  <a:lnTo>
                    <a:pt x="412222" y="5027880"/>
                  </a:lnTo>
                  <a:lnTo>
                    <a:pt x="451926" y="5050667"/>
                  </a:lnTo>
                  <a:lnTo>
                    <a:pt x="492923" y="5071363"/>
                  </a:lnTo>
                  <a:lnTo>
                    <a:pt x="535141" y="5089895"/>
                  </a:lnTo>
                  <a:lnTo>
                    <a:pt x="578508" y="5106192"/>
                  </a:lnTo>
                  <a:lnTo>
                    <a:pt x="622951" y="5120180"/>
                  </a:lnTo>
                  <a:lnTo>
                    <a:pt x="668398" y="5131788"/>
                  </a:lnTo>
                  <a:lnTo>
                    <a:pt x="714776" y="5140942"/>
                  </a:lnTo>
                  <a:lnTo>
                    <a:pt x="762013" y="5147571"/>
                  </a:lnTo>
                  <a:lnTo>
                    <a:pt x="810036" y="5151601"/>
                  </a:lnTo>
                  <a:lnTo>
                    <a:pt x="858774" y="5152961"/>
                  </a:lnTo>
                  <a:lnTo>
                    <a:pt x="4703699" y="5152961"/>
                  </a:lnTo>
                  <a:lnTo>
                    <a:pt x="4752436" y="5151601"/>
                  </a:lnTo>
                  <a:lnTo>
                    <a:pt x="4800461" y="5147571"/>
                  </a:lnTo>
                  <a:lnTo>
                    <a:pt x="4847700" y="5140942"/>
                  </a:lnTo>
                  <a:lnTo>
                    <a:pt x="4894081" y="5131788"/>
                  </a:lnTo>
                  <a:lnTo>
                    <a:pt x="4939531" y="5120180"/>
                  </a:lnTo>
                  <a:lnTo>
                    <a:pt x="4983978" y="5106192"/>
                  </a:lnTo>
                  <a:lnTo>
                    <a:pt x="5027350" y="5089895"/>
                  </a:lnTo>
                  <a:lnTo>
                    <a:pt x="5069573" y="5071363"/>
                  </a:lnTo>
                  <a:lnTo>
                    <a:pt x="5110576" y="5050667"/>
                  </a:lnTo>
                  <a:lnTo>
                    <a:pt x="5150285" y="5027880"/>
                  </a:lnTo>
                  <a:lnTo>
                    <a:pt x="5188628" y="5003076"/>
                  </a:lnTo>
                  <a:lnTo>
                    <a:pt x="5225534" y="4976325"/>
                  </a:lnTo>
                  <a:lnTo>
                    <a:pt x="5260928" y="4947701"/>
                  </a:lnTo>
                  <a:lnTo>
                    <a:pt x="5294739" y="4917277"/>
                  </a:lnTo>
                  <a:lnTo>
                    <a:pt x="5326895" y="4885124"/>
                  </a:lnTo>
                  <a:lnTo>
                    <a:pt x="5357322" y="4851316"/>
                  </a:lnTo>
                  <a:lnTo>
                    <a:pt x="5385948" y="4815924"/>
                  </a:lnTo>
                  <a:lnTo>
                    <a:pt x="5412701" y="4779022"/>
                  </a:lnTo>
                  <a:lnTo>
                    <a:pt x="5437507" y="4740681"/>
                  </a:lnTo>
                  <a:lnTo>
                    <a:pt x="5460296" y="4700975"/>
                  </a:lnTo>
                  <a:lnTo>
                    <a:pt x="5480994" y="4659975"/>
                  </a:lnTo>
                  <a:lnTo>
                    <a:pt x="5499528" y="4617755"/>
                  </a:lnTo>
                  <a:lnTo>
                    <a:pt x="5515826" y="4574386"/>
                  </a:lnTo>
                  <a:lnTo>
                    <a:pt x="5529816" y="4529942"/>
                  </a:lnTo>
                  <a:lnTo>
                    <a:pt x="5541425" y="4484495"/>
                  </a:lnTo>
                  <a:lnTo>
                    <a:pt x="5550580" y="4438117"/>
                  </a:lnTo>
                  <a:lnTo>
                    <a:pt x="5557209" y="4390881"/>
                  </a:lnTo>
                  <a:lnTo>
                    <a:pt x="5561240" y="4342859"/>
                  </a:lnTo>
                  <a:lnTo>
                    <a:pt x="5562600" y="4294124"/>
                  </a:lnTo>
                  <a:lnTo>
                    <a:pt x="5562600" y="858774"/>
                  </a:lnTo>
                  <a:lnTo>
                    <a:pt x="5561240" y="810036"/>
                  </a:lnTo>
                  <a:lnTo>
                    <a:pt x="5557209" y="762013"/>
                  </a:lnTo>
                  <a:lnTo>
                    <a:pt x="5550580" y="714776"/>
                  </a:lnTo>
                  <a:lnTo>
                    <a:pt x="5541425" y="668398"/>
                  </a:lnTo>
                  <a:lnTo>
                    <a:pt x="5529816" y="622951"/>
                  </a:lnTo>
                  <a:lnTo>
                    <a:pt x="5515826" y="578508"/>
                  </a:lnTo>
                  <a:lnTo>
                    <a:pt x="5499528" y="535141"/>
                  </a:lnTo>
                  <a:lnTo>
                    <a:pt x="5480994" y="492923"/>
                  </a:lnTo>
                  <a:lnTo>
                    <a:pt x="5460296" y="451926"/>
                  </a:lnTo>
                  <a:lnTo>
                    <a:pt x="5437507" y="412222"/>
                  </a:lnTo>
                  <a:lnTo>
                    <a:pt x="5412701" y="373885"/>
                  </a:lnTo>
                  <a:lnTo>
                    <a:pt x="5385948" y="336986"/>
                  </a:lnTo>
                  <a:lnTo>
                    <a:pt x="5357322" y="301598"/>
                  </a:lnTo>
                  <a:lnTo>
                    <a:pt x="5326895" y="267793"/>
                  </a:lnTo>
                  <a:lnTo>
                    <a:pt x="5294739" y="235644"/>
                  </a:lnTo>
                  <a:lnTo>
                    <a:pt x="5260928" y="205224"/>
                  </a:lnTo>
                  <a:lnTo>
                    <a:pt x="5225534" y="176604"/>
                  </a:lnTo>
                  <a:lnTo>
                    <a:pt x="5188628" y="149858"/>
                  </a:lnTo>
                  <a:lnTo>
                    <a:pt x="5150285" y="125057"/>
                  </a:lnTo>
                  <a:lnTo>
                    <a:pt x="5110576" y="102274"/>
                  </a:lnTo>
                  <a:lnTo>
                    <a:pt x="5069573" y="81582"/>
                  </a:lnTo>
                  <a:lnTo>
                    <a:pt x="5027350" y="63053"/>
                  </a:lnTo>
                  <a:lnTo>
                    <a:pt x="4983978" y="46759"/>
                  </a:lnTo>
                  <a:lnTo>
                    <a:pt x="4939531" y="32773"/>
                  </a:lnTo>
                  <a:lnTo>
                    <a:pt x="4894081" y="21168"/>
                  </a:lnTo>
                  <a:lnTo>
                    <a:pt x="4847700" y="12015"/>
                  </a:lnTo>
                  <a:lnTo>
                    <a:pt x="4800461" y="5388"/>
                  </a:lnTo>
                  <a:lnTo>
                    <a:pt x="4752436" y="1359"/>
                  </a:lnTo>
                  <a:lnTo>
                    <a:pt x="4703699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8" y="762013"/>
                  </a:lnTo>
                  <a:lnTo>
                    <a:pt x="12015" y="714776"/>
                  </a:lnTo>
                  <a:lnTo>
                    <a:pt x="21168" y="668398"/>
                  </a:lnTo>
                  <a:lnTo>
                    <a:pt x="32773" y="622951"/>
                  </a:lnTo>
                  <a:lnTo>
                    <a:pt x="46759" y="578508"/>
                  </a:lnTo>
                  <a:lnTo>
                    <a:pt x="63053" y="535141"/>
                  </a:lnTo>
                  <a:lnTo>
                    <a:pt x="81582" y="492923"/>
                  </a:lnTo>
                  <a:lnTo>
                    <a:pt x="102274" y="451926"/>
                  </a:lnTo>
                  <a:lnTo>
                    <a:pt x="125057" y="412222"/>
                  </a:lnTo>
                  <a:lnTo>
                    <a:pt x="149858" y="373885"/>
                  </a:lnTo>
                  <a:lnTo>
                    <a:pt x="176604" y="336986"/>
                  </a:lnTo>
                  <a:lnTo>
                    <a:pt x="205224" y="301598"/>
                  </a:lnTo>
                  <a:lnTo>
                    <a:pt x="235644" y="267793"/>
                  </a:lnTo>
                  <a:lnTo>
                    <a:pt x="267793" y="235644"/>
                  </a:lnTo>
                  <a:lnTo>
                    <a:pt x="301598" y="205224"/>
                  </a:lnTo>
                  <a:lnTo>
                    <a:pt x="336986" y="176604"/>
                  </a:lnTo>
                  <a:lnTo>
                    <a:pt x="373885" y="149858"/>
                  </a:lnTo>
                  <a:lnTo>
                    <a:pt x="412222" y="125057"/>
                  </a:lnTo>
                  <a:lnTo>
                    <a:pt x="451926" y="102274"/>
                  </a:lnTo>
                  <a:lnTo>
                    <a:pt x="492923" y="81582"/>
                  </a:lnTo>
                  <a:lnTo>
                    <a:pt x="535141" y="63053"/>
                  </a:lnTo>
                  <a:lnTo>
                    <a:pt x="578508" y="46759"/>
                  </a:lnTo>
                  <a:lnTo>
                    <a:pt x="622951" y="32773"/>
                  </a:lnTo>
                  <a:lnTo>
                    <a:pt x="668398" y="21168"/>
                  </a:lnTo>
                  <a:lnTo>
                    <a:pt x="714776" y="12015"/>
                  </a:lnTo>
                  <a:lnTo>
                    <a:pt x="762013" y="5388"/>
                  </a:lnTo>
                  <a:lnTo>
                    <a:pt x="810036" y="1359"/>
                  </a:lnTo>
                  <a:lnTo>
                    <a:pt x="858774" y="0"/>
                  </a:lnTo>
                  <a:lnTo>
                    <a:pt x="4703699" y="0"/>
                  </a:lnTo>
                  <a:lnTo>
                    <a:pt x="4752436" y="1359"/>
                  </a:lnTo>
                  <a:lnTo>
                    <a:pt x="4800461" y="5388"/>
                  </a:lnTo>
                  <a:lnTo>
                    <a:pt x="4847700" y="12015"/>
                  </a:lnTo>
                  <a:lnTo>
                    <a:pt x="4894081" y="21168"/>
                  </a:lnTo>
                  <a:lnTo>
                    <a:pt x="4939531" y="32773"/>
                  </a:lnTo>
                  <a:lnTo>
                    <a:pt x="4983978" y="46759"/>
                  </a:lnTo>
                  <a:lnTo>
                    <a:pt x="5027350" y="63053"/>
                  </a:lnTo>
                  <a:lnTo>
                    <a:pt x="5069573" y="81582"/>
                  </a:lnTo>
                  <a:lnTo>
                    <a:pt x="5110576" y="102274"/>
                  </a:lnTo>
                  <a:lnTo>
                    <a:pt x="5150285" y="125057"/>
                  </a:lnTo>
                  <a:lnTo>
                    <a:pt x="5188628" y="149858"/>
                  </a:lnTo>
                  <a:lnTo>
                    <a:pt x="5225534" y="176604"/>
                  </a:lnTo>
                  <a:lnTo>
                    <a:pt x="5260928" y="205224"/>
                  </a:lnTo>
                  <a:lnTo>
                    <a:pt x="5294739" y="235644"/>
                  </a:lnTo>
                  <a:lnTo>
                    <a:pt x="5326895" y="267793"/>
                  </a:lnTo>
                  <a:lnTo>
                    <a:pt x="5357322" y="301598"/>
                  </a:lnTo>
                  <a:lnTo>
                    <a:pt x="5385948" y="336986"/>
                  </a:lnTo>
                  <a:lnTo>
                    <a:pt x="5412701" y="373885"/>
                  </a:lnTo>
                  <a:lnTo>
                    <a:pt x="5437507" y="412222"/>
                  </a:lnTo>
                  <a:lnTo>
                    <a:pt x="5460296" y="451926"/>
                  </a:lnTo>
                  <a:lnTo>
                    <a:pt x="5480994" y="492923"/>
                  </a:lnTo>
                  <a:lnTo>
                    <a:pt x="5499528" y="535141"/>
                  </a:lnTo>
                  <a:lnTo>
                    <a:pt x="5515826" y="578508"/>
                  </a:lnTo>
                  <a:lnTo>
                    <a:pt x="5529816" y="622951"/>
                  </a:lnTo>
                  <a:lnTo>
                    <a:pt x="5541425" y="668398"/>
                  </a:lnTo>
                  <a:lnTo>
                    <a:pt x="5550580" y="714776"/>
                  </a:lnTo>
                  <a:lnTo>
                    <a:pt x="5557209" y="762013"/>
                  </a:lnTo>
                  <a:lnTo>
                    <a:pt x="5561240" y="810036"/>
                  </a:lnTo>
                  <a:lnTo>
                    <a:pt x="5562600" y="858774"/>
                  </a:lnTo>
                  <a:lnTo>
                    <a:pt x="5562600" y="4294124"/>
                  </a:lnTo>
                  <a:lnTo>
                    <a:pt x="5561240" y="4342859"/>
                  </a:lnTo>
                  <a:lnTo>
                    <a:pt x="5557209" y="4390881"/>
                  </a:lnTo>
                  <a:lnTo>
                    <a:pt x="5550580" y="4438117"/>
                  </a:lnTo>
                  <a:lnTo>
                    <a:pt x="5541425" y="4484495"/>
                  </a:lnTo>
                  <a:lnTo>
                    <a:pt x="5529816" y="4529942"/>
                  </a:lnTo>
                  <a:lnTo>
                    <a:pt x="5515826" y="4574386"/>
                  </a:lnTo>
                  <a:lnTo>
                    <a:pt x="5499528" y="4617755"/>
                  </a:lnTo>
                  <a:lnTo>
                    <a:pt x="5480994" y="4659975"/>
                  </a:lnTo>
                  <a:lnTo>
                    <a:pt x="5460296" y="4700975"/>
                  </a:lnTo>
                  <a:lnTo>
                    <a:pt x="5437507" y="4740681"/>
                  </a:lnTo>
                  <a:lnTo>
                    <a:pt x="5412701" y="4779022"/>
                  </a:lnTo>
                  <a:lnTo>
                    <a:pt x="5385948" y="4815924"/>
                  </a:lnTo>
                  <a:lnTo>
                    <a:pt x="5357322" y="4851316"/>
                  </a:lnTo>
                  <a:lnTo>
                    <a:pt x="5326895" y="4885124"/>
                  </a:lnTo>
                  <a:lnTo>
                    <a:pt x="5294739" y="4917277"/>
                  </a:lnTo>
                  <a:lnTo>
                    <a:pt x="5260928" y="4947701"/>
                  </a:lnTo>
                  <a:lnTo>
                    <a:pt x="5225534" y="4976325"/>
                  </a:lnTo>
                  <a:lnTo>
                    <a:pt x="5188628" y="5003076"/>
                  </a:lnTo>
                  <a:lnTo>
                    <a:pt x="5150285" y="5027880"/>
                  </a:lnTo>
                  <a:lnTo>
                    <a:pt x="5110576" y="5050667"/>
                  </a:lnTo>
                  <a:lnTo>
                    <a:pt x="5069573" y="5071363"/>
                  </a:lnTo>
                  <a:lnTo>
                    <a:pt x="5027350" y="5089895"/>
                  </a:lnTo>
                  <a:lnTo>
                    <a:pt x="4983978" y="5106192"/>
                  </a:lnTo>
                  <a:lnTo>
                    <a:pt x="4939531" y="5120180"/>
                  </a:lnTo>
                  <a:lnTo>
                    <a:pt x="4894081" y="5131788"/>
                  </a:lnTo>
                  <a:lnTo>
                    <a:pt x="4847700" y="5140942"/>
                  </a:lnTo>
                  <a:lnTo>
                    <a:pt x="4800461" y="5147571"/>
                  </a:lnTo>
                  <a:lnTo>
                    <a:pt x="4752436" y="5151601"/>
                  </a:lnTo>
                  <a:lnTo>
                    <a:pt x="4703699" y="5152961"/>
                  </a:lnTo>
                  <a:lnTo>
                    <a:pt x="858774" y="5152961"/>
                  </a:lnTo>
                  <a:lnTo>
                    <a:pt x="810036" y="5151601"/>
                  </a:lnTo>
                  <a:lnTo>
                    <a:pt x="762013" y="5147571"/>
                  </a:lnTo>
                  <a:lnTo>
                    <a:pt x="714776" y="5140942"/>
                  </a:lnTo>
                  <a:lnTo>
                    <a:pt x="668398" y="5131788"/>
                  </a:lnTo>
                  <a:lnTo>
                    <a:pt x="622951" y="5120180"/>
                  </a:lnTo>
                  <a:lnTo>
                    <a:pt x="578508" y="5106192"/>
                  </a:lnTo>
                  <a:lnTo>
                    <a:pt x="535141" y="5089895"/>
                  </a:lnTo>
                  <a:lnTo>
                    <a:pt x="492923" y="5071363"/>
                  </a:lnTo>
                  <a:lnTo>
                    <a:pt x="451926" y="5050667"/>
                  </a:lnTo>
                  <a:lnTo>
                    <a:pt x="412222" y="5027880"/>
                  </a:lnTo>
                  <a:lnTo>
                    <a:pt x="373885" y="5003076"/>
                  </a:lnTo>
                  <a:lnTo>
                    <a:pt x="336986" y="4976325"/>
                  </a:lnTo>
                  <a:lnTo>
                    <a:pt x="301598" y="4947701"/>
                  </a:lnTo>
                  <a:lnTo>
                    <a:pt x="267793" y="4917277"/>
                  </a:lnTo>
                  <a:lnTo>
                    <a:pt x="235644" y="4885124"/>
                  </a:lnTo>
                  <a:lnTo>
                    <a:pt x="205224" y="4851316"/>
                  </a:lnTo>
                  <a:lnTo>
                    <a:pt x="176604" y="4815924"/>
                  </a:lnTo>
                  <a:lnTo>
                    <a:pt x="149858" y="4779022"/>
                  </a:lnTo>
                  <a:lnTo>
                    <a:pt x="125057" y="4740681"/>
                  </a:lnTo>
                  <a:lnTo>
                    <a:pt x="102274" y="4700975"/>
                  </a:lnTo>
                  <a:lnTo>
                    <a:pt x="81582" y="4659975"/>
                  </a:lnTo>
                  <a:lnTo>
                    <a:pt x="63053" y="4617755"/>
                  </a:lnTo>
                  <a:lnTo>
                    <a:pt x="46759" y="4574386"/>
                  </a:lnTo>
                  <a:lnTo>
                    <a:pt x="32773" y="4529942"/>
                  </a:lnTo>
                  <a:lnTo>
                    <a:pt x="21168" y="4484495"/>
                  </a:lnTo>
                  <a:lnTo>
                    <a:pt x="12015" y="4438117"/>
                  </a:lnTo>
                  <a:lnTo>
                    <a:pt x="5388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 descr="page_40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38975" y="1171574"/>
              <a:ext cx="3810000" cy="507682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7552" y="6140450"/>
            <a:ext cx="14198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sz="900" b="1" spc="-60" dirty="0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sz="900" b="1" spc="-25" dirty="0">
                <a:solidFill>
                  <a:srgbClr val="5A636D"/>
                </a:solidFill>
                <a:latin typeface="Trebuchet MS"/>
                <a:cs typeface="Trebuchet MS"/>
              </a:rPr>
              <a:t>Patient</a:t>
            </a:r>
            <a:r>
              <a:rPr sz="900" b="1" spc="-15" dirty="0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5A636D"/>
                </a:solidFill>
                <a:latin typeface="Trebuchet MS"/>
                <a:cs typeface="Trebuchet MS"/>
              </a:rPr>
              <a:t>Profile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24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38900" y="6140450"/>
            <a:ext cx="19589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sz="900" b="1" spc="-50" dirty="0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5A636D"/>
                </a:solidFill>
                <a:latin typeface="Trebuchet MS"/>
                <a:cs typeface="Trebuchet MS"/>
              </a:rPr>
              <a:t>Medication</a:t>
            </a:r>
            <a:r>
              <a:rPr sz="900" b="1" spc="20" dirty="0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5A636D"/>
                </a:solidFill>
                <a:latin typeface="Trebuchet MS"/>
                <a:cs typeface="Trebuchet MS"/>
              </a:rPr>
              <a:t>Management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Use</a:t>
            </a:r>
            <a:r>
              <a:rPr spc="-310" dirty="0"/>
              <a:t> </a:t>
            </a:r>
            <a:r>
              <a:rPr dirty="0"/>
              <a:t>Case</a:t>
            </a:r>
            <a:r>
              <a:rPr spc="-225" dirty="0"/>
              <a:t> </a:t>
            </a:r>
            <a:r>
              <a:rPr spc="-75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280" y="353440"/>
            <a:ext cx="92201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08F95"/>
                </a:solidFill>
                <a:latin typeface="Trebuchet MS"/>
                <a:cs typeface="Trebuchet MS"/>
              </a:rPr>
              <a:t>SYSTEM</a:t>
            </a:r>
            <a:r>
              <a:rPr sz="900" b="1" spc="5" dirty="0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8F95"/>
                </a:solidFill>
                <a:latin typeface="Trebuchet MS"/>
                <a:cs typeface="Trebuchet MS"/>
              </a:rPr>
              <a:t>MODELS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3743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sz="1200" spc="-13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complete</a:t>
            </a:r>
            <a:r>
              <a:rPr sz="1200" spc="-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sz="1200" spc="-9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interaction</a:t>
            </a:r>
            <a:r>
              <a:rPr sz="1200" spc="-7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model</a:t>
            </a:r>
            <a:r>
              <a:rPr sz="1200" spc="-1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222C39"/>
                </a:solidFill>
                <a:latin typeface="Tahoma"/>
                <a:cs typeface="Tahoma"/>
              </a:rPr>
              <a:t>for</a:t>
            </a:r>
            <a:r>
              <a:rPr sz="1200" spc="-3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DPMTMS.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981011"/>
            <a:ext cx="11206480" cy="5596890"/>
            <a:chOff x="476238" y="981011"/>
            <a:chExt cx="11206480" cy="55968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100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6775" y="981011"/>
              <a:ext cx="10482326" cy="549122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28687" y="1024001"/>
              <a:ext cx="10363835" cy="5372100"/>
            </a:xfrm>
            <a:custGeom>
              <a:avLst/>
              <a:gdLst/>
              <a:ahLst/>
              <a:cxnLst/>
              <a:rect l="l" t="t" r="r" b="b"/>
              <a:pathLst>
                <a:path w="10363835" h="5372100">
                  <a:moveTo>
                    <a:pt x="9467786" y="0"/>
                  </a:moveTo>
                  <a:lnTo>
                    <a:pt x="895413" y="0"/>
                  </a:lnTo>
                  <a:lnTo>
                    <a:pt x="847857" y="1240"/>
                  </a:lnTo>
                  <a:lnTo>
                    <a:pt x="800948" y="4922"/>
                  </a:lnTo>
                  <a:lnTo>
                    <a:pt x="754747" y="10982"/>
                  </a:lnTo>
                  <a:lnTo>
                    <a:pt x="709317" y="19360"/>
                  </a:lnTo>
                  <a:lnTo>
                    <a:pt x="664719" y="29992"/>
                  </a:lnTo>
                  <a:lnTo>
                    <a:pt x="621015" y="42817"/>
                  </a:lnTo>
                  <a:lnTo>
                    <a:pt x="578268" y="57774"/>
                  </a:lnTo>
                  <a:lnTo>
                    <a:pt x="536538" y="74801"/>
                  </a:lnTo>
                  <a:lnTo>
                    <a:pt x="495888" y="93835"/>
                  </a:lnTo>
                  <a:lnTo>
                    <a:pt x="456379" y="114815"/>
                  </a:lnTo>
                  <a:lnTo>
                    <a:pt x="418074" y="137679"/>
                  </a:lnTo>
                  <a:lnTo>
                    <a:pt x="381035" y="162365"/>
                  </a:lnTo>
                  <a:lnTo>
                    <a:pt x="345322" y="188811"/>
                  </a:lnTo>
                  <a:lnTo>
                    <a:pt x="310999" y="216956"/>
                  </a:lnTo>
                  <a:lnTo>
                    <a:pt x="278127" y="246738"/>
                  </a:lnTo>
                  <a:lnTo>
                    <a:pt x="246768" y="278094"/>
                  </a:lnTo>
                  <a:lnTo>
                    <a:pt x="216983" y="310963"/>
                  </a:lnTo>
                  <a:lnTo>
                    <a:pt x="188835" y="345283"/>
                  </a:lnTo>
                  <a:lnTo>
                    <a:pt x="162386" y="380992"/>
                  </a:lnTo>
                  <a:lnTo>
                    <a:pt x="137697" y="418029"/>
                  </a:lnTo>
                  <a:lnTo>
                    <a:pt x="114830" y="456331"/>
                  </a:lnTo>
                  <a:lnTo>
                    <a:pt x="93848" y="495837"/>
                  </a:lnTo>
                  <a:lnTo>
                    <a:pt x="74811" y="536485"/>
                  </a:lnTo>
                  <a:lnTo>
                    <a:pt x="57783" y="578212"/>
                  </a:lnTo>
                  <a:lnTo>
                    <a:pt x="42824" y="620958"/>
                  </a:lnTo>
                  <a:lnTo>
                    <a:pt x="29996" y="664660"/>
                  </a:lnTo>
                  <a:lnTo>
                    <a:pt x="19362" y="709257"/>
                  </a:lnTo>
                  <a:lnTo>
                    <a:pt x="10984" y="754686"/>
                  </a:lnTo>
                  <a:lnTo>
                    <a:pt x="4923" y="800885"/>
                  </a:lnTo>
                  <a:lnTo>
                    <a:pt x="1241" y="847794"/>
                  </a:lnTo>
                  <a:lnTo>
                    <a:pt x="0" y="895350"/>
                  </a:lnTo>
                  <a:lnTo>
                    <a:pt x="0" y="4476623"/>
                  </a:lnTo>
                  <a:lnTo>
                    <a:pt x="1241" y="4524178"/>
                  </a:lnTo>
                  <a:lnTo>
                    <a:pt x="4923" y="4571087"/>
                  </a:lnTo>
                  <a:lnTo>
                    <a:pt x="10984" y="4617288"/>
                  </a:lnTo>
                  <a:lnTo>
                    <a:pt x="19362" y="4662718"/>
                  </a:lnTo>
                  <a:lnTo>
                    <a:pt x="29996" y="4707316"/>
                  </a:lnTo>
                  <a:lnTo>
                    <a:pt x="42824" y="4751020"/>
                  </a:lnTo>
                  <a:lnTo>
                    <a:pt x="57783" y="4793768"/>
                  </a:lnTo>
                  <a:lnTo>
                    <a:pt x="74811" y="4835498"/>
                  </a:lnTo>
                  <a:lnTo>
                    <a:pt x="93848" y="4876148"/>
                  </a:lnTo>
                  <a:lnTo>
                    <a:pt x="114830" y="4915656"/>
                  </a:lnTo>
                  <a:lnTo>
                    <a:pt x="137697" y="4953961"/>
                  </a:lnTo>
                  <a:lnTo>
                    <a:pt x="162386" y="4991001"/>
                  </a:lnTo>
                  <a:lnTo>
                    <a:pt x="188835" y="5026713"/>
                  </a:lnTo>
                  <a:lnTo>
                    <a:pt x="216983" y="5061036"/>
                  </a:lnTo>
                  <a:lnTo>
                    <a:pt x="246768" y="5093908"/>
                  </a:lnTo>
                  <a:lnTo>
                    <a:pt x="278127" y="5125268"/>
                  </a:lnTo>
                  <a:lnTo>
                    <a:pt x="310999" y="5155052"/>
                  </a:lnTo>
                  <a:lnTo>
                    <a:pt x="345322" y="5183200"/>
                  </a:lnTo>
                  <a:lnTo>
                    <a:pt x="381035" y="5209649"/>
                  </a:lnTo>
                  <a:lnTo>
                    <a:pt x="418074" y="5234338"/>
                  </a:lnTo>
                  <a:lnTo>
                    <a:pt x="456379" y="5257205"/>
                  </a:lnTo>
                  <a:lnTo>
                    <a:pt x="495888" y="5278188"/>
                  </a:lnTo>
                  <a:lnTo>
                    <a:pt x="536538" y="5297224"/>
                  </a:lnTo>
                  <a:lnTo>
                    <a:pt x="578268" y="5314253"/>
                  </a:lnTo>
                  <a:lnTo>
                    <a:pt x="621015" y="5329212"/>
                  </a:lnTo>
                  <a:lnTo>
                    <a:pt x="664719" y="5342039"/>
                  </a:lnTo>
                  <a:lnTo>
                    <a:pt x="709317" y="5352673"/>
                  </a:lnTo>
                  <a:lnTo>
                    <a:pt x="754747" y="5361052"/>
                  </a:lnTo>
                  <a:lnTo>
                    <a:pt x="800948" y="5367113"/>
                  </a:lnTo>
                  <a:lnTo>
                    <a:pt x="847857" y="5370795"/>
                  </a:lnTo>
                  <a:lnTo>
                    <a:pt x="895413" y="5372036"/>
                  </a:lnTo>
                  <a:lnTo>
                    <a:pt x="9467786" y="5372036"/>
                  </a:lnTo>
                  <a:lnTo>
                    <a:pt x="9515342" y="5370795"/>
                  </a:lnTo>
                  <a:lnTo>
                    <a:pt x="9562252" y="5367113"/>
                  </a:lnTo>
                  <a:lnTo>
                    <a:pt x="9608453" y="5361052"/>
                  </a:lnTo>
                  <a:lnTo>
                    <a:pt x="9653885" y="5352673"/>
                  </a:lnTo>
                  <a:lnTo>
                    <a:pt x="9698484" y="5342039"/>
                  </a:lnTo>
                  <a:lnTo>
                    <a:pt x="9742190" y="5329212"/>
                  </a:lnTo>
                  <a:lnTo>
                    <a:pt x="9784940" y="5314253"/>
                  </a:lnTo>
                  <a:lnTo>
                    <a:pt x="9826672" y="5297224"/>
                  </a:lnTo>
                  <a:lnTo>
                    <a:pt x="9867324" y="5278188"/>
                  </a:lnTo>
                  <a:lnTo>
                    <a:pt x="9906835" y="5257205"/>
                  </a:lnTo>
                  <a:lnTo>
                    <a:pt x="9945143" y="5234338"/>
                  </a:lnTo>
                  <a:lnTo>
                    <a:pt x="9982185" y="5209649"/>
                  </a:lnTo>
                  <a:lnTo>
                    <a:pt x="10017901" y="5183200"/>
                  </a:lnTo>
                  <a:lnTo>
                    <a:pt x="10052227" y="5155052"/>
                  </a:lnTo>
                  <a:lnTo>
                    <a:pt x="10085102" y="5125268"/>
                  </a:lnTo>
                  <a:lnTo>
                    <a:pt x="10116464" y="5093908"/>
                  </a:lnTo>
                  <a:lnTo>
                    <a:pt x="10146252" y="5061036"/>
                  </a:lnTo>
                  <a:lnTo>
                    <a:pt x="10174403" y="5026713"/>
                  </a:lnTo>
                  <a:lnTo>
                    <a:pt x="10200855" y="4991001"/>
                  </a:lnTo>
                  <a:lnTo>
                    <a:pt x="10225547" y="4953961"/>
                  </a:lnTo>
                  <a:lnTo>
                    <a:pt x="10248416" y="4915656"/>
                  </a:lnTo>
                  <a:lnTo>
                    <a:pt x="10269402" y="4876148"/>
                  </a:lnTo>
                  <a:lnTo>
                    <a:pt x="10288441" y="4835498"/>
                  </a:lnTo>
                  <a:lnTo>
                    <a:pt x="10305472" y="4793768"/>
                  </a:lnTo>
                  <a:lnTo>
                    <a:pt x="10320433" y="4751020"/>
                  </a:lnTo>
                  <a:lnTo>
                    <a:pt x="10333262" y="4707316"/>
                  </a:lnTo>
                  <a:lnTo>
                    <a:pt x="10343897" y="4662718"/>
                  </a:lnTo>
                  <a:lnTo>
                    <a:pt x="10352277" y="4617288"/>
                  </a:lnTo>
                  <a:lnTo>
                    <a:pt x="10358339" y="4571087"/>
                  </a:lnTo>
                  <a:lnTo>
                    <a:pt x="10362022" y="4524178"/>
                  </a:lnTo>
                  <a:lnTo>
                    <a:pt x="10363263" y="4476623"/>
                  </a:lnTo>
                  <a:lnTo>
                    <a:pt x="10363263" y="895350"/>
                  </a:lnTo>
                  <a:lnTo>
                    <a:pt x="10362022" y="847794"/>
                  </a:lnTo>
                  <a:lnTo>
                    <a:pt x="10358339" y="800885"/>
                  </a:lnTo>
                  <a:lnTo>
                    <a:pt x="10352277" y="754686"/>
                  </a:lnTo>
                  <a:lnTo>
                    <a:pt x="10343897" y="709257"/>
                  </a:lnTo>
                  <a:lnTo>
                    <a:pt x="10333262" y="664660"/>
                  </a:lnTo>
                  <a:lnTo>
                    <a:pt x="10320433" y="620958"/>
                  </a:lnTo>
                  <a:lnTo>
                    <a:pt x="10305472" y="578212"/>
                  </a:lnTo>
                  <a:lnTo>
                    <a:pt x="10288441" y="536485"/>
                  </a:lnTo>
                  <a:lnTo>
                    <a:pt x="10269402" y="495837"/>
                  </a:lnTo>
                  <a:lnTo>
                    <a:pt x="10248416" y="456331"/>
                  </a:lnTo>
                  <a:lnTo>
                    <a:pt x="10225547" y="418029"/>
                  </a:lnTo>
                  <a:lnTo>
                    <a:pt x="10200855" y="380992"/>
                  </a:lnTo>
                  <a:lnTo>
                    <a:pt x="10174403" y="345283"/>
                  </a:lnTo>
                  <a:lnTo>
                    <a:pt x="10146252" y="310963"/>
                  </a:lnTo>
                  <a:lnTo>
                    <a:pt x="10116464" y="278094"/>
                  </a:lnTo>
                  <a:lnTo>
                    <a:pt x="10085102" y="246738"/>
                  </a:lnTo>
                  <a:lnTo>
                    <a:pt x="10052227" y="216956"/>
                  </a:lnTo>
                  <a:lnTo>
                    <a:pt x="10017901" y="188811"/>
                  </a:lnTo>
                  <a:lnTo>
                    <a:pt x="9982185" y="162365"/>
                  </a:lnTo>
                  <a:lnTo>
                    <a:pt x="9945143" y="137679"/>
                  </a:lnTo>
                  <a:lnTo>
                    <a:pt x="9906835" y="114815"/>
                  </a:lnTo>
                  <a:lnTo>
                    <a:pt x="9867324" y="93835"/>
                  </a:lnTo>
                  <a:lnTo>
                    <a:pt x="9826672" y="74801"/>
                  </a:lnTo>
                  <a:lnTo>
                    <a:pt x="9784940" y="57774"/>
                  </a:lnTo>
                  <a:lnTo>
                    <a:pt x="9742190" y="42817"/>
                  </a:lnTo>
                  <a:lnTo>
                    <a:pt x="9698484" y="29992"/>
                  </a:lnTo>
                  <a:lnTo>
                    <a:pt x="9653885" y="19360"/>
                  </a:lnTo>
                  <a:lnTo>
                    <a:pt x="9608453" y="10982"/>
                  </a:lnTo>
                  <a:lnTo>
                    <a:pt x="9562252" y="4922"/>
                  </a:lnTo>
                  <a:lnTo>
                    <a:pt x="9515342" y="1240"/>
                  </a:lnTo>
                  <a:lnTo>
                    <a:pt x="9467786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28687" y="1024001"/>
              <a:ext cx="10363835" cy="5372100"/>
            </a:xfrm>
            <a:custGeom>
              <a:avLst/>
              <a:gdLst/>
              <a:ahLst/>
              <a:cxnLst/>
              <a:rect l="l" t="t" r="r" b="b"/>
              <a:pathLst>
                <a:path w="10363835" h="5372100">
                  <a:moveTo>
                    <a:pt x="0" y="895350"/>
                  </a:moveTo>
                  <a:lnTo>
                    <a:pt x="1241" y="847794"/>
                  </a:lnTo>
                  <a:lnTo>
                    <a:pt x="4923" y="800885"/>
                  </a:lnTo>
                  <a:lnTo>
                    <a:pt x="10984" y="754686"/>
                  </a:lnTo>
                  <a:lnTo>
                    <a:pt x="19362" y="709257"/>
                  </a:lnTo>
                  <a:lnTo>
                    <a:pt x="29996" y="664660"/>
                  </a:lnTo>
                  <a:lnTo>
                    <a:pt x="42824" y="620958"/>
                  </a:lnTo>
                  <a:lnTo>
                    <a:pt x="57783" y="578212"/>
                  </a:lnTo>
                  <a:lnTo>
                    <a:pt x="74811" y="536485"/>
                  </a:lnTo>
                  <a:lnTo>
                    <a:pt x="93848" y="495837"/>
                  </a:lnTo>
                  <a:lnTo>
                    <a:pt x="114830" y="456331"/>
                  </a:lnTo>
                  <a:lnTo>
                    <a:pt x="137697" y="418029"/>
                  </a:lnTo>
                  <a:lnTo>
                    <a:pt x="162386" y="380992"/>
                  </a:lnTo>
                  <a:lnTo>
                    <a:pt x="188835" y="345283"/>
                  </a:lnTo>
                  <a:lnTo>
                    <a:pt x="216983" y="310963"/>
                  </a:lnTo>
                  <a:lnTo>
                    <a:pt x="246768" y="278094"/>
                  </a:lnTo>
                  <a:lnTo>
                    <a:pt x="278127" y="246738"/>
                  </a:lnTo>
                  <a:lnTo>
                    <a:pt x="310999" y="216956"/>
                  </a:lnTo>
                  <a:lnTo>
                    <a:pt x="345322" y="188811"/>
                  </a:lnTo>
                  <a:lnTo>
                    <a:pt x="381035" y="162365"/>
                  </a:lnTo>
                  <a:lnTo>
                    <a:pt x="418074" y="137679"/>
                  </a:lnTo>
                  <a:lnTo>
                    <a:pt x="456379" y="114815"/>
                  </a:lnTo>
                  <a:lnTo>
                    <a:pt x="495888" y="93835"/>
                  </a:lnTo>
                  <a:lnTo>
                    <a:pt x="536538" y="74801"/>
                  </a:lnTo>
                  <a:lnTo>
                    <a:pt x="578268" y="57774"/>
                  </a:lnTo>
                  <a:lnTo>
                    <a:pt x="621015" y="42817"/>
                  </a:lnTo>
                  <a:lnTo>
                    <a:pt x="664719" y="29992"/>
                  </a:lnTo>
                  <a:lnTo>
                    <a:pt x="709317" y="19360"/>
                  </a:lnTo>
                  <a:lnTo>
                    <a:pt x="754747" y="10982"/>
                  </a:lnTo>
                  <a:lnTo>
                    <a:pt x="800948" y="4922"/>
                  </a:lnTo>
                  <a:lnTo>
                    <a:pt x="847857" y="1240"/>
                  </a:lnTo>
                  <a:lnTo>
                    <a:pt x="895413" y="0"/>
                  </a:lnTo>
                  <a:lnTo>
                    <a:pt x="9467786" y="0"/>
                  </a:lnTo>
                  <a:lnTo>
                    <a:pt x="9515342" y="1240"/>
                  </a:lnTo>
                  <a:lnTo>
                    <a:pt x="9562252" y="4922"/>
                  </a:lnTo>
                  <a:lnTo>
                    <a:pt x="9608453" y="10982"/>
                  </a:lnTo>
                  <a:lnTo>
                    <a:pt x="9653885" y="19360"/>
                  </a:lnTo>
                  <a:lnTo>
                    <a:pt x="9698484" y="29992"/>
                  </a:lnTo>
                  <a:lnTo>
                    <a:pt x="9742190" y="42817"/>
                  </a:lnTo>
                  <a:lnTo>
                    <a:pt x="9784940" y="57774"/>
                  </a:lnTo>
                  <a:lnTo>
                    <a:pt x="9826672" y="74801"/>
                  </a:lnTo>
                  <a:lnTo>
                    <a:pt x="9867324" y="93835"/>
                  </a:lnTo>
                  <a:lnTo>
                    <a:pt x="9906835" y="114815"/>
                  </a:lnTo>
                  <a:lnTo>
                    <a:pt x="9945143" y="137679"/>
                  </a:lnTo>
                  <a:lnTo>
                    <a:pt x="9982185" y="162365"/>
                  </a:lnTo>
                  <a:lnTo>
                    <a:pt x="10017901" y="188811"/>
                  </a:lnTo>
                  <a:lnTo>
                    <a:pt x="10052227" y="216956"/>
                  </a:lnTo>
                  <a:lnTo>
                    <a:pt x="10085102" y="246738"/>
                  </a:lnTo>
                  <a:lnTo>
                    <a:pt x="10116464" y="278094"/>
                  </a:lnTo>
                  <a:lnTo>
                    <a:pt x="10146252" y="310963"/>
                  </a:lnTo>
                  <a:lnTo>
                    <a:pt x="10174403" y="345283"/>
                  </a:lnTo>
                  <a:lnTo>
                    <a:pt x="10200855" y="380992"/>
                  </a:lnTo>
                  <a:lnTo>
                    <a:pt x="10225547" y="418029"/>
                  </a:lnTo>
                  <a:lnTo>
                    <a:pt x="10248416" y="456331"/>
                  </a:lnTo>
                  <a:lnTo>
                    <a:pt x="10269402" y="495837"/>
                  </a:lnTo>
                  <a:lnTo>
                    <a:pt x="10288441" y="536485"/>
                  </a:lnTo>
                  <a:lnTo>
                    <a:pt x="10305472" y="578212"/>
                  </a:lnTo>
                  <a:lnTo>
                    <a:pt x="10320433" y="620958"/>
                  </a:lnTo>
                  <a:lnTo>
                    <a:pt x="10333262" y="664660"/>
                  </a:lnTo>
                  <a:lnTo>
                    <a:pt x="10343897" y="709257"/>
                  </a:lnTo>
                  <a:lnTo>
                    <a:pt x="10352277" y="754686"/>
                  </a:lnTo>
                  <a:lnTo>
                    <a:pt x="10358339" y="800885"/>
                  </a:lnTo>
                  <a:lnTo>
                    <a:pt x="10362022" y="847794"/>
                  </a:lnTo>
                  <a:lnTo>
                    <a:pt x="10363263" y="895350"/>
                  </a:lnTo>
                  <a:lnTo>
                    <a:pt x="10363263" y="4476623"/>
                  </a:lnTo>
                  <a:lnTo>
                    <a:pt x="10362022" y="4524178"/>
                  </a:lnTo>
                  <a:lnTo>
                    <a:pt x="10358339" y="4571087"/>
                  </a:lnTo>
                  <a:lnTo>
                    <a:pt x="10352277" y="4617288"/>
                  </a:lnTo>
                  <a:lnTo>
                    <a:pt x="10343897" y="4662718"/>
                  </a:lnTo>
                  <a:lnTo>
                    <a:pt x="10333262" y="4707316"/>
                  </a:lnTo>
                  <a:lnTo>
                    <a:pt x="10320433" y="4751020"/>
                  </a:lnTo>
                  <a:lnTo>
                    <a:pt x="10305472" y="4793768"/>
                  </a:lnTo>
                  <a:lnTo>
                    <a:pt x="10288441" y="4835498"/>
                  </a:lnTo>
                  <a:lnTo>
                    <a:pt x="10269402" y="4876148"/>
                  </a:lnTo>
                  <a:lnTo>
                    <a:pt x="10248416" y="4915656"/>
                  </a:lnTo>
                  <a:lnTo>
                    <a:pt x="10225547" y="4953961"/>
                  </a:lnTo>
                  <a:lnTo>
                    <a:pt x="10200855" y="4991001"/>
                  </a:lnTo>
                  <a:lnTo>
                    <a:pt x="10174403" y="5026713"/>
                  </a:lnTo>
                  <a:lnTo>
                    <a:pt x="10146252" y="5061036"/>
                  </a:lnTo>
                  <a:lnTo>
                    <a:pt x="10116464" y="5093908"/>
                  </a:lnTo>
                  <a:lnTo>
                    <a:pt x="10085102" y="5125268"/>
                  </a:lnTo>
                  <a:lnTo>
                    <a:pt x="10052227" y="5155052"/>
                  </a:lnTo>
                  <a:lnTo>
                    <a:pt x="10017901" y="5183200"/>
                  </a:lnTo>
                  <a:lnTo>
                    <a:pt x="9982185" y="5209649"/>
                  </a:lnTo>
                  <a:lnTo>
                    <a:pt x="9945143" y="5234338"/>
                  </a:lnTo>
                  <a:lnTo>
                    <a:pt x="9906835" y="5257205"/>
                  </a:lnTo>
                  <a:lnTo>
                    <a:pt x="9867324" y="5278188"/>
                  </a:lnTo>
                  <a:lnTo>
                    <a:pt x="9826672" y="5297224"/>
                  </a:lnTo>
                  <a:lnTo>
                    <a:pt x="9784940" y="5314253"/>
                  </a:lnTo>
                  <a:lnTo>
                    <a:pt x="9742190" y="5329212"/>
                  </a:lnTo>
                  <a:lnTo>
                    <a:pt x="9698484" y="5342039"/>
                  </a:lnTo>
                  <a:lnTo>
                    <a:pt x="9653885" y="5352673"/>
                  </a:lnTo>
                  <a:lnTo>
                    <a:pt x="9608453" y="5361052"/>
                  </a:lnTo>
                  <a:lnTo>
                    <a:pt x="9562252" y="5367113"/>
                  </a:lnTo>
                  <a:lnTo>
                    <a:pt x="9515342" y="5370795"/>
                  </a:lnTo>
                  <a:lnTo>
                    <a:pt x="9467786" y="5372036"/>
                  </a:lnTo>
                  <a:lnTo>
                    <a:pt x="895413" y="5372036"/>
                  </a:lnTo>
                  <a:lnTo>
                    <a:pt x="847857" y="5370795"/>
                  </a:lnTo>
                  <a:lnTo>
                    <a:pt x="800948" y="5367113"/>
                  </a:lnTo>
                  <a:lnTo>
                    <a:pt x="754747" y="5361052"/>
                  </a:lnTo>
                  <a:lnTo>
                    <a:pt x="709317" y="5352673"/>
                  </a:lnTo>
                  <a:lnTo>
                    <a:pt x="664719" y="5342039"/>
                  </a:lnTo>
                  <a:lnTo>
                    <a:pt x="621015" y="5329212"/>
                  </a:lnTo>
                  <a:lnTo>
                    <a:pt x="578268" y="5314253"/>
                  </a:lnTo>
                  <a:lnTo>
                    <a:pt x="536538" y="5297224"/>
                  </a:lnTo>
                  <a:lnTo>
                    <a:pt x="495888" y="5278188"/>
                  </a:lnTo>
                  <a:lnTo>
                    <a:pt x="456379" y="5257205"/>
                  </a:lnTo>
                  <a:lnTo>
                    <a:pt x="418074" y="5234338"/>
                  </a:lnTo>
                  <a:lnTo>
                    <a:pt x="381035" y="5209649"/>
                  </a:lnTo>
                  <a:lnTo>
                    <a:pt x="345322" y="5183200"/>
                  </a:lnTo>
                  <a:lnTo>
                    <a:pt x="310999" y="5155052"/>
                  </a:lnTo>
                  <a:lnTo>
                    <a:pt x="278127" y="5125268"/>
                  </a:lnTo>
                  <a:lnTo>
                    <a:pt x="246768" y="5093908"/>
                  </a:lnTo>
                  <a:lnTo>
                    <a:pt x="216983" y="5061036"/>
                  </a:lnTo>
                  <a:lnTo>
                    <a:pt x="188835" y="5026713"/>
                  </a:lnTo>
                  <a:lnTo>
                    <a:pt x="162386" y="4991001"/>
                  </a:lnTo>
                  <a:lnTo>
                    <a:pt x="137697" y="4953961"/>
                  </a:lnTo>
                  <a:lnTo>
                    <a:pt x="114830" y="4915656"/>
                  </a:lnTo>
                  <a:lnTo>
                    <a:pt x="93848" y="4876148"/>
                  </a:lnTo>
                  <a:lnTo>
                    <a:pt x="74811" y="4835498"/>
                  </a:lnTo>
                  <a:lnTo>
                    <a:pt x="57783" y="4793768"/>
                  </a:lnTo>
                  <a:lnTo>
                    <a:pt x="42824" y="4751020"/>
                  </a:lnTo>
                  <a:lnTo>
                    <a:pt x="29996" y="4707316"/>
                  </a:lnTo>
                  <a:lnTo>
                    <a:pt x="19362" y="4662718"/>
                  </a:lnTo>
                  <a:lnTo>
                    <a:pt x="10984" y="4617288"/>
                  </a:lnTo>
                  <a:lnTo>
                    <a:pt x="4923" y="4571087"/>
                  </a:lnTo>
                  <a:lnTo>
                    <a:pt x="1241" y="4524178"/>
                  </a:lnTo>
                  <a:lnTo>
                    <a:pt x="0" y="4476623"/>
                  </a:lnTo>
                  <a:lnTo>
                    <a:pt x="0" y="89535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5999" y="1190625"/>
              <a:ext cx="8048625" cy="5105400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1977" y="297180"/>
            <a:ext cx="4166235" cy="4289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DFD</a:t>
            </a:r>
            <a:r>
              <a:rPr spc="-310" dirty="0"/>
              <a:t> </a:t>
            </a:r>
            <a:r>
              <a:rPr spc="-145" dirty="0"/>
              <a:t>Level</a:t>
            </a:r>
            <a:r>
              <a:rPr spc="-275" dirty="0"/>
              <a:t> </a:t>
            </a:r>
            <a:r>
              <a:rPr spc="-135" dirty="0"/>
              <a:t>0</a:t>
            </a:r>
            <a:r>
              <a:rPr spc="-275" dirty="0"/>
              <a:t> </a:t>
            </a:r>
            <a:r>
              <a:rPr spc="495" dirty="0"/>
              <a:t>—</a:t>
            </a:r>
            <a:r>
              <a:rPr spc="-275" dirty="0"/>
              <a:t> </a:t>
            </a:r>
            <a:r>
              <a:rPr spc="-135" dirty="0"/>
              <a:t>Context</a:t>
            </a:r>
            <a:r>
              <a:rPr spc="-275" dirty="0"/>
              <a:t> </a:t>
            </a:r>
            <a:r>
              <a:rPr spc="-55" dirty="0"/>
              <a:t>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280" y="353440"/>
            <a:ext cx="92201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08F95"/>
                </a:solidFill>
                <a:latin typeface="Trebuchet MS"/>
                <a:cs typeface="Trebuchet MS"/>
              </a:rPr>
              <a:t>SYSTEM</a:t>
            </a:r>
            <a:r>
              <a:rPr sz="900" b="1" spc="5" dirty="0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8F95"/>
                </a:solidFill>
                <a:latin typeface="Trebuchet MS"/>
                <a:cs typeface="Trebuchet MS"/>
              </a:rPr>
              <a:t>MODELS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612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22C39"/>
                </a:solidFill>
                <a:latin typeface="Tahoma"/>
                <a:cs typeface="Tahoma"/>
              </a:rPr>
              <a:t>High-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level</a:t>
            </a:r>
            <a:r>
              <a:rPr sz="1200" spc="-5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222C39"/>
                </a:solidFill>
                <a:latin typeface="Tahoma"/>
                <a:cs typeface="Tahoma"/>
              </a:rPr>
              <a:t>d</a:t>
            </a:r>
            <a:r>
              <a:rPr lang="en-US" sz="1200" spc="-20" dirty="0">
                <a:solidFill>
                  <a:srgbClr val="222C39"/>
                </a:solidFill>
                <a:latin typeface="Tahoma"/>
                <a:cs typeface="Tahoma"/>
              </a:rPr>
              <a:t>a</a:t>
            </a:r>
            <a:r>
              <a:rPr sz="1200" spc="-20" dirty="0">
                <a:solidFill>
                  <a:srgbClr val="222C39"/>
                </a:solidFill>
                <a:latin typeface="Tahoma"/>
                <a:cs typeface="Tahoma"/>
              </a:rPr>
              <a:t>ta</a:t>
            </a:r>
            <a:r>
              <a:rPr sz="1200" spc="-7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222C39"/>
                </a:solidFill>
                <a:latin typeface="Tahoma"/>
                <a:cs typeface="Tahoma"/>
              </a:rPr>
              <a:t>exchange</a:t>
            </a:r>
            <a:r>
              <a:rPr sz="1200" spc="-7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222C39"/>
                </a:solidFill>
                <a:latin typeface="Tahoma"/>
                <a:cs typeface="Tahoma"/>
              </a:rPr>
              <a:t>between</a:t>
            </a:r>
            <a:r>
              <a:rPr sz="1200" spc="-10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sz="1200" spc="-7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222C39"/>
                </a:solidFill>
                <a:latin typeface="Tahoma"/>
                <a:cs typeface="Tahoma"/>
              </a:rPr>
              <a:t>DPMTMS</a:t>
            </a:r>
            <a:r>
              <a:rPr sz="1200" spc="-3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sz="1200" spc="-114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its</a:t>
            </a:r>
            <a:r>
              <a:rPr sz="1200" spc="-10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222C39"/>
                </a:solidFill>
                <a:latin typeface="Tahoma"/>
                <a:cs typeface="Tahoma"/>
              </a:rPr>
              <a:t>external</a:t>
            </a:r>
            <a:r>
              <a:rPr sz="1200" spc="-1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users.</a:t>
            </a:r>
            <a:endParaRPr sz="1200" dirty="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90586" y="1095286"/>
            <a:ext cx="10187305" cy="5224780"/>
            <a:chOff x="990586" y="1095286"/>
            <a:chExt cx="10187305" cy="52247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0586" y="1095286"/>
              <a:ext cx="10187077" cy="52245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23937" y="1109725"/>
              <a:ext cx="10125710" cy="5153025"/>
            </a:xfrm>
            <a:custGeom>
              <a:avLst/>
              <a:gdLst/>
              <a:ahLst/>
              <a:cxnLst/>
              <a:rect l="l" t="t" r="r" b="b"/>
              <a:pathLst>
                <a:path w="10125710" h="5153025">
                  <a:moveTo>
                    <a:pt x="9266237" y="0"/>
                  </a:moveTo>
                  <a:lnTo>
                    <a:pt x="858837" y="0"/>
                  </a:lnTo>
                  <a:lnTo>
                    <a:pt x="810099" y="1359"/>
                  </a:lnTo>
                  <a:lnTo>
                    <a:pt x="762075" y="5388"/>
                  </a:lnTo>
                  <a:lnTo>
                    <a:pt x="714837" y="12015"/>
                  </a:lnTo>
                  <a:lnTo>
                    <a:pt x="668458" y="21168"/>
                  </a:lnTo>
                  <a:lnTo>
                    <a:pt x="623009" y="32773"/>
                  </a:lnTo>
                  <a:lnTo>
                    <a:pt x="578564" y="46759"/>
                  </a:lnTo>
                  <a:lnTo>
                    <a:pt x="535195" y="63053"/>
                  </a:lnTo>
                  <a:lnTo>
                    <a:pt x="492974" y="81582"/>
                  </a:lnTo>
                  <a:lnTo>
                    <a:pt x="451975" y="102274"/>
                  </a:lnTo>
                  <a:lnTo>
                    <a:pt x="412268" y="125057"/>
                  </a:lnTo>
                  <a:lnTo>
                    <a:pt x="373928" y="149858"/>
                  </a:lnTo>
                  <a:lnTo>
                    <a:pt x="337026" y="176604"/>
                  </a:lnTo>
                  <a:lnTo>
                    <a:pt x="301634" y="205224"/>
                  </a:lnTo>
                  <a:lnTo>
                    <a:pt x="267826" y="235644"/>
                  </a:lnTo>
                  <a:lnTo>
                    <a:pt x="235674" y="267793"/>
                  </a:lnTo>
                  <a:lnTo>
                    <a:pt x="205251" y="301598"/>
                  </a:lnTo>
                  <a:lnTo>
                    <a:pt x="176628" y="336986"/>
                  </a:lnTo>
                  <a:lnTo>
                    <a:pt x="149878" y="373885"/>
                  </a:lnTo>
                  <a:lnTo>
                    <a:pt x="125074" y="412222"/>
                  </a:lnTo>
                  <a:lnTo>
                    <a:pt x="102288" y="451926"/>
                  </a:lnTo>
                  <a:lnTo>
                    <a:pt x="81594" y="492923"/>
                  </a:lnTo>
                  <a:lnTo>
                    <a:pt x="63062" y="535141"/>
                  </a:lnTo>
                  <a:lnTo>
                    <a:pt x="46766" y="578508"/>
                  </a:lnTo>
                  <a:lnTo>
                    <a:pt x="32778" y="622951"/>
                  </a:lnTo>
                  <a:lnTo>
                    <a:pt x="21171" y="668398"/>
                  </a:lnTo>
                  <a:lnTo>
                    <a:pt x="12017" y="714776"/>
                  </a:lnTo>
                  <a:lnTo>
                    <a:pt x="5389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9" y="4390881"/>
                  </a:lnTo>
                  <a:lnTo>
                    <a:pt x="12017" y="4438117"/>
                  </a:lnTo>
                  <a:lnTo>
                    <a:pt x="21171" y="4484495"/>
                  </a:lnTo>
                  <a:lnTo>
                    <a:pt x="32778" y="4529942"/>
                  </a:lnTo>
                  <a:lnTo>
                    <a:pt x="46766" y="4574386"/>
                  </a:lnTo>
                  <a:lnTo>
                    <a:pt x="63062" y="4617755"/>
                  </a:lnTo>
                  <a:lnTo>
                    <a:pt x="81594" y="4659975"/>
                  </a:lnTo>
                  <a:lnTo>
                    <a:pt x="102288" y="4700975"/>
                  </a:lnTo>
                  <a:lnTo>
                    <a:pt x="125074" y="4740681"/>
                  </a:lnTo>
                  <a:lnTo>
                    <a:pt x="149878" y="4779022"/>
                  </a:lnTo>
                  <a:lnTo>
                    <a:pt x="176628" y="4815924"/>
                  </a:lnTo>
                  <a:lnTo>
                    <a:pt x="205251" y="4851316"/>
                  </a:lnTo>
                  <a:lnTo>
                    <a:pt x="235674" y="4885124"/>
                  </a:lnTo>
                  <a:lnTo>
                    <a:pt x="267826" y="4917277"/>
                  </a:lnTo>
                  <a:lnTo>
                    <a:pt x="301634" y="4947701"/>
                  </a:lnTo>
                  <a:lnTo>
                    <a:pt x="337026" y="4976325"/>
                  </a:lnTo>
                  <a:lnTo>
                    <a:pt x="373928" y="5003076"/>
                  </a:lnTo>
                  <a:lnTo>
                    <a:pt x="412268" y="5027880"/>
                  </a:lnTo>
                  <a:lnTo>
                    <a:pt x="451975" y="5050667"/>
                  </a:lnTo>
                  <a:lnTo>
                    <a:pt x="492974" y="5071363"/>
                  </a:lnTo>
                  <a:lnTo>
                    <a:pt x="535195" y="5089895"/>
                  </a:lnTo>
                  <a:lnTo>
                    <a:pt x="578564" y="5106192"/>
                  </a:lnTo>
                  <a:lnTo>
                    <a:pt x="623009" y="5120180"/>
                  </a:lnTo>
                  <a:lnTo>
                    <a:pt x="668458" y="5131788"/>
                  </a:lnTo>
                  <a:lnTo>
                    <a:pt x="714837" y="5140942"/>
                  </a:lnTo>
                  <a:lnTo>
                    <a:pt x="762075" y="5147571"/>
                  </a:lnTo>
                  <a:lnTo>
                    <a:pt x="810099" y="5151601"/>
                  </a:lnTo>
                  <a:lnTo>
                    <a:pt x="858837" y="5152961"/>
                  </a:lnTo>
                  <a:lnTo>
                    <a:pt x="9266237" y="5152961"/>
                  </a:lnTo>
                  <a:lnTo>
                    <a:pt x="9314975" y="5151601"/>
                  </a:lnTo>
                  <a:lnTo>
                    <a:pt x="9362999" y="5147571"/>
                  </a:lnTo>
                  <a:lnTo>
                    <a:pt x="9410239" y="5140942"/>
                  </a:lnTo>
                  <a:lnTo>
                    <a:pt x="9456619" y="5131788"/>
                  </a:lnTo>
                  <a:lnTo>
                    <a:pt x="9502070" y="5120180"/>
                  </a:lnTo>
                  <a:lnTo>
                    <a:pt x="9546517" y="5106192"/>
                  </a:lnTo>
                  <a:lnTo>
                    <a:pt x="9589888" y="5089895"/>
                  </a:lnTo>
                  <a:lnTo>
                    <a:pt x="9632112" y="5071363"/>
                  </a:lnTo>
                  <a:lnTo>
                    <a:pt x="9673114" y="5050667"/>
                  </a:lnTo>
                  <a:lnTo>
                    <a:pt x="9712823" y="5027880"/>
                  </a:lnTo>
                  <a:lnTo>
                    <a:pt x="9751167" y="5003076"/>
                  </a:lnTo>
                  <a:lnTo>
                    <a:pt x="9788072" y="4976325"/>
                  </a:lnTo>
                  <a:lnTo>
                    <a:pt x="9823467" y="4947701"/>
                  </a:lnTo>
                  <a:lnTo>
                    <a:pt x="9857278" y="4917277"/>
                  </a:lnTo>
                  <a:lnTo>
                    <a:pt x="9889433" y="4885124"/>
                  </a:lnTo>
                  <a:lnTo>
                    <a:pt x="9919860" y="4851316"/>
                  </a:lnTo>
                  <a:lnTo>
                    <a:pt x="9948486" y="4815924"/>
                  </a:lnTo>
                  <a:lnTo>
                    <a:pt x="9975239" y="4779022"/>
                  </a:lnTo>
                  <a:lnTo>
                    <a:pt x="10000046" y="4740681"/>
                  </a:lnTo>
                  <a:lnTo>
                    <a:pt x="10022834" y="4700975"/>
                  </a:lnTo>
                  <a:lnTo>
                    <a:pt x="10043532" y="4659975"/>
                  </a:lnTo>
                  <a:lnTo>
                    <a:pt x="10062066" y="4617755"/>
                  </a:lnTo>
                  <a:lnTo>
                    <a:pt x="10078364" y="4574386"/>
                  </a:lnTo>
                  <a:lnTo>
                    <a:pt x="10092354" y="4529942"/>
                  </a:lnTo>
                  <a:lnTo>
                    <a:pt x="10103963" y="4484495"/>
                  </a:lnTo>
                  <a:lnTo>
                    <a:pt x="10113118" y="4438117"/>
                  </a:lnTo>
                  <a:lnTo>
                    <a:pt x="10119748" y="4390881"/>
                  </a:lnTo>
                  <a:lnTo>
                    <a:pt x="10123778" y="4342859"/>
                  </a:lnTo>
                  <a:lnTo>
                    <a:pt x="10125138" y="4294124"/>
                  </a:lnTo>
                  <a:lnTo>
                    <a:pt x="10125138" y="858774"/>
                  </a:lnTo>
                  <a:lnTo>
                    <a:pt x="10123778" y="810036"/>
                  </a:lnTo>
                  <a:lnTo>
                    <a:pt x="10119748" y="762013"/>
                  </a:lnTo>
                  <a:lnTo>
                    <a:pt x="10113118" y="714776"/>
                  </a:lnTo>
                  <a:lnTo>
                    <a:pt x="10103963" y="668398"/>
                  </a:lnTo>
                  <a:lnTo>
                    <a:pt x="10092354" y="622951"/>
                  </a:lnTo>
                  <a:lnTo>
                    <a:pt x="10078364" y="578508"/>
                  </a:lnTo>
                  <a:lnTo>
                    <a:pt x="10062066" y="535141"/>
                  </a:lnTo>
                  <a:lnTo>
                    <a:pt x="10043532" y="492923"/>
                  </a:lnTo>
                  <a:lnTo>
                    <a:pt x="10022834" y="451926"/>
                  </a:lnTo>
                  <a:lnTo>
                    <a:pt x="10000046" y="412222"/>
                  </a:lnTo>
                  <a:lnTo>
                    <a:pt x="9975239" y="373885"/>
                  </a:lnTo>
                  <a:lnTo>
                    <a:pt x="9948486" y="336986"/>
                  </a:lnTo>
                  <a:lnTo>
                    <a:pt x="9919860" y="301598"/>
                  </a:lnTo>
                  <a:lnTo>
                    <a:pt x="9889433" y="267793"/>
                  </a:lnTo>
                  <a:lnTo>
                    <a:pt x="9857278" y="235644"/>
                  </a:lnTo>
                  <a:lnTo>
                    <a:pt x="9823467" y="205224"/>
                  </a:lnTo>
                  <a:lnTo>
                    <a:pt x="9788072" y="176604"/>
                  </a:lnTo>
                  <a:lnTo>
                    <a:pt x="9751167" y="149858"/>
                  </a:lnTo>
                  <a:lnTo>
                    <a:pt x="9712823" y="125057"/>
                  </a:lnTo>
                  <a:lnTo>
                    <a:pt x="9673114" y="102274"/>
                  </a:lnTo>
                  <a:lnTo>
                    <a:pt x="9632112" y="81582"/>
                  </a:lnTo>
                  <a:lnTo>
                    <a:pt x="9589888" y="63053"/>
                  </a:lnTo>
                  <a:lnTo>
                    <a:pt x="9546517" y="46759"/>
                  </a:lnTo>
                  <a:lnTo>
                    <a:pt x="9502070" y="32773"/>
                  </a:lnTo>
                  <a:lnTo>
                    <a:pt x="9456619" y="21168"/>
                  </a:lnTo>
                  <a:lnTo>
                    <a:pt x="9410239" y="12015"/>
                  </a:lnTo>
                  <a:lnTo>
                    <a:pt x="9362999" y="5388"/>
                  </a:lnTo>
                  <a:lnTo>
                    <a:pt x="9314975" y="1359"/>
                  </a:lnTo>
                  <a:lnTo>
                    <a:pt x="9266237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23937" y="1109725"/>
              <a:ext cx="10125710" cy="5153025"/>
            </a:xfrm>
            <a:custGeom>
              <a:avLst/>
              <a:gdLst/>
              <a:ahLst/>
              <a:cxnLst/>
              <a:rect l="l" t="t" r="r" b="b"/>
              <a:pathLst>
                <a:path w="10125710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9" y="762013"/>
                  </a:lnTo>
                  <a:lnTo>
                    <a:pt x="12017" y="714776"/>
                  </a:lnTo>
                  <a:lnTo>
                    <a:pt x="21171" y="668398"/>
                  </a:lnTo>
                  <a:lnTo>
                    <a:pt x="32778" y="622951"/>
                  </a:lnTo>
                  <a:lnTo>
                    <a:pt x="46766" y="578508"/>
                  </a:lnTo>
                  <a:lnTo>
                    <a:pt x="63062" y="535141"/>
                  </a:lnTo>
                  <a:lnTo>
                    <a:pt x="81594" y="492923"/>
                  </a:lnTo>
                  <a:lnTo>
                    <a:pt x="102288" y="451926"/>
                  </a:lnTo>
                  <a:lnTo>
                    <a:pt x="125074" y="412222"/>
                  </a:lnTo>
                  <a:lnTo>
                    <a:pt x="149878" y="373885"/>
                  </a:lnTo>
                  <a:lnTo>
                    <a:pt x="176628" y="336986"/>
                  </a:lnTo>
                  <a:lnTo>
                    <a:pt x="205251" y="301598"/>
                  </a:lnTo>
                  <a:lnTo>
                    <a:pt x="235674" y="267793"/>
                  </a:lnTo>
                  <a:lnTo>
                    <a:pt x="267826" y="235644"/>
                  </a:lnTo>
                  <a:lnTo>
                    <a:pt x="301634" y="205224"/>
                  </a:lnTo>
                  <a:lnTo>
                    <a:pt x="337026" y="176604"/>
                  </a:lnTo>
                  <a:lnTo>
                    <a:pt x="373928" y="149858"/>
                  </a:lnTo>
                  <a:lnTo>
                    <a:pt x="412268" y="125057"/>
                  </a:lnTo>
                  <a:lnTo>
                    <a:pt x="451975" y="102274"/>
                  </a:lnTo>
                  <a:lnTo>
                    <a:pt x="492974" y="81582"/>
                  </a:lnTo>
                  <a:lnTo>
                    <a:pt x="535195" y="63053"/>
                  </a:lnTo>
                  <a:lnTo>
                    <a:pt x="578564" y="46759"/>
                  </a:lnTo>
                  <a:lnTo>
                    <a:pt x="623009" y="32773"/>
                  </a:lnTo>
                  <a:lnTo>
                    <a:pt x="668458" y="21168"/>
                  </a:lnTo>
                  <a:lnTo>
                    <a:pt x="714837" y="12015"/>
                  </a:lnTo>
                  <a:lnTo>
                    <a:pt x="762075" y="5388"/>
                  </a:lnTo>
                  <a:lnTo>
                    <a:pt x="810099" y="1359"/>
                  </a:lnTo>
                  <a:lnTo>
                    <a:pt x="858837" y="0"/>
                  </a:lnTo>
                  <a:lnTo>
                    <a:pt x="9266237" y="0"/>
                  </a:lnTo>
                  <a:lnTo>
                    <a:pt x="9314975" y="1359"/>
                  </a:lnTo>
                  <a:lnTo>
                    <a:pt x="9362999" y="5388"/>
                  </a:lnTo>
                  <a:lnTo>
                    <a:pt x="9410239" y="12015"/>
                  </a:lnTo>
                  <a:lnTo>
                    <a:pt x="9456619" y="21168"/>
                  </a:lnTo>
                  <a:lnTo>
                    <a:pt x="9502070" y="32773"/>
                  </a:lnTo>
                  <a:lnTo>
                    <a:pt x="9546517" y="46759"/>
                  </a:lnTo>
                  <a:lnTo>
                    <a:pt x="9589888" y="63053"/>
                  </a:lnTo>
                  <a:lnTo>
                    <a:pt x="9632112" y="81582"/>
                  </a:lnTo>
                  <a:lnTo>
                    <a:pt x="9673114" y="102274"/>
                  </a:lnTo>
                  <a:lnTo>
                    <a:pt x="9712823" y="125057"/>
                  </a:lnTo>
                  <a:lnTo>
                    <a:pt x="9751167" y="149858"/>
                  </a:lnTo>
                  <a:lnTo>
                    <a:pt x="9788072" y="176604"/>
                  </a:lnTo>
                  <a:lnTo>
                    <a:pt x="9823467" y="205224"/>
                  </a:lnTo>
                  <a:lnTo>
                    <a:pt x="9857278" y="235644"/>
                  </a:lnTo>
                  <a:lnTo>
                    <a:pt x="9889433" y="267793"/>
                  </a:lnTo>
                  <a:lnTo>
                    <a:pt x="9919860" y="301598"/>
                  </a:lnTo>
                  <a:lnTo>
                    <a:pt x="9948486" y="336986"/>
                  </a:lnTo>
                  <a:lnTo>
                    <a:pt x="9975239" y="373885"/>
                  </a:lnTo>
                  <a:lnTo>
                    <a:pt x="10000046" y="412222"/>
                  </a:lnTo>
                  <a:lnTo>
                    <a:pt x="10022834" y="451926"/>
                  </a:lnTo>
                  <a:lnTo>
                    <a:pt x="10043532" y="492923"/>
                  </a:lnTo>
                  <a:lnTo>
                    <a:pt x="10062066" y="535141"/>
                  </a:lnTo>
                  <a:lnTo>
                    <a:pt x="10078364" y="578508"/>
                  </a:lnTo>
                  <a:lnTo>
                    <a:pt x="10092354" y="622951"/>
                  </a:lnTo>
                  <a:lnTo>
                    <a:pt x="10103963" y="668398"/>
                  </a:lnTo>
                  <a:lnTo>
                    <a:pt x="10113118" y="714776"/>
                  </a:lnTo>
                  <a:lnTo>
                    <a:pt x="10119748" y="762013"/>
                  </a:lnTo>
                  <a:lnTo>
                    <a:pt x="10123778" y="810036"/>
                  </a:lnTo>
                  <a:lnTo>
                    <a:pt x="10125138" y="858774"/>
                  </a:lnTo>
                  <a:lnTo>
                    <a:pt x="10125138" y="4294124"/>
                  </a:lnTo>
                  <a:lnTo>
                    <a:pt x="10123778" y="4342859"/>
                  </a:lnTo>
                  <a:lnTo>
                    <a:pt x="10119748" y="4390881"/>
                  </a:lnTo>
                  <a:lnTo>
                    <a:pt x="10113118" y="4438117"/>
                  </a:lnTo>
                  <a:lnTo>
                    <a:pt x="10103963" y="4484495"/>
                  </a:lnTo>
                  <a:lnTo>
                    <a:pt x="10092354" y="4529942"/>
                  </a:lnTo>
                  <a:lnTo>
                    <a:pt x="10078364" y="4574386"/>
                  </a:lnTo>
                  <a:lnTo>
                    <a:pt x="10062066" y="4617755"/>
                  </a:lnTo>
                  <a:lnTo>
                    <a:pt x="10043532" y="4659975"/>
                  </a:lnTo>
                  <a:lnTo>
                    <a:pt x="10022834" y="4700975"/>
                  </a:lnTo>
                  <a:lnTo>
                    <a:pt x="10000046" y="4740681"/>
                  </a:lnTo>
                  <a:lnTo>
                    <a:pt x="9975239" y="4779022"/>
                  </a:lnTo>
                  <a:lnTo>
                    <a:pt x="9948486" y="4815924"/>
                  </a:lnTo>
                  <a:lnTo>
                    <a:pt x="9919860" y="4851316"/>
                  </a:lnTo>
                  <a:lnTo>
                    <a:pt x="9889433" y="4885124"/>
                  </a:lnTo>
                  <a:lnTo>
                    <a:pt x="9857278" y="4917277"/>
                  </a:lnTo>
                  <a:lnTo>
                    <a:pt x="9823467" y="4947701"/>
                  </a:lnTo>
                  <a:lnTo>
                    <a:pt x="9788072" y="4976325"/>
                  </a:lnTo>
                  <a:lnTo>
                    <a:pt x="9751167" y="5003076"/>
                  </a:lnTo>
                  <a:lnTo>
                    <a:pt x="9712823" y="5027880"/>
                  </a:lnTo>
                  <a:lnTo>
                    <a:pt x="9673114" y="5050667"/>
                  </a:lnTo>
                  <a:lnTo>
                    <a:pt x="9632112" y="5071363"/>
                  </a:lnTo>
                  <a:lnTo>
                    <a:pt x="9589888" y="5089895"/>
                  </a:lnTo>
                  <a:lnTo>
                    <a:pt x="9546517" y="5106192"/>
                  </a:lnTo>
                  <a:lnTo>
                    <a:pt x="9502070" y="5120180"/>
                  </a:lnTo>
                  <a:lnTo>
                    <a:pt x="9456619" y="5131788"/>
                  </a:lnTo>
                  <a:lnTo>
                    <a:pt x="9410239" y="5140942"/>
                  </a:lnTo>
                  <a:lnTo>
                    <a:pt x="9362999" y="5147571"/>
                  </a:lnTo>
                  <a:lnTo>
                    <a:pt x="9314975" y="5151601"/>
                  </a:lnTo>
                  <a:lnTo>
                    <a:pt x="9266237" y="5152961"/>
                  </a:lnTo>
                  <a:lnTo>
                    <a:pt x="858837" y="5152961"/>
                  </a:lnTo>
                  <a:lnTo>
                    <a:pt x="810099" y="5151601"/>
                  </a:lnTo>
                  <a:lnTo>
                    <a:pt x="762075" y="5147571"/>
                  </a:lnTo>
                  <a:lnTo>
                    <a:pt x="714837" y="5140942"/>
                  </a:lnTo>
                  <a:lnTo>
                    <a:pt x="668458" y="5131788"/>
                  </a:lnTo>
                  <a:lnTo>
                    <a:pt x="623009" y="5120180"/>
                  </a:lnTo>
                  <a:lnTo>
                    <a:pt x="578564" y="5106192"/>
                  </a:lnTo>
                  <a:lnTo>
                    <a:pt x="535195" y="5089895"/>
                  </a:lnTo>
                  <a:lnTo>
                    <a:pt x="492974" y="5071363"/>
                  </a:lnTo>
                  <a:lnTo>
                    <a:pt x="451975" y="5050667"/>
                  </a:lnTo>
                  <a:lnTo>
                    <a:pt x="412268" y="5027880"/>
                  </a:lnTo>
                  <a:lnTo>
                    <a:pt x="373928" y="5003076"/>
                  </a:lnTo>
                  <a:lnTo>
                    <a:pt x="337026" y="4976325"/>
                  </a:lnTo>
                  <a:lnTo>
                    <a:pt x="301634" y="4947701"/>
                  </a:lnTo>
                  <a:lnTo>
                    <a:pt x="267826" y="4917277"/>
                  </a:lnTo>
                  <a:lnTo>
                    <a:pt x="235674" y="4885124"/>
                  </a:lnTo>
                  <a:lnTo>
                    <a:pt x="205251" y="4851316"/>
                  </a:lnTo>
                  <a:lnTo>
                    <a:pt x="176628" y="4815924"/>
                  </a:lnTo>
                  <a:lnTo>
                    <a:pt x="149878" y="4779022"/>
                  </a:lnTo>
                  <a:lnTo>
                    <a:pt x="125074" y="4740681"/>
                  </a:lnTo>
                  <a:lnTo>
                    <a:pt x="102288" y="4700975"/>
                  </a:lnTo>
                  <a:lnTo>
                    <a:pt x="81594" y="4659975"/>
                  </a:lnTo>
                  <a:lnTo>
                    <a:pt x="63062" y="4617755"/>
                  </a:lnTo>
                  <a:lnTo>
                    <a:pt x="46766" y="4574386"/>
                  </a:lnTo>
                  <a:lnTo>
                    <a:pt x="32778" y="4529942"/>
                  </a:lnTo>
                  <a:lnTo>
                    <a:pt x="21171" y="4484495"/>
                  </a:lnTo>
                  <a:lnTo>
                    <a:pt x="12017" y="4438117"/>
                  </a:lnTo>
                  <a:lnTo>
                    <a:pt x="5389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 descr="page_49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19575" y="1142999"/>
              <a:ext cx="3714750" cy="5076825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DFD</a:t>
            </a:r>
            <a:r>
              <a:rPr spc="-305" dirty="0"/>
              <a:t> </a:t>
            </a:r>
            <a:r>
              <a:rPr spc="-145" dirty="0"/>
              <a:t>Level</a:t>
            </a:r>
            <a:r>
              <a:rPr spc="-270" dirty="0"/>
              <a:t> </a:t>
            </a:r>
            <a:r>
              <a:rPr spc="-135" dirty="0"/>
              <a:t>2</a:t>
            </a:r>
            <a:r>
              <a:rPr spc="-270" dirty="0"/>
              <a:t> </a:t>
            </a:r>
            <a:r>
              <a:rPr spc="495" dirty="0"/>
              <a:t>—</a:t>
            </a:r>
            <a:r>
              <a:rPr spc="-265" dirty="0"/>
              <a:t> </a:t>
            </a:r>
            <a:r>
              <a:rPr spc="-155" dirty="0"/>
              <a:t>Authentication</a:t>
            </a:r>
            <a:r>
              <a:rPr spc="-215" dirty="0"/>
              <a:t> </a:t>
            </a:r>
            <a:r>
              <a:rPr spc="600" dirty="0"/>
              <a:t>s</a:t>
            </a:r>
            <a:r>
              <a:rPr spc="-315" dirty="0"/>
              <a:t> </a:t>
            </a:r>
            <a:r>
              <a:rPr spc="-110" dirty="0"/>
              <a:t>Appointment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280" y="353440"/>
            <a:ext cx="92201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08F95"/>
                </a:solidFill>
                <a:latin typeface="Trebuchet MS"/>
                <a:cs typeface="Trebuchet MS"/>
              </a:rPr>
              <a:t>SYSTEM</a:t>
            </a:r>
            <a:r>
              <a:rPr sz="900" b="1" spc="5" dirty="0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8F95"/>
                </a:solidFill>
                <a:latin typeface="Trebuchet MS"/>
                <a:cs typeface="Trebuchet MS"/>
              </a:rPr>
              <a:t>MODELS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368490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Detailed</a:t>
            </a:r>
            <a:r>
              <a:rPr sz="1200" spc="-8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decomposition</a:t>
            </a:r>
            <a:r>
              <a:rPr sz="1200" spc="-7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of</a:t>
            </a:r>
            <a:r>
              <a:rPr sz="1200" spc="-6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Process</a:t>
            </a:r>
            <a:r>
              <a:rPr sz="1200" spc="2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222C39"/>
                </a:solidFill>
                <a:latin typeface="Tahoma"/>
                <a:cs typeface="Tahoma"/>
              </a:rPr>
              <a:t>1.0</a:t>
            </a:r>
            <a:r>
              <a:rPr sz="1200" spc="-1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sz="1200" spc="-8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Process</a:t>
            </a:r>
            <a:r>
              <a:rPr sz="1200" spc="-6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222C39"/>
                </a:solidFill>
                <a:latin typeface="Tahoma"/>
                <a:cs typeface="Tahoma"/>
              </a:rPr>
              <a:t>2.0.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981011"/>
            <a:ext cx="11206480" cy="5596890"/>
            <a:chOff x="476238" y="981011"/>
            <a:chExt cx="11206480" cy="55968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824" y="981011"/>
              <a:ext cx="11158601" cy="55864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6737" y="1024001"/>
              <a:ext cx="11040110" cy="5467350"/>
            </a:xfrm>
            <a:custGeom>
              <a:avLst/>
              <a:gdLst/>
              <a:ahLst/>
              <a:cxnLst/>
              <a:rect l="l" t="t" r="r" b="b"/>
              <a:pathLst>
                <a:path w="11040110" h="5467350">
                  <a:moveTo>
                    <a:pt x="10128186" y="0"/>
                  </a:moveTo>
                  <a:lnTo>
                    <a:pt x="911288" y="0"/>
                  </a:lnTo>
                  <a:lnTo>
                    <a:pt x="862888" y="1262"/>
                  </a:lnTo>
                  <a:lnTo>
                    <a:pt x="815147" y="5009"/>
                  </a:lnTo>
                  <a:lnTo>
                    <a:pt x="768127" y="11177"/>
                  </a:lnTo>
                  <a:lnTo>
                    <a:pt x="721891" y="19703"/>
                  </a:lnTo>
                  <a:lnTo>
                    <a:pt x="676502" y="30524"/>
                  </a:lnTo>
                  <a:lnTo>
                    <a:pt x="632023" y="43577"/>
                  </a:lnTo>
                  <a:lnTo>
                    <a:pt x="588517" y="58799"/>
                  </a:lnTo>
                  <a:lnTo>
                    <a:pt x="546047" y="76128"/>
                  </a:lnTo>
                  <a:lnTo>
                    <a:pt x="504676" y="95500"/>
                  </a:lnTo>
                  <a:lnTo>
                    <a:pt x="464467" y="116852"/>
                  </a:lnTo>
                  <a:lnTo>
                    <a:pt x="425483" y="140121"/>
                  </a:lnTo>
                  <a:lnTo>
                    <a:pt x="387787" y="165245"/>
                  </a:lnTo>
                  <a:lnTo>
                    <a:pt x="351441" y="192161"/>
                  </a:lnTo>
                  <a:lnTo>
                    <a:pt x="316510" y="220805"/>
                  </a:lnTo>
                  <a:lnTo>
                    <a:pt x="283055" y="251114"/>
                  </a:lnTo>
                  <a:lnTo>
                    <a:pt x="251140" y="283027"/>
                  </a:lnTo>
                  <a:lnTo>
                    <a:pt x="220828" y="316479"/>
                  </a:lnTo>
                  <a:lnTo>
                    <a:pt x="192181" y="351407"/>
                  </a:lnTo>
                  <a:lnTo>
                    <a:pt x="165263" y="387750"/>
                  </a:lnTo>
                  <a:lnTo>
                    <a:pt x="140137" y="425443"/>
                  </a:lnTo>
                  <a:lnTo>
                    <a:pt x="116865" y="464425"/>
                  </a:lnTo>
                  <a:lnTo>
                    <a:pt x="95510" y="504631"/>
                  </a:lnTo>
                  <a:lnTo>
                    <a:pt x="76136" y="545999"/>
                  </a:lnTo>
                  <a:lnTo>
                    <a:pt x="58806" y="588467"/>
                  </a:lnTo>
                  <a:lnTo>
                    <a:pt x="43582" y="631970"/>
                  </a:lnTo>
                  <a:lnTo>
                    <a:pt x="30528" y="676447"/>
                  </a:lnTo>
                  <a:lnTo>
                    <a:pt x="19705" y="721834"/>
                  </a:lnTo>
                  <a:lnTo>
                    <a:pt x="11179" y="768068"/>
                  </a:lnTo>
                  <a:lnTo>
                    <a:pt x="5010" y="815086"/>
                  </a:lnTo>
                  <a:lnTo>
                    <a:pt x="1263" y="862826"/>
                  </a:lnTo>
                  <a:lnTo>
                    <a:pt x="0" y="911225"/>
                  </a:lnTo>
                  <a:lnTo>
                    <a:pt x="0" y="4555998"/>
                  </a:lnTo>
                  <a:lnTo>
                    <a:pt x="1263" y="4604397"/>
                  </a:lnTo>
                  <a:lnTo>
                    <a:pt x="5010" y="4652139"/>
                  </a:lnTo>
                  <a:lnTo>
                    <a:pt x="11179" y="4699159"/>
                  </a:lnTo>
                  <a:lnTo>
                    <a:pt x="19705" y="4745395"/>
                  </a:lnTo>
                  <a:lnTo>
                    <a:pt x="30528" y="4790784"/>
                  </a:lnTo>
                  <a:lnTo>
                    <a:pt x="43582" y="4835263"/>
                  </a:lnTo>
                  <a:lnTo>
                    <a:pt x="58806" y="4878769"/>
                  </a:lnTo>
                  <a:lnTo>
                    <a:pt x="76136" y="4921239"/>
                  </a:lnTo>
                  <a:lnTo>
                    <a:pt x="95510" y="4962610"/>
                  </a:lnTo>
                  <a:lnTo>
                    <a:pt x="116865" y="5002819"/>
                  </a:lnTo>
                  <a:lnTo>
                    <a:pt x="140137" y="5041803"/>
                  </a:lnTo>
                  <a:lnTo>
                    <a:pt x="165263" y="5079499"/>
                  </a:lnTo>
                  <a:lnTo>
                    <a:pt x="192181" y="5115844"/>
                  </a:lnTo>
                  <a:lnTo>
                    <a:pt x="220828" y="5150776"/>
                  </a:lnTo>
                  <a:lnTo>
                    <a:pt x="251140" y="5184230"/>
                  </a:lnTo>
                  <a:lnTo>
                    <a:pt x="283055" y="5216146"/>
                  </a:lnTo>
                  <a:lnTo>
                    <a:pt x="316510" y="5246458"/>
                  </a:lnTo>
                  <a:lnTo>
                    <a:pt x="351441" y="5275105"/>
                  </a:lnTo>
                  <a:lnTo>
                    <a:pt x="387787" y="5302023"/>
                  </a:lnTo>
                  <a:lnTo>
                    <a:pt x="425483" y="5327149"/>
                  </a:lnTo>
                  <a:lnTo>
                    <a:pt x="464467" y="5350421"/>
                  </a:lnTo>
                  <a:lnTo>
                    <a:pt x="504676" y="5371775"/>
                  </a:lnTo>
                  <a:lnTo>
                    <a:pt x="546047" y="5391149"/>
                  </a:lnTo>
                  <a:lnTo>
                    <a:pt x="588517" y="5408479"/>
                  </a:lnTo>
                  <a:lnTo>
                    <a:pt x="632023" y="5423703"/>
                  </a:lnTo>
                  <a:lnTo>
                    <a:pt x="676502" y="5436758"/>
                  </a:lnTo>
                  <a:lnTo>
                    <a:pt x="721891" y="5447580"/>
                  </a:lnTo>
                  <a:lnTo>
                    <a:pt x="768127" y="5456107"/>
                  </a:lnTo>
                  <a:lnTo>
                    <a:pt x="815147" y="5462276"/>
                  </a:lnTo>
                  <a:lnTo>
                    <a:pt x="862888" y="5466023"/>
                  </a:lnTo>
                  <a:lnTo>
                    <a:pt x="911288" y="5467286"/>
                  </a:lnTo>
                  <a:lnTo>
                    <a:pt x="10128186" y="5467286"/>
                  </a:lnTo>
                  <a:lnTo>
                    <a:pt x="10176585" y="5466023"/>
                  </a:lnTo>
                  <a:lnTo>
                    <a:pt x="10224326" y="5462276"/>
                  </a:lnTo>
                  <a:lnTo>
                    <a:pt x="10271346" y="5456107"/>
                  </a:lnTo>
                  <a:lnTo>
                    <a:pt x="10317583" y="5447580"/>
                  </a:lnTo>
                  <a:lnTo>
                    <a:pt x="10362973" y="5436758"/>
                  </a:lnTo>
                  <a:lnTo>
                    <a:pt x="10407453" y="5423703"/>
                  </a:lnTo>
                  <a:lnTo>
                    <a:pt x="10450960" y="5408479"/>
                  </a:lnTo>
                  <a:lnTo>
                    <a:pt x="10493432" y="5391149"/>
                  </a:lnTo>
                  <a:lnTo>
                    <a:pt x="10534805" y="5371775"/>
                  </a:lnTo>
                  <a:lnTo>
                    <a:pt x="10575017" y="5350421"/>
                  </a:lnTo>
                  <a:lnTo>
                    <a:pt x="10614004" y="5327149"/>
                  </a:lnTo>
                  <a:lnTo>
                    <a:pt x="10651703" y="5302023"/>
                  </a:lnTo>
                  <a:lnTo>
                    <a:pt x="10688051" y="5275105"/>
                  </a:lnTo>
                  <a:lnTo>
                    <a:pt x="10722986" y="5246458"/>
                  </a:lnTo>
                  <a:lnTo>
                    <a:pt x="10756444" y="5216146"/>
                  </a:lnTo>
                  <a:lnTo>
                    <a:pt x="10788363" y="5184230"/>
                  </a:lnTo>
                  <a:lnTo>
                    <a:pt x="10818678" y="5150776"/>
                  </a:lnTo>
                  <a:lnTo>
                    <a:pt x="10847328" y="5115844"/>
                  </a:lnTo>
                  <a:lnTo>
                    <a:pt x="10874250" y="5079499"/>
                  </a:lnTo>
                  <a:lnTo>
                    <a:pt x="10899380" y="5041803"/>
                  </a:lnTo>
                  <a:lnTo>
                    <a:pt x="10922655" y="5002819"/>
                  </a:lnTo>
                  <a:lnTo>
                    <a:pt x="10944012" y="4962610"/>
                  </a:lnTo>
                  <a:lnTo>
                    <a:pt x="10963389" y="4921239"/>
                  </a:lnTo>
                  <a:lnTo>
                    <a:pt x="10980722" y="4878769"/>
                  </a:lnTo>
                  <a:lnTo>
                    <a:pt x="10995948" y="4835263"/>
                  </a:lnTo>
                  <a:lnTo>
                    <a:pt x="11009005" y="4790784"/>
                  </a:lnTo>
                  <a:lnTo>
                    <a:pt x="11019829" y="4745395"/>
                  </a:lnTo>
                  <a:lnTo>
                    <a:pt x="11028357" y="4699159"/>
                  </a:lnTo>
                  <a:lnTo>
                    <a:pt x="11034527" y="4652139"/>
                  </a:lnTo>
                  <a:lnTo>
                    <a:pt x="11038275" y="4604397"/>
                  </a:lnTo>
                  <a:lnTo>
                    <a:pt x="11039538" y="4555998"/>
                  </a:lnTo>
                  <a:lnTo>
                    <a:pt x="11039538" y="911225"/>
                  </a:lnTo>
                  <a:lnTo>
                    <a:pt x="11038275" y="862826"/>
                  </a:lnTo>
                  <a:lnTo>
                    <a:pt x="11034527" y="815086"/>
                  </a:lnTo>
                  <a:lnTo>
                    <a:pt x="11028357" y="768068"/>
                  </a:lnTo>
                  <a:lnTo>
                    <a:pt x="11019829" y="721834"/>
                  </a:lnTo>
                  <a:lnTo>
                    <a:pt x="11009005" y="676447"/>
                  </a:lnTo>
                  <a:lnTo>
                    <a:pt x="10995948" y="631970"/>
                  </a:lnTo>
                  <a:lnTo>
                    <a:pt x="10980722" y="588467"/>
                  </a:lnTo>
                  <a:lnTo>
                    <a:pt x="10963389" y="545999"/>
                  </a:lnTo>
                  <a:lnTo>
                    <a:pt x="10944012" y="504631"/>
                  </a:lnTo>
                  <a:lnTo>
                    <a:pt x="10922655" y="464425"/>
                  </a:lnTo>
                  <a:lnTo>
                    <a:pt x="10899380" y="425443"/>
                  </a:lnTo>
                  <a:lnTo>
                    <a:pt x="10874250" y="387750"/>
                  </a:lnTo>
                  <a:lnTo>
                    <a:pt x="10847328" y="351407"/>
                  </a:lnTo>
                  <a:lnTo>
                    <a:pt x="10818678" y="316479"/>
                  </a:lnTo>
                  <a:lnTo>
                    <a:pt x="10788363" y="283027"/>
                  </a:lnTo>
                  <a:lnTo>
                    <a:pt x="10756444" y="251114"/>
                  </a:lnTo>
                  <a:lnTo>
                    <a:pt x="10722986" y="220805"/>
                  </a:lnTo>
                  <a:lnTo>
                    <a:pt x="10688051" y="192161"/>
                  </a:lnTo>
                  <a:lnTo>
                    <a:pt x="10651703" y="165245"/>
                  </a:lnTo>
                  <a:lnTo>
                    <a:pt x="10614004" y="140121"/>
                  </a:lnTo>
                  <a:lnTo>
                    <a:pt x="10575017" y="116852"/>
                  </a:lnTo>
                  <a:lnTo>
                    <a:pt x="10534805" y="95500"/>
                  </a:lnTo>
                  <a:lnTo>
                    <a:pt x="10493432" y="76128"/>
                  </a:lnTo>
                  <a:lnTo>
                    <a:pt x="10450960" y="58799"/>
                  </a:lnTo>
                  <a:lnTo>
                    <a:pt x="10407453" y="43577"/>
                  </a:lnTo>
                  <a:lnTo>
                    <a:pt x="10362973" y="30524"/>
                  </a:lnTo>
                  <a:lnTo>
                    <a:pt x="10317583" y="19703"/>
                  </a:lnTo>
                  <a:lnTo>
                    <a:pt x="10271346" y="11177"/>
                  </a:lnTo>
                  <a:lnTo>
                    <a:pt x="10224326" y="5009"/>
                  </a:lnTo>
                  <a:lnTo>
                    <a:pt x="10176585" y="1262"/>
                  </a:lnTo>
                  <a:lnTo>
                    <a:pt x="10128186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6737" y="1024001"/>
              <a:ext cx="11040110" cy="5467350"/>
            </a:xfrm>
            <a:custGeom>
              <a:avLst/>
              <a:gdLst/>
              <a:ahLst/>
              <a:cxnLst/>
              <a:rect l="l" t="t" r="r" b="b"/>
              <a:pathLst>
                <a:path w="11040110" h="5467350">
                  <a:moveTo>
                    <a:pt x="0" y="911225"/>
                  </a:moveTo>
                  <a:lnTo>
                    <a:pt x="1263" y="862826"/>
                  </a:lnTo>
                  <a:lnTo>
                    <a:pt x="5010" y="815086"/>
                  </a:lnTo>
                  <a:lnTo>
                    <a:pt x="11179" y="768068"/>
                  </a:lnTo>
                  <a:lnTo>
                    <a:pt x="19705" y="721834"/>
                  </a:lnTo>
                  <a:lnTo>
                    <a:pt x="30528" y="676447"/>
                  </a:lnTo>
                  <a:lnTo>
                    <a:pt x="43582" y="631970"/>
                  </a:lnTo>
                  <a:lnTo>
                    <a:pt x="58806" y="588467"/>
                  </a:lnTo>
                  <a:lnTo>
                    <a:pt x="76136" y="545999"/>
                  </a:lnTo>
                  <a:lnTo>
                    <a:pt x="95510" y="504631"/>
                  </a:lnTo>
                  <a:lnTo>
                    <a:pt x="116865" y="464425"/>
                  </a:lnTo>
                  <a:lnTo>
                    <a:pt x="140137" y="425443"/>
                  </a:lnTo>
                  <a:lnTo>
                    <a:pt x="165263" y="387750"/>
                  </a:lnTo>
                  <a:lnTo>
                    <a:pt x="192181" y="351407"/>
                  </a:lnTo>
                  <a:lnTo>
                    <a:pt x="220828" y="316479"/>
                  </a:lnTo>
                  <a:lnTo>
                    <a:pt x="251140" y="283027"/>
                  </a:lnTo>
                  <a:lnTo>
                    <a:pt x="283055" y="251114"/>
                  </a:lnTo>
                  <a:lnTo>
                    <a:pt x="316510" y="220805"/>
                  </a:lnTo>
                  <a:lnTo>
                    <a:pt x="351441" y="192161"/>
                  </a:lnTo>
                  <a:lnTo>
                    <a:pt x="387787" y="165245"/>
                  </a:lnTo>
                  <a:lnTo>
                    <a:pt x="425483" y="140121"/>
                  </a:lnTo>
                  <a:lnTo>
                    <a:pt x="464467" y="116852"/>
                  </a:lnTo>
                  <a:lnTo>
                    <a:pt x="504676" y="95500"/>
                  </a:lnTo>
                  <a:lnTo>
                    <a:pt x="546047" y="76128"/>
                  </a:lnTo>
                  <a:lnTo>
                    <a:pt x="588517" y="58799"/>
                  </a:lnTo>
                  <a:lnTo>
                    <a:pt x="632023" y="43577"/>
                  </a:lnTo>
                  <a:lnTo>
                    <a:pt x="676502" y="30524"/>
                  </a:lnTo>
                  <a:lnTo>
                    <a:pt x="721891" y="19703"/>
                  </a:lnTo>
                  <a:lnTo>
                    <a:pt x="768127" y="11177"/>
                  </a:lnTo>
                  <a:lnTo>
                    <a:pt x="815147" y="5009"/>
                  </a:lnTo>
                  <a:lnTo>
                    <a:pt x="862888" y="1262"/>
                  </a:lnTo>
                  <a:lnTo>
                    <a:pt x="911288" y="0"/>
                  </a:lnTo>
                  <a:lnTo>
                    <a:pt x="10128186" y="0"/>
                  </a:lnTo>
                  <a:lnTo>
                    <a:pt x="10176585" y="1262"/>
                  </a:lnTo>
                  <a:lnTo>
                    <a:pt x="10224326" y="5009"/>
                  </a:lnTo>
                  <a:lnTo>
                    <a:pt x="10271346" y="11177"/>
                  </a:lnTo>
                  <a:lnTo>
                    <a:pt x="10317583" y="19703"/>
                  </a:lnTo>
                  <a:lnTo>
                    <a:pt x="10362973" y="30524"/>
                  </a:lnTo>
                  <a:lnTo>
                    <a:pt x="10407453" y="43577"/>
                  </a:lnTo>
                  <a:lnTo>
                    <a:pt x="10450960" y="58799"/>
                  </a:lnTo>
                  <a:lnTo>
                    <a:pt x="10493432" y="76128"/>
                  </a:lnTo>
                  <a:lnTo>
                    <a:pt x="10534805" y="95500"/>
                  </a:lnTo>
                  <a:lnTo>
                    <a:pt x="10575017" y="116852"/>
                  </a:lnTo>
                  <a:lnTo>
                    <a:pt x="10614004" y="140121"/>
                  </a:lnTo>
                  <a:lnTo>
                    <a:pt x="10651703" y="165245"/>
                  </a:lnTo>
                  <a:lnTo>
                    <a:pt x="10688051" y="192161"/>
                  </a:lnTo>
                  <a:lnTo>
                    <a:pt x="10722986" y="220805"/>
                  </a:lnTo>
                  <a:lnTo>
                    <a:pt x="10756444" y="251114"/>
                  </a:lnTo>
                  <a:lnTo>
                    <a:pt x="10788363" y="283027"/>
                  </a:lnTo>
                  <a:lnTo>
                    <a:pt x="10818678" y="316479"/>
                  </a:lnTo>
                  <a:lnTo>
                    <a:pt x="10847328" y="351407"/>
                  </a:lnTo>
                  <a:lnTo>
                    <a:pt x="10874250" y="387750"/>
                  </a:lnTo>
                  <a:lnTo>
                    <a:pt x="10899380" y="425443"/>
                  </a:lnTo>
                  <a:lnTo>
                    <a:pt x="10922655" y="464425"/>
                  </a:lnTo>
                  <a:lnTo>
                    <a:pt x="10944012" y="504631"/>
                  </a:lnTo>
                  <a:lnTo>
                    <a:pt x="10963389" y="545999"/>
                  </a:lnTo>
                  <a:lnTo>
                    <a:pt x="10980722" y="588467"/>
                  </a:lnTo>
                  <a:lnTo>
                    <a:pt x="10995948" y="631970"/>
                  </a:lnTo>
                  <a:lnTo>
                    <a:pt x="11009005" y="676447"/>
                  </a:lnTo>
                  <a:lnTo>
                    <a:pt x="11019829" y="721834"/>
                  </a:lnTo>
                  <a:lnTo>
                    <a:pt x="11028357" y="768068"/>
                  </a:lnTo>
                  <a:lnTo>
                    <a:pt x="11034527" y="815086"/>
                  </a:lnTo>
                  <a:lnTo>
                    <a:pt x="11038275" y="862826"/>
                  </a:lnTo>
                  <a:lnTo>
                    <a:pt x="11039538" y="911225"/>
                  </a:lnTo>
                  <a:lnTo>
                    <a:pt x="11039538" y="4555998"/>
                  </a:lnTo>
                  <a:lnTo>
                    <a:pt x="11038275" y="4604397"/>
                  </a:lnTo>
                  <a:lnTo>
                    <a:pt x="11034527" y="4652139"/>
                  </a:lnTo>
                  <a:lnTo>
                    <a:pt x="11028357" y="4699159"/>
                  </a:lnTo>
                  <a:lnTo>
                    <a:pt x="11019829" y="4745395"/>
                  </a:lnTo>
                  <a:lnTo>
                    <a:pt x="11009005" y="4790784"/>
                  </a:lnTo>
                  <a:lnTo>
                    <a:pt x="10995948" y="4835263"/>
                  </a:lnTo>
                  <a:lnTo>
                    <a:pt x="10980722" y="4878769"/>
                  </a:lnTo>
                  <a:lnTo>
                    <a:pt x="10963389" y="4921239"/>
                  </a:lnTo>
                  <a:lnTo>
                    <a:pt x="10944012" y="4962610"/>
                  </a:lnTo>
                  <a:lnTo>
                    <a:pt x="10922655" y="5002819"/>
                  </a:lnTo>
                  <a:lnTo>
                    <a:pt x="10899380" y="5041803"/>
                  </a:lnTo>
                  <a:lnTo>
                    <a:pt x="10874250" y="5079499"/>
                  </a:lnTo>
                  <a:lnTo>
                    <a:pt x="10847328" y="5115844"/>
                  </a:lnTo>
                  <a:lnTo>
                    <a:pt x="10818678" y="5150776"/>
                  </a:lnTo>
                  <a:lnTo>
                    <a:pt x="10788363" y="5184230"/>
                  </a:lnTo>
                  <a:lnTo>
                    <a:pt x="10756444" y="5216146"/>
                  </a:lnTo>
                  <a:lnTo>
                    <a:pt x="10722986" y="5246458"/>
                  </a:lnTo>
                  <a:lnTo>
                    <a:pt x="10688051" y="5275105"/>
                  </a:lnTo>
                  <a:lnTo>
                    <a:pt x="10651703" y="5302023"/>
                  </a:lnTo>
                  <a:lnTo>
                    <a:pt x="10614004" y="5327149"/>
                  </a:lnTo>
                  <a:lnTo>
                    <a:pt x="10575017" y="5350421"/>
                  </a:lnTo>
                  <a:lnTo>
                    <a:pt x="10534805" y="5371775"/>
                  </a:lnTo>
                  <a:lnTo>
                    <a:pt x="10493432" y="5391149"/>
                  </a:lnTo>
                  <a:lnTo>
                    <a:pt x="10450960" y="5408479"/>
                  </a:lnTo>
                  <a:lnTo>
                    <a:pt x="10407453" y="5423703"/>
                  </a:lnTo>
                  <a:lnTo>
                    <a:pt x="10362973" y="5436758"/>
                  </a:lnTo>
                  <a:lnTo>
                    <a:pt x="10317583" y="5447580"/>
                  </a:lnTo>
                  <a:lnTo>
                    <a:pt x="10271346" y="5456107"/>
                  </a:lnTo>
                  <a:lnTo>
                    <a:pt x="10224326" y="5462276"/>
                  </a:lnTo>
                  <a:lnTo>
                    <a:pt x="10176585" y="5466023"/>
                  </a:lnTo>
                  <a:lnTo>
                    <a:pt x="10128186" y="5467286"/>
                  </a:lnTo>
                  <a:lnTo>
                    <a:pt x="911288" y="5467286"/>
                  </a:lnTo>
                  <a:lnTo>
                    <a:pt x="862888" y="5466023"/>
                  </a:lnTo>
                  <a:lnTo>
                    <a:pt x="815147" y="5462276"/>
                  </a:lnTo>
                  <a:lnTo>
                    <a:pt x="768127" y="5456107"/>
                  </a:lnTo>
                  <a:lnTo>
                    <a:pt x="721891" y="5447580"/>
                  </a:lnTo>
                  <a:lnTo>
                    <a:pt x="676502" y="5436758"/>
                  </a:lnTo>
                  <a:lnTo>
                    <a:pt x="632023" y="5423703"/>
                  </a:lnTo>
                  <a:lnTo>
                    <a:pt x="588517" y="5408479"/>
                  </a:lnTo>
                  <a:lnTo>
                    <a:pt x="546047" y="5391149"/>
                  </a:lnTo>
                  <a:lnTo>
                    <a:pt x="504676" y="5371775"/>
                  </a:lnTo>
                  <a:lnTo>
                    <a:pt x="464467" y="5350421"/>
                  </a:lnTo>
                  <a:lnTo>
                    <a:pt x="425483" y="5327149"/>
                  </a:lnTo>
                  <a:lnTo>
                    <a:pt x="387787" y="5302023"/>
                  </a:lnTo>
                  <a:lnTo>
                    <a:pt x="351441" y="5275105"/>
                  </a:lnTo>
                  <a:lnTo>
                    <a:pt x="316510" y="5246458"/>
                  </a:lnTo>
                  <a:lnTo>
                    <a:pt x="283055" y="5216146"/>
                  </a:lnTo>
                  <a:lnTo>
                    <a:pt x="251140" y="5184230"/>
                  </a:lnTo>
                  <a:lnTo>
                    <a:pt x="220828" y="5150776"/>
                  </a:lnTo>
                  <a:lnTo>
                    <a:pt x="192181" y="5115844"/>
                  </a:lnTo>
                  <a:lnTo>
                    <a:pt x="165263" y="5079499"/>
                  </a:lnTo>
                  <a:lnTo>
                    <a:pt x="140137" y="5041803"/>
                  </a:lnTo>
                  <a:lnTo>
                    <a:pt x="116865" y="5002819"/>
                  </a:lnTo>
                  <a:lnTo>
                    <a:pt x="95510" y="4962610"/>
                  </a:lnTo>
                  <a:lnTo>
                    <a:pt x="76136" y="4921239"/>
                  </a:lnTo>
                  <a:lnTo>
                    <a:pt x="58806" y="4878769"/>
                  </a:lnTo>
                  <a:lnTo>
                    <a:pt x="43582" y="4835263"/>
                  </a:lnTo>
                  <a:lnTo>
                    <a:pt x="30528" y="4790784"/>
                  </a:lnTo>
                  <a:lnTo>
                    <a:pt x="19705" y="4745395"/>
                  </a:lnTo>
                  <a:lnTo>
                    <a:pt x="11179" y="4699159"/>
                  </a:lnTo>
                  <a:lnTo>
                    <a:pt x="5010" y="4652139"/>
                  </a:lnTo>
                  <a:lnTo>
                    <a:pt x="1263" y="4604397"/>
                  </a:lnTo>
                  <a:lnTo>
                    <a:pt x="0" y="4555998"/>
                  </a:lnTo>
                  <a:lnTo>
                    <a:pt x="0" y="9112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page_51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5275" y="1047750"/>
              <a:ext cx="3952875" cy="5400675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System</a:t>
            </a:r>
            <a:r>
              <a:rPr spc="-275" dirty="0"/>
              <a:t> </a:t>
            </a:r>
            <a:r>
              <a:rPr spc="-170" dirty="0"/>
              <a:t>Testing</a:t>
            </a:r>
            <a:r>
              <a:rPr spc="-245" dirty="0"/>
              <a:t> </a:t>
            </a:r>
            <a:r>
              <a:rPr spc="-95" dirty="0"/>
              <a:t>Strategy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31526" y="353440"/>
            <a:ext cx="11106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008F95"/>
                </a:solidFill>
                <a:latin typeface="Trebuchet MS"/>
                <a:cs typeface="Trebuchet MS"/>
              </a:rPr>
              <a:t>TESTING</a:t>
            </a:r>
            <a:r>
              <a:rPr sz="900" b="1" spc="-95" dirty="0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sz="900" b="1" spc="220" dirty="0">
                <a:solidFill>
                  <a:srgbClr val="008F95"/>
                </a:solidFill>
                <a:latin typeface="Trebuchet MS"/>
                <a:cs typeface="Trebuchet MS"/>
              </a:rPr>
              <a:t>s</a:t>
            </a:r>
            <a:r>
              <a:rPr sz="900" b="1" spc="-60" dirty="0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8F95"/>
                </a:solidFill>
                <a:latin typeface="Trebuchet MS"/>
                <a:cs typeface="Trebuchet MS"/>
              </a:rPr>
              <a:t>DELIVERY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56686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222C39"/>
                </a:solidFill>
                <a:latin typeface="Tahoma"/>
                <a:cs typeface="Tahoma"/>
              </a:rPr>
              <a:t>Testing</a:t>
            </a:r>
            <a:r>
              <a:rPr sz="1200" spc="-1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222C39"/>
                </a:solidFill>
                <a:latin typeface="Tahoma"/>
                <a:cs typeface="Tahoma"/>
              </a:rPr>
              <a:t>verifies</a:t>
            </a:r>
            <a:r>
              <a:rPr sz="1200" spc="-1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functional</a:t>
            </a:r>
            <a:r>
              <a:rPr sz="1200" spc="-13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sz="1200" spc="-114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non-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functional</a:t>
            </a:r>
            <a:r>
              <a:rPr sz="1200" spc="-5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requirements</a:t>
            </a:r>
            <a:r>
              <a:rPr sz="1200" spc="-9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222C39"/>
                </a:solidFill>
                <a:latin typeface="Tahoma"/>
                <a:cs typeface="Tahoma"/>
              </a:rPr>
              <a:t>before</a:t>
            </a:r>
            <a:r>
              <a:rPr sz="1200" spc="-7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production</a:t>
            </a:r>
            <a:r>
              <a:rPr sz="1200" spc="-10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release.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33400" y="1104900"/>
            <a:ext cx="3615054" cy="1348105"/>
            <a:chOff x="533400" y="1104900"/>
            <a:chExt cx="3615054" cy="134810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938" y="1133373"/>
              <a:ext cx="3586299" cy="130979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5312" y="1147826"/>
              <a:ext cx="3524885" cy="1238250"/>
            </a:xfrm>
            <a:custGeom>
              <a:avLst/>
              <a:gdLst/>
              <a:ahLst/>
              <a:cxnLst/>
              <a:rect l="l" t="t" r="r" b="b"/>
              <a:pathLst>
                <a:path w="3524885" h="1238250">
                  <a:moveTo>
                    <a:pt x="3317811" y="0"/>
                  </a:moveTo>
                  <a:lnTo>
                    <a:pt x="206375" y="0"/>
                  </a:lnTo>
                  <a:lnTo>
                    <a:pt x="159057" y="5446"/>
                  </a:lnTo>
                  <a:lnTo>
                    <a:pt x="115619" y="20964"/>
                  </a:lnTo>
                  <a:lnTo>
                    <a:pt x="77301" y="45316"/>
                  </a:lnTo>
                  <a:lnTo>
                    <a:pt x="45340" y="77269"/>
                  </a:lnTo>
                  <a:lnTo>
                    <a:pt x="20977" y="115586"/>
                  </a:lnTo>
                  <a:lnTo>
                    <a:pt x="5450" y="159033"/>
                  </a:lnTo>
                  <a:lnTo>
                    <a:pt x="0" y="206375"/>
                  </a:lnTo>
                  <a:lnTo>
                    <a:pt x="0" y="1031748"/>
                  </a:lnTo>
                  <a:lnTo>
                    <a:pt x="5450" y="1079096"/>
                  </a:lnTo>
                  <a:lnTo>
                    <a:pt x="20977" y="1122561"/>
                  </a:lnTo>
                  <a:lnTo>
                    <a:pt x="45340" y="1160903"/>
                  </a:lnTo>
                  <a:lnTo>
                    <a:pt x="77301" y="1192883"/>
                  </a:lnTo>
                  <a:lnTo>
                    <a:pt x="115619" y="1217260"/>
                  </a:lnTo>
                  <a:lnTo>
                    <a:pt x="159057" y="1232796"/>
                  </a:lnTo>
                  <a:lnTo>
                    <a:pt x="206375" y="1238250"/>
                  </a:lnTo>
                  <a:lnTo>
                    <a:pt x="3317811" y="1238250"/>
                  </a:lnTo>
                  <a:lnTo>
                    <a:pt x="3365159" y="1232796"/>
                  </a:lnTo>
                  <a:lnTo>
                    <a:pt x="3408625" y="1217260"/>
                  </a:lnTo>
                  <a:lnTo>
                    <a:pt x="3446967" y="1192883"/>
                  </a:lnTo>
                  <a:lnTo>
                    <a:pt x="3478946" y="1160903"/>
                  </a:lnTo>
                  <a:lnTo>
                    <a:pt x="3503324" y="1122561"/>
                  </a:lnTo>
                  <a:lnTo>
                    <a:pt x="3518859" y="1079096"/>
                  </a:lnTo>
                  <a:lnTo>
                    <a:pt x="3524313" y="1031748"/>
                  </a:lnTo>
                  <a:lnTo>
                    <a:pt x="3524313" y="206375"/>
                  </a:lnTo>
                  <a:lnTo>
                    <a:pt x="3518859" y="159033"/>
                  </a:lnTo>
                  <a:lnTo>
                    <a:pt x="3503324" y="115586"/>
                  </a:lnTo>
                  <a:lnTo>
                    <a:pt x="3478946" y="77269"/>
                  </a:lnTo>
                  <a:lnTo>
                    <a:pt x="3446967" y="45316"/>
                  </a:lnTo>
                  <a:lnTo>
                    <a:pt x="3408625" y="20964"/>
                  </a:lnTo>
                  <a:lnTo>
                    <a:pt x="3365159" y="5446"/>
                  </a:lnTo>
                  <a:lnTo>
                    <a:pt x="3317811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5312" y="1147826"/>
              <a:ext cx="3524885" cy="1238250"/>
            </a:xfrm>
            <a:custGeom>
              <a:avLst/>
              <a:gdLst/>
              <a:ahLst/>
              <a:cxnLst/>
              <a:rect l="l" t="t" r="r" b="b"/>
              <a:pathLst>
                <a:path w="3524885" h="1238250">
                  <a:moveTo>
                    <a:pt x="0" y="206375"/>
                  </a:moveTo>
                  <a:lnTo>
                    <a:pt x="5450" y="159033"/>
                  </a:lnTo>
                  <a:lnTo>
                    <a:pt x="20977" y="115586"/>
                  </a:lnTo>
                  <a:lnTo>
                    <a:pt x="45340" y="77269"/>
                  </a:lnTo>
                  <a:lnTo>
                    <a:pt x="77301" y="45316"/>
                  </a:lnTo>
                  <a:lnTo>
                    <a:pt x="115619" y="20964"/>
                  </a:lnTo>
                  <a:lnTo>
                    <a:pt x="159057" y="5446"/>
                  </a:lnTo>
                  <a:lnTo>
                    <a:pt x="206375" y="0"/>
                  </a:lnTo>
                  <a:lnTo>
                    <a:pt x="3317811" y="0"/>
                  </a:lnTo>
                  <a:lnTo>
                    <a:pt x="3365159" y="5446"/>
                  </a:lnTo>
                  <a:lnTo>
                    <a:pt x="3408625" y="20964"/>
                  </a:lnTo>
                  <a:lnTo>
                    <a:pt x="3446967" y="45316"/>
                  </a:lnTo>
                  <a:lnTo>
                    <a:pt x="3478946" y="77269"/>
                  </a:lnTo>
                  <a:lnTo>
                    <a:pt x="3503324" y="115586"/>
                  </a:lnTo>
                  <a:lnTo>
                    <a:pt x="3518859" y="159033"/>
                  </a:lnTo>
                  <a:lnTo>
                    <a:pt x="3524313" y="206375"/>
                  </a:lnTo>
                  <a:lnTo>
                    <a:pt x="3524313" y="1031748"/>
                  </a:lnTo>
                  <a:lnTo>
                    <a:pt x="3518859" y="1079096"/>
                  </a:lnTo>
                  <a:lnTo>
                    <a:pt x="3503324" y="1122561"/>
                  </a:lnTo>
                  <a:lnTo>
                    <a:pt x="3478946" y="1160903"/>
                  </a:lnTo>
                  <a:lnTo>
                    <a:pt x="3446967" y="1192883"/>
                  </a:lnTo>
                  <a:lnTo>
                    <a:pt x="3408625" y="1217260"/>
                  </a:lnTo>
                  <a:lnTo>
                    <a:pt x="3365159" y="1232796"/>
                  </a:lnTo>
                  <a:lnTo>
                    <a:pt x="3317811" y="1238250"/>
                  </a:lnTo>
                  <a:lnTo>
                    <a:pt x="206375" y="1238250"/>
                  </a:lnTo>
                  <a:lnTo>
                    <a:pt x="159057" y="1232796"/>
                  </a:lnTo>
                  <a:lnTo>
                    <a:pt x="115619" y="1217260"/>
                  </a:lnTo>
                  <a:lnTo>
                    <a:pt x="77301" y="1192883"/>
                  </a:lnTo>
                  <a:lnTo>
                    <a:pt x="45340" y="1160903"/>
                  </a:lnTo>
                  <a:lnTo>
                    <a:pt x="20977" y="1122561"/>
                  </a:lnTo>
                  <a:lnTo>
                    <a:pt x="5450" y="1079096"/>
                  </a:lnTo>
                  <a:lnTo>
                    <a:pt x="0" y="1031748"/>
                  </a:lnTo>
                  <a:lnTo>
                    <a:pt x="0" y="20637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" y="1104900"/>
              <a:ext cx="185737" cy="13477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0550" y="1143000"/>
              <a:ext cx="76200" cy="1238250"/>
            </a:xfrm>
            <a:custGeom>
              <a:avLst/>
              <a:gdLst/>
              <a:ahLst/>
              <a:cxnLst/>
              <a:rect l="l" t="t" r="r" b="b"/>
              <a:pathLst>
                <a:path w="76200" h="1238250">
                  <a:moveTo>
                    <a:pt x="76200" y="0"/>
                  </a:moveTo>
                  <a:lnTo>
                    <a:pt x="0" y="0"/>
                  </a:lnTo>
                  <a:lnTo>
                    <a:pt x="0" y="1238250"/>
                  </a:lnTo>
                  <a:lnTo>
                    <a:pt x="76200" y="12382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75030" y="1304861"/>
            <a:ext cx="2501900" cy="809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80" dirty="0">
                <a:solidFill>
                  <a:srgbClr val="122239"/>
                </a:solidFill>
                <a:latin typeface="Trebuchet MS"/>
                <a:cs typeface="Trebuchet MS"/>
              </a:rPr>
              <a:t>Unit</a:t>
            </a:r>
            <a:r>
              <a:rPr sz="1500" b="1" spc="-185" dirty="0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122239"/>
                </a:solidFill>
                <a:latin typeface="Trebuchet MS"/>
                <a:cs typeface="Trebuchet MS"/>
              </a:rPr>
              <a:t>Testing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8100"/>
              </a:lnSpc>
              <a:spcBef>
                <a:spcPts val="1510"/>
              </a:spcBef>
            </a:pP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Verify</a:t>
            </a:r>
            <a:r>
              <a:rPr sz="1100" spc="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individual</a:t>
            </a:r>
            <a:r>
              <a:rPr sz="1100" spc="1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modules</a:t>
            </a:r>
            <a:r>
              <a:rPr sz="1100" spc="8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such</a:t>
            </a:r>
            <a:r>
              <a:rPr sz="1100" spc="-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70" dirty="0">
                <a:solidFill>
                  <a:srgbClr val="222C39"/>
                </a:solidFill>
                <a:latin typeface="Tahoma"/>
                <a:cs typeface="Tahoma"/>
              </a:rPr>
              <a:t>as</a:t>
            </a:r>
            <a:r>
              <a:rPr sz="1100" spc="-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login,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prescriptions,</a:t>
            </a:r>
            <a:r>
              <a:rPr sz="1100" spc="2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alerts</a:t>
            </a:r>
            <a:r>
              <a:rPr sz="1100" spc="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sz="1100" spc="2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reports.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86250" y="1104900"/>
            <a:ext cx="3615054" cy="1348105"/>
            <a:chOff x="4286250" y="1104900"/>
            <a:chExt cx="3615054" cy="134810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4788" y="1133373"/>
              <a:ext cx="3586299" cy="130979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348226" y="1147826"/>
              <a:ext cx="3524250" cy="1238250"/>
            </a:xfrm>
            <a:custGeom>
              <a:avLst/>
              <a:gdLst/>
              <a:ahLst/>
              <a:cxnLst/>
              <a:rect l="l" t="t" r="r" b="b"/>
              <a:pathLst>
                <a:path w="3524250" h="1238250">
                  <a:moveTo>
                    <a:pt x="3317748" y="0"/>
                  </a:moveTo>
                  <a:lnTo>
                    <a:pt x="206375" y="0"/>
                  </a:lnTo>
                  <a:lnTo>
                    <a:pt x="159033" y="5446"/>
                  </a:lnTo>
                  <a:lnTo>
                    <a:pt x="115586" y="20964"/>
                  </a:lnTo>
                  <a:lnTo>
                    <a:pt x="77269" y="45316"/>
                  </a:lnTo>
                  <a:lnTo>
                    <a:pt x="45316" y="77269"/>
                  </a:lnTo>
                  <a:lnTo>
                    <a:pt x="20964" y="115586"/>
                  </a:lnTo>
                  <a:lnTo>
                    <a:pt x="5446" y="159033"/>
                  </a:lnTo>
                  <a:lnTo>
                    <a:pt x="0" y="206375"/>
                  </a:lnTo>
                  <a:lnTo>
                    <a:pt x="0" y="1031748"/>
                  </a:lnTo>
                  <a:lnTo>
                    <a:pt x="5446" y="1079096"/>
                  </a:lnTo>
                  <a:lnTo>
                    <a:pt x="20964" y="1122561"/>
                  </a:lnTo>
                  <a:lnTo>
                    <a:pt x="45316" y="1160903"/>
                  </a:lnTo>
                  <a:lnTo>
                    <a:pt x="77269" y="1192883"/>
                  </a:lnTo>
                  <a:lnTo>
                    <a:pt x="115586" y="1217260"/>
                  </a:lnTo>
                  <a:lnTo>
                    <a:pt x="159033" y="1232796"/>
                  </a:lnTo>
                  <a:lnTo>
                    <a:pt x="206375" y="1238250"/>
                  </a:lnTo>
                  <a:lnTo>
                    <a:pt x="3317748" y="1238250"/>
                  </a:lnTo>
                  <a:lnTo>
                    <a:pt x="3365096" y="1232796"/>
                  </a:lnTo>
                  <a:lnTo>
                    <a:pt x="3408561" y="1217260"/>
                  </a:lnTo>
                  <a:lnTo>
                    <a:pt x="3446903" y="1192883"/>
                  </a:lnTo>
                  <a:lnTo>
                    <a:pt x="3478883" y="1160903"/>
                  </a:lnTo>
                  <a:lnTo>
                    <a:pt x="3503260" y="1122561"/>
                  </a:lnTo>
                  <a:lnTo>
                    <a:pt x="3518796" y="1079096"/>
                  </a:lnTo>
                  <a:lnTo>
                    <a:pt x="3524250" y="1031748"/>
                  </a:lnTo>
                  <a:lnTo>
                    <a:pt x="3524250" y="206375"/>
                  </a:lnTo>
                  <a:lnTo>
                    <a:pt x="3518796" y="159033"/>
                  </a:lnTo>
                  <a:lnTo>
                    <a:pt x="3503260" y="115586"/>
                  </a:lnTo>
                  <a:lnTo>
                    <a:pt x="3478883" y="77269"/>
                  </a:lnTo>
                  <a:lnTo>
                    <a:pt x="3446903" y="45316"/>
                  </a:lnTo>
                  <a:lnTo>
                    <a:pt x="3408561" y="20964"/>
                  </a:lnTo>
                  <a:lnTo>
                    <a:pt x="3365096" y="5446"/>
                  </a:lnTo>
                  <a:lnTo>
                    <a:pt x="3317748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48226" y="1147826"/>
              <a:ext cx="3524250" cy="1238250"/>
            </a:xfrm>
            <a:custGeom>
              <a:avLst/>
              <a:gdLst/>
              <a:ahLst/>
              <a:cxnLst/>
              <a:rect l="l" t="t" r="r" b="b"/>
              <a:pathLst>
                <a:path w="3524250" h="1238250">
                  <a:moveTo>
                    <a:pt x="0" y="206375"/>
                  </a:moveTo>
                  <a:lnTo>
                    <a:pt x="5446" y="159033"/>
                  </a:lnTo>
                  <a:lnTo>
                    <a:pt x="20964" y="115586"/>
                  </a:lnTo>
                  <a:lnTo>
                    <a:pt x="45316" y="77269"/>
                  </a:lnTo>
                  <a:lnTo>
                    <a:pt x="77269" y="45316"/>
                  </a:lnTo>
                  <a:lnTo>
                    <a:pt x="115586" y="20964"/>
                  </a:lnTo>
                  <a:lnTo>
                    <a:pt x="159033" y="5446"/>
                  </a:lnTo>
                  <a:lnTo>
                    <a:pt x="206375" y="0"/>
                  </a:lnTo>
                  <a:lnTo>
                    <a:pt x="3317748" y="0"/>
                  </a:lnTo>
                  <a:lnTo>
                    <a:pt x="3365096" y="5446"/>
                  </a:lnTo>
                  <a:lnTo>
                    <a:pt x="3408561" y="20964"/>
                  </a:lnTo>
                  <a:lnTo>
                    <a:pt x="3446903" y="45316"/>
                  </a:lnTo>
                  <a:lnTo>
                    <a:pt x="3478883" y="77269"/>
                  </a:lnTo>
                  <a:lnTo>
                    <a:pt x="3503260" y="115586"/>
                  </a:lnTo>
                  <a:lnTo>
                    <a:pt x="3518796" y="159033"/>
                  </a:lnTo>
                  <a:lnTo>
                    <a:pt x="3524250" y="206375"/>
                  </a:lnTo>
                  <a:lnTo>
                    <a:pt x="3524250" y="1031748"/>
                  </a:lnTo>
                  <a:lnTo>
                    <a:pt x="3518796" y="1079096"/>
                  </a:lnTo>
                  <a:lnTo>
                    <a:pt x="3503260" y="1122561"/>
                  </a:lnTo>
                  <a:lnTo>
                    <a:pt x="3478883" y="1160903"/>
                  </a:lnTo>
                  <a:lnTo>
                    <a:pt x="3446903" y="1192883"/>
                  </a:lnTo>
                  <a:lnTo>
                    <a:pt x="3408561" y="1217260"/>
                  </a:lnTo>
                  <a:lnTo>
                    <a:pt x="3365096" y="1232796"/>
                  </a:lnTo>
                  <a:lnTo>
                    <a:pt x="3317748" y="1238250"/>
                  </a:lnTo>
                  <a:lnTo>
                    <a:pt x="206375" y="1238250"/>
                  </a:lnTo>
                  <a:lnTo>
                    <a:pt x="159033" y="1232796"/>
                  </a:lnTo>
                  <a:lnTo>
                    <a:pt x="115586" y="1217260"/>
                  </a:lnTo>
                  <a:lnTo>
                    <a:pt x="77269" y="1192883"/>
                  </a:lnTo>
                  <a:lnTo>
                    <a:pt x="45316" y="1160903"/>
                  </a:lnTo>
                  <a:lnTo>
                    <a:pt x="20964" y="1122561"/>
                  </a:lnTo>
                  <a:lnTo>
                    <a:pt x="5446" y="1079096"/>
                  </a:lnTo>
                  <a:lnTo>
                    <a:pt x="0" y="1031748"/>
                  </a:lnTo>
                  <a:lnTo>
                    <a:pt x="0" y="20637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6250" y="1104900"/>
              <a:ext cx="185737" cy="134772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343400" y="1143000"/>
              <a:ext cx="76200" cy="1238250"/>
            </a:xfrm>
            <a:custGeom>
              <a:avLst/>
              <a:gdLst/>
              <a:ahLst/>
              <a:cxnLst/>
              <a:rect l="l" t="t" r="r" b="b"/>
              <a:pathLst>
                <a:path w="76200" h="1238250">
                  <a:moveTo>
                    <a:pt x="76200" y="0"/>
                  </a:moveTo>
                  <a:lnTo>
                    <a:pt x="0" y="0"/>
                  </a:lnTo>
                  <a:lnTo>
                    <a:pt x="0" y="1238250"/>
                  </a:lnTo>
                  <a:lnTo>
                    <a:pt x="76200" y="12382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626990" y="1304861"/>
            <a:ext cx="2801620" cy="809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90" dirty="0">
                <a:solidFill>
                  <a:srgbClr val="122239"/>
                </a:solidFill>
                <a:latin typeface="Trebuchet MS"/>
                <a:cs typeface="Trebuchet MS"/>
              </a:rPr>
              <a:t>Integration</a:t>
            </a:r>
            <a:r>
              <a:rPr sz="1500" b="1" spc="-80" dirty="0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122239"/>
                </a:solidFill>
                <a:latin typeface="Trebuchet MS"/>
                <a:cs typeface="Trebuchet MS"/>
              </a:rPr>
              <a:t>Testing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8100"/>
              </a:lnSpc>
              <a:spcBef>
                <a:spcPts val="1510"/>
              </a:spcBef>
            </a:pP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Verify</a:t>
            </a:r>
            <a:r>
              <a:rPr sz="1100" spc="-1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database/API</a:t>
            </a:r>
            <a:r>
              <a:rPr sz="1100" spc="-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interactions</a:t>
            </a:r>
            <a:r>
              <a:rPr sz="1100" spc="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sz="1100" spc="1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correct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data</a:t>
            </a:r>
            <a:r>
              <a:rPr sz="1100" spc="-6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flow</a:t>
            </a:r>
            <a:r>
              <a:rPr sz="1100" spc="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between</a:t>
            </a:r>
            <a:r>
              <a:rPr sz="1100" spc="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modules.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039100" y="1104900"/>
            <a:ext cx="3605529" cy="1348105"/>
            <a:chOff x="8039100" y="1104900"/>
            <a:chExt cx="3605529" cy="1348105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7638" y="1133373"/>
              <a:ext cx="3576774" cy="130979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101076" y="1147826"/>
              <a:ext cx="3514725" cy="1238250"/>
            </a:xfrm>
            <a:custGeom>
              <a:avLst/>
              <a:gdLst/>
              <a:ahLst/>
              <a:cxnLst/>
              <a:rect l="l" t="t" r="r" b="b"/>
              <a:pathLst>
                <a:path w="3514725" h="1238250">
                  <a:moveTo>
                    <a:pt x="3308223" y="0"/>
                  </a:moveTo>
                  <a:lnTo>
                    <a:pt x="206375" y="0"/>
                  </a:lnTo>
                  <a:lnTo>
                    <a:pt x="159033" y="5446"/>
                  </a:lnTo>
                  <a:lnTo>
                    <a:pt x="115586" y="20964"/>
                  </a:lnTo>
                  <a:lnTo>
                    <a:pt x="77269" y="45316"/>
                  </a:lnTo>
                  <a:lnTo>
                    <a:pt x="45316" y="77269"/>
                  </a:lnTo>
                  <a:lnTo>
                    <a:pt x="20964" y="115586"/>
                  </a:lnTo>
                  <a:lnTo>
                    <a:pt x="5446" y="159033"/>
                  </a:lnTo>
                  <a:lnTo>
                    <a:pt x="0" y="206375"/>
                  </a:lnTo>
                  <a:lnTo>
                    <a:pt x="0" y="1031748"/>
                  </a:lnTo>
                  <a:lnTo>
                    <a:pt x="5446" y="1079096"/>
                  </a:lnTo>
                  <a:lnTo>
                    <a:pt x="20964" y="1122561"/>
                  </a:lnTo>
                  <a:lnTo>
                    <a:pt x="45316" y="1160903"/>
                  </a:lnTo>
                  <a:lnTo>
                    <a:pt x="77269" y="1192883"/>
                  </a:lnTo>
                  <a:lnTo>
                    <a:pt x="115586" y="1217260"/>
                  </a:lnTo>
                  <a:lnTo>
                    <a:pt x="159033" y="1232796"/>
                  </a:lnTo>
                  <a:lnTo>
                    <a:pt x="206375" y="1238250"/>
                  </a:lnTo>
                  <a:lnTo>
                    <a:pt x="3308223" y="1238250"/>
                  </a:lnTo>
                  <a:lnTo>
                    <a:pt x="3355571" y="1232796"/>
                  </a:lnTo>
                  <a:lnTo>
                    <a:pt x="3399036" y="1217260"/>
                  </a:lnTo>
                  <a:lnTo>
                    <a:pt x="3437378" y="1192883"/>
                  </a:lnTo>
                  <a:lnTo>
                    <a:pt x="3469358" y="1160903"/>
                  </a:lnTo>
                  <a:lnTo>
                    <a:pt x="3493735" y="1122561"/>
                  </a:lnTo>
                  <a:lnTo>
                    <a:pt x="3509271" y="1079096"/>
                  </a:lnTo>
                  <a:lnTo>
                    <a:pt x="3514725" y="1031748"/>
                  </a:lnTo>
                  <a:lnTo>
                    <a:pt x="3514725" y="206375"/>
                  </a:lnTo>
                  <a:lnTo>
                    <a:pt x="3509271" y="159033"/>
                  </a:lnTo>
                  <a:lnTo>
                    <a:pt x="3493735" y="115586"/>
                  </a:lnTo>
                  <a:lnTo>
                    <a:pt x="3469358" y="77269"/>
                  </a:lnTo>
                  <a:lnTo>
                    <a:pt x="3437378" y="45316"/>
                  </a:lnTo>
                  <a:lnTo>
                    <a:pt x="3399036" y="20964"/>
                  </a:lnTo>
                  <a:lnTo>
                    <a:pt x="3355571" y="5446"/>
                  </a:lnTo>
                  <a:lnTo>
                    <a:pt x="3308223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01076" y="1147826"/>
              <a:ext cx="3514725" cy="1238250"/>
            </a:xfrm>
            <a:custGeom>
              <a:avLst/>
              <a:gdLst/>
              <a:ahLst/>
              <a:cxnLst/>
              <a:rect l="l" t="t" r="r" b="b"/>
              <a:pathLst>
                <a:path w="3514725" h="1238250">
                  <a:moveTo>
                    <a:pt x="0" y="206375"/>
                  </a:moveTo>
                  <a:lnTo>
                    <a:pt x="5446" y="159033"/>
                  </a:lnTo>
                  <a:lnTo>
                    <a:pt x="20964" y="115586"/>
                  </a:lnTo>
                  <a:lnTo>
                    <a:pt x="45316" y="77269"/>
                  </a:lnTo>
                  <a:lnTo>
                    <a:pt x="77269" y="45316"/>
                  </a:lnTo>
                  <a:lnTo>
                    <a:pt x="115586" y="20964"/>
                  </a:lnTo>
                  <a:lnTo>
                    <a:pt x="159033" y="5446"/>
                  </a:lnTo>
                  <a:lnTo>
                    <a:pt x="206375" y="0"/>
                  </a:lnTo>
                  <a:lnTo>
                    <a:pt x="3308223" y="0"/>
                  </a:lnTo>
                  <a:lnTo>
                    <a:pt x="3355571" y="5446"/>
                  </a:lnTo>
                  <a:lnTo>
                    <a:pt x="3399036" y="20964"/>
                  </a:lnTo>
                  <a:lnTo>
                    <a:pt x="3437378" y="45316"/>
                  </a:lnTo>
                  <a:lnTo>
                    <a:pt x="3469358" y="77269"/>
                  </a:lnTo>
                  <a:lnTo>
                    <a:pt x="3493735" y="115586"/>
                  </a:lnTo>
                  <a:lnTo>
                    <a:pt x="3509271" y="159033"/>
                  </a:lnTo>
                  <a:lnTo>
                    <a:pt x="3514725" y="206375"/>
                  </a:lnTo>
                  <a:lnTo>
                    <a:pt x="3514725" y="1031748"/>
                  </a:lnTo>
                  <a:lnTo>
                    <a:pt x="3509271" y="1079096"/>
                  </a:lnTo>
                  <a:lnTo>
                    <a:pt x="3493735" y="1122561"/>
                  </a:lnTo>
                  <a:lnTo>
                    <a:pt x="3469358" y="1160903"/>
                  </a:lnTo>
                  <a:lnTo>
                    <a:pt x="3437378" y="1192883"/>
                  </a:lnTo>
                  <a:lnTo>
                    <a:pt x="3399036" y="1217260"/>
                  </a:lnTo>
                  <a:lnTo>
                    <a:pt x="3355571" y="1232796"/>
                  </a:lnTo>
                  <a:lnTo>
                    <a:pt x="3308223" y="1238250"/>
                  </a:lnTo>
                  <a:lnTo>
                    <a:pt x="206375" y="1238250"/>
                  </a:lnTo>
                  <a:lnTo>
                    <a:pt x="159033" y="1232796"/>
                  </a:lnTo>
                  <a:lnTo>
                    <a:pt x="115586" y="1217260"/>
                  </a:lnTo>
                  <a:lnTo>
                    <a:pt x="77269" y="1192883"/>
                  </a:lnTo>
                  <a:lnTo>
                    <a:pt x="45316" y="1160903"/>
                  </a:lnTo>
                  <a:lnTo>
                    <a:pt x="20964" y="1122561"/>
                  </a:lnTo>
                  <a:lnTo>
                    <a:pt x="5446" y="1079096"/>
                  </a:lnTo>
                  <a:lnTo>
                    <a:pt x="0" y="1031748"/>
                  </a:lnTo>
                  <a:lnTo>
                    <a:pt x="0" y="20637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39100" y="1104900"/>
              <a:ext cx="176212" cy="134772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096250" y="1143000"/>
              <a:ext cx="66675" cy="1238250"/>
            </a:xfrm>
            <a:custGeom>
              <a:avLst/>
              <a:gdLst/>
              <a:ahLst/>
              <a:cxnLst/>
              <a:rect l="l" t="t" r="r" b="b"/>
              <a:pathLst>
                <a:path w="66675" h="1238250">
                  <a:moveTo>
                    <a:pt x="66675" y="0"/>
                  </a:moveTo>
                  <a:lnTo>
                    <a:pt x="0" y="0"/>
                  </a:lnTo>
                  <a:lnTo>
                    <a:pt x="0" y="1238250"/>
                  </a:lnTo>
                  <a:lnTo>
                    <a:pt x="66675" y="123825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218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378825" y="1304861"/>
            <a:ext cx="2455545" cy="809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35" dirty="0">
                <a:solidFill>
                  <a:srgbClr val="122239"/>
                </a:solidFill>
                <a:latin typeface="Trebuchet MS"/>
                <a:cs typeface="Trebuchet MS"/>
              </a:rPr>
              <a:t>System</a:t>
            </a:r>
            <a:r>
              <a:rPr sz="1500" b="1" spc="-145" dirty="0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122239"/>
                </a:solidFill>
                <a:latin typeface="Trebuchet MS"/>
                <a:cs typeface="Trebuchet MS"/>
              </a:rPr>
              <a:t>Testing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8100"/>
              </a:lnSpc>
              <a:spcBef>
                <a:spcPts val="1510"/>
              </a:spcBef>
            </a:pP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Validate</a:t>
            </a:r>
            <a:r>
              <a:rPr sz="1100" spc="2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end-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to-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end</a:t>
            </a:r>
            <a:r>
              <a:rPr sz="1100" spc="-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workflows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 against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business</a:t>
            </a:r>
            <a:r>
              <a:rPr sz="1100" spc="14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requirements.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33400" y="2657475"/>
            <a:ext cx="3615054" cy="1348105"/>
            <a:chOff x="533400" y="2657475"/>
            <a:chExt cx="3615054" cy="1348105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938" y="2685948"/>
              <a:ext cx="3586299" cy="130979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95312" y="2700401"/>
              <a:ext cx="3524885" cy="1238250"/>
            </a:xfrm>
            <a:custGeom>
              <a:avLst/>
              <a:gdLst/>
              <a:ahLst/>
              <a:cxnLst/>
              <a:rect l="l" t="t" r="r" b="b"/>
              <a:pathLst>
                <a:path w="3524885" h="1238250">
                  <a:moveTo>
                    <a:pt x="3317811" y="0"/>
                  </a:moveTo>
                  <a:lnTo>
                    <a:pt x="206375" y="0"/>
                  </a:lnTo>
                  <a:lnTo>
                    <a:pt x="159057" y="5446"/>
                  </a:lnTo>
                  <a:lnTo>
                    <a:pt x="115619" y="20964"/>
                  </a:lnTo>
                  <a:lnTo>
                    <a:pt x="77301" y="45316"/>
                  </a:lnTo>
                  <a:lnTo>
                    <a:pt x="45340" y="77269"/>
                  </a:lnTo>
                  <a:lnTo>
                    <a:pt x="20977" y="115586"/>
                  </a:lnTo>
                  <a:lnTo>
                    <a:pt x="5450" y="159033"/>
                  </a:lnTo>
                  <a:lnTo>
                    <a:pt x="0" y="206375"/>
                  </a:lnTo>
                  <a:lnTo>
                    <a:pt x="0" y="1031748"/>
                  </a:lnTo>
                  <a:lnTo>
                    <a:pt x="5450" y="1079096"/>
                  </a:lnTo>
                  <a:lnTo>
                    <a:pt x="20977" y="1122561"/>
                  </a:lnTo>
                  <a:lnTo>
                    <a:pt x="45340" y="1160903"/>
                  </a:lnTo>
                  <a:lnTo>
                    <a:pt x="77301" y="1192883"/>
                  </a:lnTo>
                  <a:lnTo>
                    <a:pt x="115619" y="1217260"/>
                  </a:lnTo>
                  <a:lnTo>
                    <a:pt x="159057" y="1232796"/>
                  </a:lnTo>
                  <a:lnTo>
                    <a:pt x="206375" y="1238250"/>
                  </a:lnTo>
                  <a:lnTo>
                    <a:pt x="3317811" y="1238250"/>
                  </a:lnTo>
                  <a:lnTo>
                    <a:pt x="3365159" y="1232796"/>
                  </a:lnTo>
                  <a:lnTo>
                    <a:pt x="3408625" y="1217260"/>
                  </a:lnTo>
                  <a:lnTo>
                    <a:pt x="3446967" y="1192883"/>
                  </a:lnTo>
                  <a:lnTo>
                    <a:pt x="3478946" y="1160903"/>
                  </a:lnTo>
                  <a:lnTo>
                    <a:pt x="3503324" y="1122561"/>
                  </a:lnTo>
                  <a:lnTo>
                    <a:pt x="3518859" y="1079096"/>
                  </a:lnTo>
                  <a:lnTo>
                    <a:pt x="3524313" y="1031748"/>
                  </a:lnTo>
                  <a:lnTo>
                    <a:pt x="3524313" y="206375"/>
                  </a:lnTo>
                  <a:lnTo>
                    <a:pt x="3518859" y="159033"/>
                  </a:lnTo>
                  <a:lnTo>
                    <a:pt x="3503324" y="115586"/>
                  </a:lnTo>
                  <a:lnTo>
                    <a:pt x="3478946" y="77269"/>
                  </a:lnTo>
                  <a:lnTo>
                    <a:pt x="3446967" y="45316"/>
                  </a:lnTo>
                  <a:lnTo>
                    <a:pt x="3408625" y="20964"/>
                  </a:lnTo>
                  <a:lnTo>
                    <a:pt x="3365159" y="5446"/>
                  </a:lnTo>
                  <a:lnTo>
                    <a:pt x="3317811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95312" y="2700401"/>
              <a:ext cx="3524885" cy="1238250"/>
            </a:xfrm>
            <a:custGeom>
              <a:avLst/>
              <a:gdLst/>
              <a:ahLst/>
              <a:cxnLst/>
              <a:rect l="l" t="t" r="r" b="b"/>
              <a:pathLst>
                <a:path w="3524885" h="1238250">
                  <a:moveTo>
                    <a:pt x="0" y="206375"/>
                  </a:moveTo>
                  <a:lnTo>
                    <a:pt x="5450" y="159033"/>
                  </a:lnTo>
                  <a:lnTo>
                    <a:pt x="20977" y="115586"/>
                  </a:lnTo>
                  <a:lnTo>
                    <a:pt x="45340" y="77269"/>
                  </a:lnTo>
                  <a:lnTo>
                    <a:pt x="77301" y="45316"/>
                  </a:lnTo>
                  <a:lnTo>
                    <a:pt x="115619" y="20964"/>
                  </a:lnTo>
                  <a:lnTo>
                    <a:pt x="159057" y="5446"/>
                  </a:lnTo>
                  <a:lnTo>
                    <a:pt x="206375" y="0"/>
                  </a:lnTo>
                  <a:lnTo>
                    <a:pt x="3317811" y="0"/>
                  </a:lnTo>
                  <a:lnTo>
                    <a:pt x="3365159" y="5446"/>
                  </a:lnTo>
                  <a:lnTo>
                    <a:pt x="3408625" y="20964"/>
                  </a:lnTo>
                  <a:lnTo>
                    <a:pt x="3446967" y="45316"/>
                  </a:lnTo>
                  <a:lnTo>
                    <a:pt x="3478946" y="77269"/>
                  </a:lnTo>
                  <a:lnTo>
                    <a:pt x="3503324" y="115586"/>
                  </a:lnTo>
                  <a:lnTo>
                    <a:pt x="3518859" y="159033"/>
                  </a:lnTo>
                  <a:lnTo>
                    <a:pt x="3524313" y="206375"/>
                  </a:lnTo>
                  <a:lnTo>
                    <a:pt x="3524313" y="1031748"/>
                  </a:lnTo>
                  <a:lnTo>
                    <a:pt x="3518859" y="1079096"/>
                  </a:lnTo>
                  <a:lnTo>
                    <a:pt x="3503324" y="1122561"/>
                  </a:lnTo>
                  <a:lnTo>
                    <a:pt x="3478946" y="1160903"/>
                  </a:lnTo>
                  <a:lnTo>
                    <a:pt x="3446967" y="1192883"/>
                  </a:lnTo>
                  <a:lnTo>
                    <a:pt x="3408625" y="1217260"/>
                  </a:lnTo>
                  <a:lnTo>
                    <a:pt x="3365159" y="1232796"/>
                  </a:lnTo>
                  <a:lnTo>
                    <a:pt x="3317811" y="1238250"/>
                  </a:lnTo>
                  <a:lnTo>
                    <a:pt x="206375" y="1238250"/>
                  </a:lnTo>
                  <a:lnTo>
                    <a:pt x="159057" y="1232796"/>
                  </a:lnTo>
                  <a:lnTo>
                    <a:pt x="115619" y="1217260"/>
                  </a:lnTo>
                  <a:lnTo>
                    <a:pt x="77301" y="1192883"/>
                  </a:lnTo>
                  <a:lnTo>
                    <a:pt x="45340" y="1160903"/>
                  </a:lnTo>
                  <a:lnTo>
                    <a:pt x="20977" y="1122561"/>
                  </a:lnTo>
                  <a:lnTo>
                    <a:pt x="5450" y="1079096"/>
                  </a:lnTo>
                  <a:lnTo>
                    <a:pt x="0" y="1031748"/>
                  </a:lnTo>
                  <a:lnTo>
                    <a:pt x="0" y="20637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" y="2657475"/>
              <a:ext cx="185737" cy="134772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90550" y="2695575"/>
              <a:ext cx="76200" cy="1238250"/>
            </a:xfrm>
            <a:custGeom>
              <a:avLst/>
              <a:gdLst/>
              <a:ahLst/>
              <a:cxnLst/>
              <a:rect l="l" t="t" r="r" b="b"/>
              <a:pathLst>
                <a:path w="76200" h="1238250">
                  <a:moveTo>
                    <a:pt x="76200" y="0"/>
                  </a:moveTo>
                  <a:lnTo>
                    <a:pt x="0" y="0"/>
                  </a:lnTo>
                  <a:lnTo>
                    <a:pt x="0" y="1238250"/>
                  </a:lnTo>
                  <a:lnTo>
                    <a:pt x="76200" y="12382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48F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75030" y="2861627"/>
            <a:ext cx="2873375" cy="808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122239"/>
                </a:solidFill>
                <a:latin typeface="Trebuchet MS"/>
                <a:cs typeface="Trebuchet MS"/>
              </a:rPr>
              <a:t>UAT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Doctors/GPs</a:t>
            </a:r>
            <a:r>
              <a:rPr sz="1100" spc="7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sz="1100" spc="6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staff</a:t>
            </a:r>
            <a:r>
              <a:rPr sz="1100" spc="-6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execute scenarios</a:t>
            </a:r>
            <a:r>
              <a:rPr sz="1100" spc="8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approve</a:t>
            </a:r>
            <a:r>
              <a:rPr sz="1100" spc="-3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sz="1100" spc="-3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system.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286250" y="2657475"/>
            <a:ext cx="3615054" cy="1348105"/>
            <a:chOff x="4286250" y="2657475"/>
            <a:chExt cx="3615054" cy="1348105"/>
          </a:xfrm>
        </p:grpSpPr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4788" y="2685948"/>
              <a:ext cx="3586299" cy="130979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348226" y="2700401"/>
              <a:ext cx="3524250" cy="1238250"/>
            </a:xfrm>
            <a:custGeom>
              <a:avLst/>
              <a:gdLst/>
              <a:ahLst/>
              <a:cxnLst/>
              <a:rect l="l" t="t" r="r" b="b"/>
              <a:pathLst>
                <a:path w="3524250" h="1238250">
                  <a:moveTo>
                    <a:pt x="3317748" y="0"/>
                  </a:moveTo>
                  <a:lnTo>
                    <a:pt x="206375" y="0"/>
                  </a:lnTo>
                  <a:lnTo>
                    <a:pt x="159033" y="5446"/>
                  </a:lnTo>
                  <a:lnTo>
                    <a:pt x="115586" y="20964"/>
                  </a:lnTo>
                  <a:lnTo>
                    <a:pt x="77269" y="45316"/>
                  </a:lnTo>
                  <a:lnTo>
                    <a:pt x="45316" y="77269"/>
                  </a:lnTo>
                  <a:lnTo>
                    <a:pt x="20964" y="115586"/>
                  </a:lnTo>
                  <a:lnTo>
                    <a:pt x="5446" y="159033"/>
                  </a:lnTo>
                  <a:lnTo>
                    <a:pt x="0" y="206375"/>
                  </a:lnTo>
                  <a:lnTo>
                    <a:pt x="0" y="1031748"/>
                  </a:lnTo>
                  <a:lnTo>
                    <a:pt x="5446" y="1079096"/>
                  </a:lnTo>
                  <a:lnTo>
                    <a:pt x="20964" y="1122561"/>
                  </a:lnTo>
                  <a:lnTo>
                    <a:pt x="45316" y="1160903"/>
                  </a:lnTo>
                  <a:lnTo>
                    <a:pt x="77269" y="1192883"/>
                  </a:lnTo>
                  <a:lnTo>
                    <a:pt x="115586" y="1217260"/>
                  </a:lnTo>
                  <a:lnTo>
                    <a:pt x="159033" y="1232796"/>
                  </a:lnTo>
                  <a:lnTo>
                    <a:pt x="206375" y="1238250"/>
                  </a:lnTo>
                  <a:lnTo>
                    <a:pt x="3317748" y="1238250"/>
                  </a:lnTo>
                  <a:lnTo>
                    <a:pt x="3365096" y="1232796"/>
                  </a:lnTo>
                  <a:lnTo>
                    <a:pt x="3408561" y="1217260"/>
                  </a:lnTo>
                  <a:lnTo>
                    <a:pt x="3446903" y="1192883"/>
                  </a:lnTo>
                  <a:lnTo>
                    <a:pt x="3478883" y="1160903"/>
                  </a:lnTo>
                  <a:lnTo>
                    <a:pt x="3503260" y="1122561"/>
                  </a:lnTo>
                  <a:lnTo>
                    <a:pt x="3518796" y="1079096"/>
                  </a:lnTo>
                  <a:lnTo>
                    <a:pt x="3524250" y="1031748"/>
                  </a:lnTo>
                  <a:lnTo>
                    <a:pt x="3524250" y="206375"/>
                  </a:lnTo>
                  <a:lnTo>
                    <a:pt x="3518796" y="159033"/>
                  </a:lnTo>
                  <a:lnTo>
                    <a:pt x="3503260" y="115586"/>
                  </a:lnTo>
                  <a:lnTo>
                    <a:pt x="3478883" y="77269"/>
                  </a:lnTo>
                  <a:lnTo>
                    <a:pt x="3446903" y="45316"/>
                  </a:lnTo>
                  <a:lnTo>
                    <a:pt x="3408561" y="20964"/>
                  </a:lnTo>
                  <a:lnTo>
                    <a:pt x="3365096" y="5446"/>
                  </a:lnTo>
                  <a:lnTo>
                    <a:pt x="3317748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348226" y="2700401"/>
              <a:ext cx="3524250" cy="1238250"/>
            </a:xfrm>
            <a:custGeom>
              <a:avLst/>
              <a:gdLst/>
              <a:ahLst/>
              <a:cxnLst/>
              <a:rect l="l" t="t" r="r" b="b"/>
              <a:pathLst>
                <a:path w="3524250" h="1238250">
                  <a:moveTo>
                    <a:pt x="0" y="206375"/>
                  </a:moveTo>
                  <a:lnTo>
                    <a:pt x="5446" y="159033"/>
                  </a:lnTo>
                  <a:lnTo>
                    <a:pt x="20964" y="115586"/>
                  </a:lnTo>
                  <a:lnTo>
                    <a:pt x="45316" y="77269"/>
                  </a:lnTo>
                  <a:lnTo>
                    <a:pt x="77269" y="45316"/>
                  </a:lnTo>
                  <a:lnTo>
                    <a:pt x="115586" y="20964"/>
                  </a:lnTo>
                  <a:lnTo>
                    <a:pt x="159033" y="5446"/>
                  </a:lnTo>
                  <a:lnTo>
                    <a:pt x="206375" y="0"/>
                  </a:lnTo>
                  <a:lnTo>
                    <a:pt x="3317748" y="0"/>
                  </a:lnTo>
                  <a:lnTo>
                    <a:pt x="3365096" y="5446"/>
                  </a:lnTo>
                  <a:lnTo>
                    <a:pt x="3408561" y="20964"/>
                  </a:lnTo>
                  <a:lnTo>
                    <a:pt x="3446903" y="45316"/>
                  </a:lnTo>
                  <a:lnTo>
                    <a:pt x="3478883" y="77269"/>
                  </a:lnTo>
                  <a:lnTo>
                    <a:pt x="3503260" y="115586"/>
                  </a:lnTo>
                  <a:lnTo>
                    <a:pt x="3518796" y="159033"/>
                  </a:lnTo>
                  <a:lnTo>
                    <a:pt x="3524250" y="206375"/>
                  </a:lnTo>
                  <a:lnTo>
                    <a:pt x="3524250" y="1031748"/>
                  </a:lnTo>
                  <a:lnTo>
                    <a:pt x="3518796" y="1079096"/>
                  </a:lnTo>
                  <a:lnTo>
                    <a:pt x="3503260" y="1122561"/>
                  </a:lnTo>
                  <a:lnTo>
                    <a:pt x="3478883" y="1160903"/>
                  </a:lnTo>
                  <a:lnTo>
                    <a:pt x="3446903" y="1192883"/>
                  </a:lnTo>
                  <a:lnTo>
                    <a:pt x="3408561" y="1217260"/>
                  </a:lnTo>
                  <a:lnTo>
                    <a:pt x="3365096" y="1232796"/>
                  </a:lnTo>
                  <a:lnTo>
                    <a:pt x="3317748" y="1238250"/>
                  </a:lnTo>
                  <a:lnTo>
                    <a:pt x="206375" y="1238250"/>
                  </a:lnTo>
                  <a:lnTo>
                    <a:pt x="159033" y="1232796"/>
                  </a:lnTo>
                  <a:lnTo>
                    <a:pt x="115586" y="1217260"/>
                  </a:lnTo>
                  <a:lnTo>
                    <a:pt x="77269" y="1192883"/>
                  </a:lnTo>
                  <a:lnTo>
                    <a:pt x="45316" y="1160903"/>
                  </a:lnTo>
                  <a:lnTo>
                    <a:pt x="20964" y="1122561"/>
                  </a:lnTo>
                  <a:lnTo>
                    <a:pt x="5446" y="1079096"/>
                  </a:lnTo>
                  <a:lnTo>
                    <a:pt x="0" y="1031748"/>
                  </a:lnTo>
                  <a:lnTo>
                    <a:pt x="0" y="20637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6250" y="2657475"/>
              <a:ext cx="185737" cy="134772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343400" y="2695575"/>
              <a:ext cx="76200" cy="1238250"/>
            </a:xfrm>
            <a:custGeom>
              <a:avLst/>
              <a:gdLst/>
              <a:ahLst/>
              <a:cxnLst/>
              <a:rect l="l" t="t" r="r" b="b"/>
              <a:pathLst>
                <a:path w="76200" h="1238250">
                  <a:moveTo>
                    <a:pt x="76200" y="0"/>
                  </a:moveTo>
                  <a:lnTo>
                    <a:pt x="0" y="0"/>
                  </a:lnTo>
                  <a:lnTo>
                    <a:pt x="0" y="1238250"/>
                  </a:lnTo>
                  <a:lnTo>
                    <a:pt x="76200" y="12382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BD3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626990" y="2861627"/>
            <a:ext cx="2606675" cy="808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0" dirty="0">
                <a:solidFill>
                  <a:srgbClr val="122239"/>
                </a:solidFill>
                <a:latin typeface="Trebuchet MS"/>
                <a:cs typeface="Trebuchet MS"/>
              </a:rPr>
              <a:t>Security</a:t>
            </a:r>
            <a:r>
              <a:rPr sz="1500" b="1" spc="-155" dirty="0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122239"/>
                </a:solidFill>
                <a:latin typeface="Trebuchet MS"/>
                <a:cs typeface="Trebuchet MS"/>
              </a:rPr>
              <a:t>Testing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Authentication,</a:t>
            </a:r>
            <a:r>
              <a:rPr sz="1100" spc="3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RBAC</a:t>
            </a:r>
            <a:r>
              <a:rPr sz="1100" spc="3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sz="1100" spc="2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SQL-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injection-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related</a:t>
            </a:r>
            <a:r>
              <a:rPr sz="1100" spc="8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checks</a:t>
            </a:r>
            <a:r>
              <a:rPr sz="1100" spc="10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protect</a:t>
            </a:r>
            <a:r>
              <a:rPr sz="1100" spc="3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data.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039100" y="2657475"/>
            <a:ext cx="3605529" cy="1348105"/>
            <a:chOff x="8039100" y="2657475"/>
            <a:chExt cx="3605529" cy="1348105"/>
          </a:xfrm>
        </p:grpSpPr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7638" y="2685948"/>
              <a:ext cx="3576774" cy="130979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101076" y="2700401"/>
              <a:ext cx="3514725" cy="1238250"/>
            </a:xfrm>
            <a:custGeom>
              <a:avLst/>
              <a:gdLst/>
              <a:ahLst/>
              <a:cxnLst/>
              <a:rect l="l" t="t" r="r" b="b"/>
              <a:pathLst>
                <a:path w="3514725" h="1238250">
                  <a:moveTo>
                    <a:pt x="3308223" y="0"/>
                  </a:moveTo>
                  <a:lnTo>
                    <a:pt x="206375" y="0"/>
                  </a:lnTo>
                  <a:lnTo>
                    <a:pt x="159033" y="5446"/>
                  </a:lnTo>
                  <a:lnTo>
                    <a:pt x="115586" y="20964"/>
                  </a:lnTo>
                  <a:lnTo>
                    <a:pt x="77269" y="45316"/>
                  </a:lnTo>
                  <a:lnTo>
                    <a:pt x="45316" y="77269"/>
                  </a:lnTo>
                  <a:lnTo>
                    <a:pt x="20964" y="115586"/>
                  </a:lnTo>
                  <a:lnTo>
                    <a:pt x="5446" y="159033"/>
                  </a:lnTo>
                  <a:lnTo>
                    <a:pt x="0" y="206375"/>
                  </a:lnTo>
                  <a:lnTo>
                    <a:pt x="0" y="1031748"/>
                  </a:lnTo>
                  <a:lnTo>
                    <a:pt x="5446" y="1079096"/>
                  </a:lnTo>
                  <a:lnTo>
                    <a:pt x="20964" y="1122561"/>
                  </a:lnTo>
                  <a:lnTo>
                    <a:pt x="45316" y="1160903"/>
                  </a:lnTo>
                  <a:lnTo>
                    <a:pt x="77269" y="1192883"/>
                  </a:lnTo>
                  <a:lnTo>
                    <a:pt x="115586" y="1217260"/>
                  </a:lnTo>
                  <a:lnTo>
                    <a:pt x="159033" y="1232796"/>
                  </a:lnTo>
                  <a:lnTo>
                    <a:pt x="206375" y="1238250"/>
                  </a:lnTo>
                  <a:lnTo>
                    <a:pt x="3308223" y="1238250"/>
                  </a:lnTo>
                  <a:lnTo>
                    <a:pt x="3355571" y="1232796"/>
                  </a:lnTo>
                  <a:lnTo>
                    <a:pt x="3399036" y="1217260"/>
                  </a:lnTo>
                  <a:lnTo>
                    <a:pt x="3437378" y="1192883"/>
                  </a:lnTo>
                  <a:lnTo>
                    <a:pt x="3469358" y="1160903"/>
                  </a:lnTo>
                  <a:lnTo>
                    <a:pt x="3493735" y="1122561"/>
                  </a:lnTo>
                  <a:lnTo>
                    <a:pt x="3509271" y="1079096"/>
                  </a:lnTo>
                  <a:lnTo>
                    <a:pt x="3514725" y="1031748"/>
                  </a:lnTo>
                  <a:lnTo>
                    <a:pt x="3514725" y="206375"/>
                  </a:lnTo>
                  <a:lnTo>
                    <a:pt x="3509271" y="159033"/>
                  </a:lnTo>
                  <a:lnTo>
                    <a:pt x="3493735" y="115586"/>
                  </a:lnTo>
                  <a:lnTo>
                    <a:pt x="3469358" y="77269"/>
                  </a:lnTo>
                  <a:lnTo>
                    <a:pt x="3437378" y="45316"/>
                  </a:lnTo>
                  <a:lnTo>
                    <a:pt x="3399036" y="20964"/>
                  </a:lnTo>
                  <a:lnTo>
                    <a:pt x="3355571" y="5446"/>
                  </a:lnTo>
                  <a:lnTo>
                    <a:pt x="3308223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101076" y="2700401"/>
              <a:ext cx="3514725" cy="1238250"/>
            </a:xfrm>
            <a:custGeom>
              <a:avLst/>
              <a:gdLst/>
              <a:ahLst/>
              <a:cxnLst/>
              <a:rect l="l" t="t" r="r" b="b"/>
              <a:pathLst>
                <a:path w="3514725" h="1238250">
                  <a:moveTo>
                    <a:pt x="0" y="206375"/>
                  </a:moveTo>
                  <a:lnTo>
                    <a:pt x="5446" y="159033"/>
                  </a:lnTo>
                  <a:lnTo>
                    <a:pt x="20964" y="115586"/>
                  </a:lnTo>
                  <a:lnTo>
                    <a:pt x="45316" y="77269"/>
                  </a:lnTo>
                  <a:lnTo>
                    <a:pt x="77269" y="45316"/>
                  </a:lnTo>
                  <a:lnTo>
                    <a:pt x="115586" y="20964"/>
                  </a:lnTo>
                  <a:lnTo>
                    <a:pt x="159033" y="5446"/>
                  </a:lnTo>
                  <a:lnTo>
                    <a:pt x="206375" y="0"/>
                  </a:lnTo>
                  <a:lnTo>
                    <a:pt x="3308223" y="0"/>
                  </a:lnTo>
                  <a:lnTo>
                    <a:pt x="3355571" y="5446"/>
                  </a:lnTo>
                  <a:lnTo>
                    <a:pt x="3399036" y="20964"/>
                  </a:lnTo>
                  <a:lnTo>
                    <a:pt x="3437378" y="45316"/>
                  </a:lnTo>
                  <a:lnTo>
                    <a:pt x="3469358" y="77269"/>
                  </a:lnTo>
                  <a:lnTo>
                    <a:pt x="3493735" y="115586"/>
                  </a:lnTo>
                  <a:lnTo>
                    <a:pt x="3509271" y="159033"/>
                  </a:lnTo>
                  <a:lnTo>
                    <a:pt x="3514725" y="206375"/>
                  </a:lnTo>
                  <a:lnTo>
                    <a:pt x="3514725" y="1031748"/>
                  </a:lnTo>
                  <a:lnTo>
                    <a:pt x="3509271" y="1079096"/>
                  </a:lnTo>
                  <a:lnTo>
                    <a:pt x="3493735" y="1122561"/>
                  </a:lnTo>
                  <a:lnTo>
                    <a:pt x="3469358" y="1160903"/>
                  </a:lnTo>
                  <a:lnTo>
                    <a:pt x="3437378" y="1192883"/>
                  </a:lnTo>
                  <a:lnTo>
                    <a:pt x="3399036" y="1217260"/>
                  </a:lnTo>
                  <a:lnTo>
                    <a:pt x="3355571" y="1232796"/>
                  </a:lnTo>
                  <a:lnTo>
                    <a:pt x="3308223" y="1238250"/>
                  </a:lnTo>
                  <a:lnTo>
                    <a:pt x="206375" y="1238250"/>
                  </a:lnTo>
                  <a:lnTo>
                    <a:pt x="159033" y="1232796"/>
                  </a:lnTo>
                  <a:lnTo>
                    <a:pt x="115586" y="1217260"/>
                  </a:lnTo>
                  <a:lnTo>
                    <a:pt x="77269" y="1192883"/>
                  </a:lnTo>
                  <a:lnTo>
                    <a:pt x="45316" y="1160903"/>
                  </a:lnTo>
                  <a:lnTo>
                    <a:pt x="20964" y="1122561"/>
                  </a:lnTo>
                  <a:lnTo>
                    <a:pt x="5446" y="1079096"/>
                  </a:lnTo>
                  <a:lnTo>
                    <a:pt x="0" y="1031748"/>
                  </a:lnTo>
                  <a:lnTo>
                    <a:pt x="0" y="20637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39100" y="2657475"/>
              <a:ext cx="176212" cy="134772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8096250" y="2695575"/>
              <a:ext cx="66675" cy="1238250"/>
            </a:xfrm>
            <a:custGeom>
              <a:avLst/>
              <a:gdLst/>
              <a:ahLst/>
              <a:cxnLst/>
              <a:rect l="l" t="t" r="r" b="b"/>
              <a:pathLst>
                <a:path w="66675" h="1238250">
                  <a:moveTo>
                    <a:pt x="66675" y="0"/>
                  </a:moveTo>
                  <a:lnTo>
                    <a:pt x="0" y="0"/>
                  </a:lnTo>
                  <a:lnTo>
                    <a:pt x="0" y="1238250"/>
                  </a:lnTo>
                  <a:lnTo>
                    <a:pt x="66675" y="123825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8378825" y="2861627"/>
            <a:ext cx="2251710" cy="808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80" dirty="0">
                <a:solidFill>
                  <a:srgbClr val="122239"/>
                </a:solidFill>
                <a:latin typeface="Trebuchet MS"/>
                <a:cs typeface="Trebuchet MS"/>
              </a:rPr>
              <a:t>Performance</a:t>
            </a:r>
            <a:r>
              <a:rPr sz="1500" b="1" spc="-114" dirty="0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122239"/>
                </a:solidFill>
                <a:latin typeface="Trebuchet MS"/>
                <a:cs typeface="Trebuchet MS"/>
              </a:rPr>
              <a:t>Testing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Measure</a:t>
            </a:r>
            <a:r>
              <a:rPr sz="1100" spc="2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response</a:t>
            </a:r>
            <a:r>
              <a:rPr sz="1100" spc="2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behaviour</a:t>
            </a:r>
            <a:r>
              <a:rPr sz="1100" spc="-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222C39"/>
                </a:solidFill>
                <a:latin typeface="Tahoma"/>
                <a:cs typeface="Tahoma"/>
              </a:rPr>
              <a:t>under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concurrent-user</a:t>
            </a:r>
            <a:r>
              <a:rPr sz="1100" spc="18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workloads.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286250" y="4210177"/>
            <a:ext cx="3615054" cy="1348105"/>
            <a:chOff x="4286250" y="4210177"/>
            <a:chExt cx="3615054" cy="1348105"/>
          </a:xfrm>
        </p:grpSpPr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4788" y="4238650"/>
              <a:ext cx="3586299" cy="130979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348226" y="4252976"/>
              <a:ext cx="3524250" cy="1238250"/>
            </a:xfrm>
            <a:custGeom>
              <a:avLst/>
              <a:gdLst/>
              <a:ahLst/>
              <a:cxnLst/>
              <a:rect l="l" t="t" r="r" b="b"/>
              <a:pathLst>
                <a:path w="3524250" h="1238250">
                  <a:moveTo>
                    <a:pt x="3317748" y="0"/>
                  </a:moveTo>
                  <a:lnTo>
                    <a:pt x="206375" y="0"/>
                  </a:lnTo>
                  <a:lnTo>
                    <a:pt x="159033" y="5446"/>
                  </a:lnTo>
                  <a:lnTo>
                    <a:pt x="115586" y="20964"/>
                  </a:lnTo>
                  <a:lnTo>
                    <a:pt x="77269" y="45316"/>
                  </a:lnTo>
                  <a:lnTo>
                    <a:pt x="45316" y="77269"/>
                  </a:lnTo>
                  <a:lnTo>
                    <a:pt x="20964" y="115586"/>
                  </a:lnTo>
                  <a:lnTo>
                    <a:pt x="5446" y="159033"/>
                  </a:lnTo>
                  <a:lnTo>
                    <a:pt x="0" y="206375"/>
                  </a:lnTo>
                  <a:lnTo>
                    <a:pt x="0" y="1031748"/>
                  </a:lnTo>
                  <a:lnTo>
                    <a:pt x="5446" y="1079096"/>
                  </a:lnTo>
                  <a:lnTo>
                    <a:pt x="20964" y="1122561"/>
                  </a:lnTo>
                  <a:lnTo>
                    <a:pt x="45316" y="1160903"/>
                  </a:lnTo>
                  <a:lnTo>
                    <a:pt x="77269" y="1192883"/>
                  </a:lnTo>
                  <a:lnTo>
                    <a:pt x="115586" y="1217260"/>
                  </a:lnTo>
                  <a:lnTo>
                    <a:pt x="159033" y="1232796"/>
                  </a:lnTo>
                  <a:lnTo>
                    <a:pt x="206375" y="1238250"/>
                  </a:lnTo>
                  <a:lnTo>
                    <a:pt x="3317748" y="1238250"/>
                  </a:lnTo>
                  <a:lnTo>
                    <a:pt x="3365096" y="1232796"/>
                  </a:lnTo>
                  <a:lnTo>
                    <a:pt x="3408561" y="1217260"/>
                  </a:lnTo>
                  <a:lnTo>
                    <a:pt x="3446903" y="1192883"/>
                  </a:lnTo>
                  <a:lnTo>
                    <a:pt x="3478883" y="1160903"/>
                  </a:lnTo>
                  <a:lnTo>
                    <a:pt x="3503260" y="1122561"/>
                  </a:lnTo>
                  <a:lnTo>
                    <a:pt x="3518796" y="1079096"/>
                  </a:lnTo>
                  <a:lnTo>
                    <a:pt x="3524250" y="1031748"/>
                  </a:lnTo>
                  <a:lnTo>
                    <a:pt x="3524250" y="206375"/>
                  </a:lnTo>
                  <a:lnTo>
                    <a:pt x="3518796" y="159033"/>
                  </a:lnTo>
                  <a:lnTo>
                    <a:pt x="3503260" y="115586"/>
                  </a:lnTo>
                  <a:lnTo>
                    <a:pt x="3478883" y="77269"/>
                  </a:lnTo>
                  <a:lnTo>
                    <a:pt x="3446903" y="45316"/>
                  </a:lnTo>
                  <a:lnTo>
                    <a:pt x="3408561" y="20964"/>
                  </a:lnTo>
                  <a:lnTo>
                    <a:pt x="3365096" y="5446"/>
                  </a:lnTo>
                  <a:lnTo>
                    <a:pt x="3317748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348226" y="4252976"/>
              <a:ext cx="3524250" cy="1238250"/>
            </a:xfrm>
            <a:custGeom>
              <a:avLst/>
              <a:gdLst/>
              <a:ahLst/>
              <a:cxnLst/>
              <a:rect l="l" t="t" r="r" b="b"/>
              <a:pathLst>
                <a:path w="3524250" h="1238250">
                  <a:moveTo>
                    <a:pt x="0" y="206375"/>
                  </a:moveTo>
                  <a:lnTo>
                    <a:pt x="5446" y="159033"/>
                  </a:lnTo>
                  <a:lnTo>
                    <a:pt x="20964" y="115586"/>
                  </a:lnTo>
                  <a:lnTo>
                    <a:pt x="45316" y="77269"/>
                  </a:lnTo>
                  <a:lnTo>
                    <a:pt x="77269" y="45316"/>
                  </a:lnTo>
                  <a:lnTo>
                    <a:pt x="115586" y="20964"/>
                  </a:lnTo>
                  <a:lnTo>
                    <a:pt x="159033" y="5446"/>
                  </a:lnTo>
                  <a:lnTo>
                    <a:pt x="206375" y="0"/>
                  </a:lnTo>
                  <a:lnTo>
                    <a:pt x="3317748" y="0"/>
                  </a:lnTo>
                  <a:lnTo>
                    <a:pt x="3365096" y="5446"/>
                  </a:lnTo>
                  <a:lnTo>
                    <a:pt x="3408561" y="20964"/>
                  </a:lnTo>
                  <a:lnTo>
                    <a:pt x="3446903" y="45316"/>
                  </a:lnTo>
                  <a:lnTo>
                    <a:pt x="3478883" y="77269"/>
                  </a:lnTo>
                  <a:lnTo>
                    <a:pt x="3503260" y="115586"/>
                  </a:lnTo>
                  <a:lnTo>
                    <a:pt x="3518796" y="159033"/>
                  </a:lnTo>
                  <a:lnTo>
                    <a:pt x="3524250" y="206375"/>
                  </a:lnTo>
                  <a:lnTo>
                    <a:pt x="3524250" y="1031748"/>
                  </a:lnTo>
                  <a:lnTo>
                    <a:pt x="3518796" y="1079096"/>
                  </a:lnTo>
                  <a:lnTo>
                    <a:pt x="3503260" y="1122561"/>
                  </a:lnTo>
                  <a:lnTo>
                    <a:pt x="3478883" y="1160903"/>
                  </a:lnTo>
                  <a:lnTo>
                    <a:pt x="3446903" y="1192883"/>
                  </a:lnTo>
                  <a:lnTo>
                    <a:pt x="3408561" y="1217260"/>
                  </a:lnTo>
                  <a:lnTo>
                    <a:pt x="3365096" y="1232796"/>
                  </a:lnTo>
                  <a:lnTo>
                    <a:pt x="3317748" y="1238250"/>
                  </a:lnTo>
                  <a:lnTo>
                    <a:pt x="206375" y="1238250"/>
                  </a:lnTo>
                  <a:lnTo>
                    <a:pt x="159033" y="1232796"/>
                  </a:lnTo>
                  <a:lnTo>
                    <a:pt x="115586" y="1217260"/>
                  </a:lnTo>
                  <a:lnTo>
                    <a:pt x="77269" y="1192883"/>
                  </a:lnTo>
                  <a:lnTo>
                    <a:pt x="45316" y="1160903"/>
                  </a:lnTo>
                  <a:lnTo>
                    <a:pt x="20964" y="1122561"/>
                  </a:lnTo>
                  <a:lnTo>
                    <a:pt x="5446" y="1079096"/>
                  </a:lnTo>
                  <a:lnTo>
                    <a:pt x="0" y="1031748"/>
                  </a:lnTo>
                  <a:lnTo>
                    <a:pt x="0" y="20637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6250" y="4210177"/>
              <a:ext cx="185737" cy="134772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4343400" y="4248150"/>
              <a:ext cx="76200" cy="1238250"/>
            </a:xfrm>
            <a:custGeom>
              <a:avLst/>
              <a:gdLst/>
              <a:ahLst/>
              <a:cxnLst/>
              <a:rect l="l" t="t" r="r" b="b"/>
              <a:pathLst>
                <a:path w="76200" h="1238250">
                  <a:moveTo>
                    <a:pt x="76200" y="0"/>
                  </a:moveTo>
                  <a:lnTo>
                    <a:pt x="0" y="0"/>
                  </a:lnTo>
                  <a:lnTo>
                    <a:pt x="0" y="1238250"/>
                  </a:lnTo>
                  <a:lnTo>
                    <a:pt x="76200" y="12382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911542" y="4418266"/>
            <a:ext cx="6265545" cy="1452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8085">
              <a:lnSpc>
                <a:spcPct val="100000"/>
              </a:lnSpc>
              <a:spcBef>
                <a:spcPts val="100"/>
              </a:spcBef>
            </a:pPr>
            <a:r>
              <a:rPr sz="1500" b="1" spc="-55" dirty="0">
                <a:solidFill>
                  <a:srgbClr val="122239"/>
                </a:solidFill>
                <a:latin typeface="Trebuchet MS"/>
                <a:cs typeface="Trebuchet MS"/>
              </a:rPr>
              <a:t>Regression</a:t>
            </a:r>
            <a:r>
              <a:rPr sz="1500" b="1" spc="-140" dirty="0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122239"/>
                </a:solidFill>
                <a:latin typeface="Trebuchet MS"/>
                <a:cs typeface="Trebuchet MS"/>
              </a:rPr>
              <a:t>Testing</a:t>
            </a:r>
            <a:endParaRPr sz="1500">
              <a:latin typeface="Trebuchet MS"/>
              <a:cs typeface="Trebuchet MS"/>
            </a:endParaRPr>
          </a:p>
          <a:p>
            <a:pPr marL="3728085" marR="5080">
              <a:lnSpc>
                <a:spcPct val="108200"/>
              </a:lnSpc>
              <a:spcBef>
                <a:spcPts val="1510"/>
              </a:spcBef>
            </a:pP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Retest</a:t>
            </a:r>
            <a:r>
              <a:rPr sz="1100" spc="-2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modified</a:t>
            </a:r>
            <a:r>
              <a:rPr sz="1100" spc="1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modules</a:t>
            </a:r>
            <a:r>
              <a:rPr sz="1100" spc="-7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to</a:t>
            </a:r>
            <a:r>
              <a:rPr sz="1100" spc="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ensure</a:t>
            </a:r>
            <a:r>
              <a:rPr sz="1100" spc="-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222C39"/>
                </a:solidFill>
                <a:latin typeface="Tahoma"/>
                <a:cs typeface="Tahoma"/>
              </a:rPr>
              <a:t>fixes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introduce</a:t>
            </a:r>
            <a:r>
              <a:rPr sz="1100" spc="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no</a:t>
            </a:r>
            <a:r>
              <a:rPr sz="1100" spc="-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new</a:t>
            </a:r>
            <a:r>
              <a:rPr sz="1100" spc="1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defects.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222C39"/>
                </a:solidFill>
                <a:latin typeface="Tahoma"/>
                <a:cs typeface="Tahoma"/>
              </a:rPr>
              <a:t>Defects</a:t>
            </a:r>
            <a:r>
              <a:rPr sz="1400" spc="-12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222C39"/>
                </a:solidFill>
                <a:latin typeface="Tahoma"/>
                <a:cs typeface="Tahoma"/>
              </a:rPr>
              <a:t>are</a:t>
            </a:r>
            <a:r>
              <a:rPr sz="1400" spc="-10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222C39"/>
                </a:solidFill>
                <a:latin typeface="Tahoma"/>
                <a:cs typeface="Tahoma"/>
              </a:rPr>
              <a:t>logged,</a:t>
            </a:r>
            <a:r>
              <a:rPr sz="1400" spc="-5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22C39"/>
                </a:solidFill>
                <a:latin typeface="Tahoma"/>
                <a:cs typeface="Tahoma"/>
              </a:rPr>
              <a:t>fixed,</a:t>
            </a:r>
            <a:r>
              <a:rPr sz="1400" spc="-14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22C39"/>
                </a:solidFill>
                <a:latin typeface="Tahoma"/>
                <a:cs typeface="Tahoma"/>
              </a:rPr>
              <a:t>retested</a:t>
            </a:r>
            <a:r>
              <a:rPr sz="1400" spc="-7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sz="1400" spc="-16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22C39"/>
                </a:solidFill>
                <a:latin typeface="Tahoma"/>
                <a:cs typeface="Tahoma"/>
              </a:rPr>
              <a:t>approved</a:t>
            </a:r>
            <a:r>
              <a:rPr sz="1400" spc="-16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22C39"/>
                </a:solidFill>
                <a:latin typeface="Tahoma"/>
                <a:cs typeface="Tahoma"/>
              </a:rPr>
              <a:t>before</a:t>
            </a:r>
            <a:r>
              <a:rPr sz="1400" spc="-10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22C39"/>
                </a:solidFill>
                <a:latin typeface="Tahoma"/>
                <a:cs typeface="Tahoma"/>
              </a:rPr>
              <a:t>release.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0" dirty="0"/>
              <a:t>Implementation,</a:t>
            </a:r>
            <a:r>
              <a:rPr spc="-260" dirty="0"/>
              <a:t> </a:t>
            </a:r>
            <a:r>
              <a:rPr spc="-120" dirty="0"/>
              <a:t>Deployment</a:t>
            </a:r>
            <a:r>
              <a:rPr spc="-220" dirty="0"/>
              <a:t> </a:t>
            </a:r>
            <a:r>
              <a:rPr spc="600" dirty="0"/>
              <a:t>s</a:t>
            </a:r>
            <a:r>
              <a:rPr spc="-185" dirty="0"/>
              <a:t> </a:t>
            </a:r>
            <a:r>
              <a:rPr dirty="0"/>
              <a:t>Success</a:t>
            </a:r>
            <a:r>
              <a:rPr spc="-254" dirty="0"/>
              <a:t> </a:t>
            </a:r>
            <a:r>
              <a:rPr spc="-85" dirty="0"/>
              <a:t>Criteria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31526" y="353440"/>
            <a:ext cx="11106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008F95"/>
                </a:solidFill>
                <a:latin typeface="Trebuchet MS"/>
                <a:cs typeface="Trebuchet MS"/>
              </a:rPr>
              <a:t>TESTING</a:t>
            </a:r>
            <a:r>
              <a:rPr sz="900" b="1" spc="-95" dirty="0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sz="900" b="1" spc="220" dirty="0">
                <a:solidFill>
                  <a:srgbClr val="008F95"/>
                </a:solidFill>
                <a:latin typeface="Trebuchet MS"/>
                <a:cs typeface="Trebuchet MS"/>
              </a:rPr>
              <a:t>s</a:t>
            </a:r>
            <a:r>
              <a:rPr sz="900" b="1" spc="-60" dirty="0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8F95"/>
                </a:solidFill>
                <a:latin typeface="Trebuchet MS"/>
                <a:cs typeface="Trebuchet MS"/>
              </a:rPr>
              <a:t>DELIVERY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53511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222C39"/>
                </a:solidFill>
                <a:latin typeface="Tahoma"/>
                <a:cs typeface="Tahoma"/>
              </a:rPr>
              <a:t>A</a:t>
            </a:r>
            <a:r>
              <a:rPr sz="1200" spc="-6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phased</a:t>
            </a:r>
            <a:r>
              <a:rPr sz="1200" spc="-11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rollout</a:t>
            </a:r>
            <a:r>
              <a:rPr sz="1200" spc="-12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reduces</a:t>
            </a:r>
            <a:r>
              <a:rPr sz="1200" spc="-9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operational</a:t>
            </a:r>
            <a:r>
              <a:rPr sz="1200" spc="-1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risk</a:t>
            </a:r>
            <a:r>
              <a:rPr sz="1200" spc="-9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sz="1200" spc="-11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provides</a:t>
            </a:r>
            <a:r>
              <a:rPr sz="1200" spc="-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a</a:t>
            </a:r>
            <a:r>
              <a:rPr sz="1200" spc="-16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controlled</a:t>
            </a:r>
            <a:r>
              <a:rPr sz="1200" spc="-2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rollback</a:t>
            </a:r>
            <a:r>
              <a:rPr sz="1200" spc="-9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path.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33400" y="1104900"/>
            <a:ext cx="3615054" cy="1433830"/>
            <a:chOff x="533400" y="1104900"/>
            <a:chExt cx="3615054" cy="143383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938" y="1133379"/>
              <a:ext cx="3586299" cy="13955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5312" y="1147826"/>
              <a:ext cx="3524885" cy="1323975"/>
            </a:xfrm>
            <a:custGeom>
              <a:avLst/>
              <a:gdLst/>
              <a:ahLst/>
              <a:cxnLst/>
              <a:rect l="l" t="t" r="r" b="b"/>
              <a:pathLst>
                <a:path w="3524885" h="1323975">
                  <a:moveTo>
                    <a:pt x="3303587" y="0"/>
                  </a:moveTo>
                  <a:lnTo>
                    <a:pt x="220662" y="0"/>
                  </a:lnTo>
                  <a:lnTo>
                    <a:pt x="176191" y="4478"/>
                  </a:lnTo>
                  <a:lnTo>
                    <a:pt x="134770" y="17323"/>
                  </a:lnTo>
                  <a:lnTo>
                    <a:pt x="97287" y="37652"/>
                  </a:lnTo>
                  <a:lnTo>
                    <a:pt x="64630" y="64579"/>
                  </a:lnTo>
                  <a:lnTo>
                    <a:pt x="37685" y="97221"/>
                  </a:lnTo>
                  <a:lnTo>
                    <a:pt x="17340" y="134695"/>
                  </a:lnTo>
                  <a:lnTo>
                    <a:pt x="4483" y="176115"/>
                  </a:lnTo>
                  <a:lnTo>
                    <a:pt x="0" y="220599"/>
                  </a:lnTo>
                  <a:lnTo>
                    <a:pt x="0" y="1103249"/>
                  </a:lnTo>
                  <a:lnTo>
                    <a:pt x="4483" y="1147737"/>
                  </a:lnTo>
                  <a:lnTo>
                    <a:pt x="17340" y="1189172"/>
                  </a:lnTo>
                  <a:lnTo>
                    <a:pt x="37685" y="1226666"/>
                  </a:lnTo>
                  <a:lnTo>
                    <a:pt x="64630" y="1259332"/>
                  </a:lnTo>
                  <a:lnTo>
                    <a:pt x="97287" y="1286282"/>
                  </a:lnTo>
                  <a:lnTo>
                    <a:pt x="134770" y="1306631"/>
                  </a:lnTo>
                  <a:lnTo>
                    <a:pt x="176191" y="1319491"/>
                  </a:lnTo>
                  <a:lnTo>
                    <a:pt x="220662" y="1323975"/>
                  </a:lnTo>
                  <a:lnTo>
                    <a:pt x="3303587" y="1323975"/>
                  </a:lnTo>
                  <a:lnTo>
                    <a:pt x="3348076" y="1319491"/>
                  </a:lnTo>
                  <a:lnTo>
                    <a:pt x="3389510" y="1306631"/>
                  </a:lnTo>
                  <a:lnTo>
                    <a:pt x="3427004" y="1286282"/>
                  </a:lnTo>
                  <a:lnTo>
                    <a:pt x="3459670" y="1259332"/>
                  </a:lnTo>
                  <a:lnTo>
                    <a:pt x="3486621" y="1226666"/>
                  </a:lnTo>
                  <a:lnTo>
                    <a:pt x="3506970" y="1189172"/>
                  </a:lnTo>
                  <a:lnTo>
                    <a:pt x="3519829" y="1147737"/>
                  </a:lnTo>
                  <a:lnTo>
                    <a:pt x="3524313" y="1103249"/>
                  </a:lnTo>
                  <a:lnTo>
                    <a:pt x="3524313" y="220599"/>
                  </a:lnTo>
                  <a:lnTo>
                    <a:pt x="3519829" y="176115"/>
                  </a:lnTo>
                  <a:lnTo>
                    <a:pt x="3506970" y="134695"/>
                  </a:lnTo>
                  <a:lnTo>
                    <a:pt x="3486621" y="97221"/>
                  </a:lnTo>
                  <a:lnTo>
                    <a:pt x="3459670" y="64579"/>
                  </a:lnTo>
                  <a:lnTo>
                    <a:pt x="3427004" y="37652"/>
                  </a:lnTo>
                  <a:lnTo>
                    <a:pt x="3389510" y="17323"/>
                  </a:lnTo>
                  <a:lnTo>
                    <a:pt x="3348076" y="4478"/>
                  </a:lnTo>
                  <a:lnTo>
                    <a:pt x="3303587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5312" y="1147826"/>
              <a:ext cx="3524885" cy="1323975"/>
            </a:xfrm>
            <a:custGeom>
              <a:avLst/>
              <a:gdLst/>
              <a:ahLst/>
              <a:cxnLst/>
              <a:rect l="l" t="t" r="r" b="b"/>
              <a:pathLst>
                <a:path w="3524885" h="1323975">
                  <a:moveTo>
                    <a:pt x="0" y="220599"/>
                  </a:moveTo>
                  <a:lnTo>
                    <a:pt x="4483" y="176115"/>
                  </a:lnTo>
                  <a:lnTo>
                    <a:pt x="17340" y="134695"/>
                  </a:lnTo>
                  <a:lnTo>
                    <a:pt x="37685" y="97221"/>
                  </a:lnTo>
                  <a:lnTo>
                    <a:pt x="64630" y="64579"/>
                  </a:lnTo>
                  <a:lnTo>
                    <a:pt x="97287" y="37652"/>
                  </a:lnTo>
                  <a:lnTo>
                    <a:pt x="134770" y="17323"/>
                  </a:lnTo>
                  <a:lnTo>
                    <a:pt x="176191" y="4478"/>
                  </a:lnTo>
                  <a:lnTo>
                    <a:pt x="220662" y="0"/>
                  </a:lnTo>
                  <a:lnTo>
                    <a:pt x="3303587" y="0"/>
                  </a:lnTo>
                  <a:lnTo>
                    <a:pt x="3348076" y="4478"/>
                  </a:lnTo>
                  <a:lnTo>
                    <a:pt x="3389510" y="17323"/>
                  </a:lnTo>
                  <a:lnTo>
                    <a:pt x="3427004" y="37652"/>
                  </a:lnTo>
                  <a:lnTo>
                    <a:pt x="3459670" y="64579"/>
                  </a:lnTo>
                  <a:lnTo>
                    <a:pt x="3486621" y="97221"/>
                  </a:lnTo>
                  <a:lnTo>
                    <a:pt x="3506970" y="134695"/>
                  </a:lnTo>
                  <a:lnTo>
                    <a:pt x="3519829" y="176115"/>
                  </a:lnTo>
                  <a:lnTo>
                    <a:pt x="3524313" y="220599"/>
                  </a:lnTo>
                  <a:lnTo>
                    <a:pt x="3524313" y="1103249"/>
                  </a:lnTo>
                  <a:lnTo>
                    <a:pt x="3519829" y="1147737"/>
                  </a:lnTo>
                  <a:lnTo>
                    <a:pt x="3506970" y="1189172"/>
                  </a:lnTo>
                  <a:lnTo>
                    <a:pt x="3486621" y="1226666"/>
                  </a:lnTo>
                  <a:lnTo>
                    <a:pt x="3459670" y="1259332"/>
                  </a:lnTo>
                  <a:lnTo>
                    <a:pt x="3427004" y="1286282"/>
                  </a:lnTo>
                  <a:lnTo>
                    <a:pt x="3389510" y="1306631"/>
                  </a:lnTo>
                  <a:lnTo>
                    <a:pt x="3348076" y="1319491"/>
                  </a:lnTo>
                  <a:lnTo>
                    <a:pt x="3303587" y="1323975"/>
                  </a:lnTo>
                  <a:lnTo>
                    <a:pt x="220662" y="1323975"/>
                  </a:lnTo>
                  <a:lnTo>
                    <a:pt x="176191" y="1319491"/>
                  </a:lnTo>
                  <a:lnTo>
                    <a:pt x="134770" y="1306631"/>
                  </a:lnTo>
                  <a:lnTo>
                    <a:pt x="97287" y="1286282"/>
                  </a:lnTo>
                  <a:lnTo>
                    <a:pt x="64630" y="1259332"/>
                  </a:lnTo>
                  <a:lnTo>
                    <a:pt x="37685" y="1226666"/>
                  </a:lnTo>
                  <a:lnTo>
                    <a:pt x="17340" y="1189172"/>
                  </a:lnTo>
                  <a:lnTo>
                    <a:pt x="4483" y="1147737"/>
                  </a:lnTo>
                  <a:lnTo>
                    <a:pt x="0" y="1103249"/>
                  </a:lnTo>
                  <a:lnTo>
                    <a:pt x="0" y="22059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" y="1104900"/>
              <a:ext cx="185737" cy="14334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0550" y="1143000"/>
              <a:ext cx="76200" cy="1323975"/>
            </a:xfrm>
            <a:custGeom>
              <a:avLst/>
              <a:gdLst/>
              <a:ahLst/>
              <a:cxnLst/>
              <a:rect l="l" t="t" r="r" b="b"/>
              <a:pathLst>
                <a:path w="76200" h="1323975">
                  <a:moveTo>
                    <a:pt x="76200" y="0"/>
                  </a:moveTo>
                  <a:lnTo>
                    <a:pt x="0" y="0"/>
                  </a:lnTo>
                  <a:lnTo>
                    <a:pt x="0" y="1323975"/>
                  </a:lnTo>
                  <a:lnTo>
                    <a:pt x="76200" y="13239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75030" y="1304861"/>
            <a:ext cx="2975610" cy="809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22239"/>
                </a:solidFill>
                <a:latin typeface="Trebuchet MS"/>
                <a:cs typeface="Trebuchet MS"/>
              </a:rPr>
              <a:t>1–</a:t>
            </a:r>
            <a:r>
              <a:rPr sz="1500" b="1" spc="-70" dirty="0">
                <a:solidFill>
                  <a:srgbClr val="122239"/>
                </a:solidFill>
                <a:latin typeface="Trebuchet MS"/>
                <a:cs typeface="Trebuchet MS"/>
              </a:rPr>
              <a:t>3</a:t>
            </a:r>
            <a:r>
              <a:rPr sz="1500" b="1" spc="-85" dirty="0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122239"/>
                </a:solidFill>
                <a:latin typeface="Trebuchet MS"/>
                <a:cs typeface="Trebuchet MS"/>
              </a:rPr>
              <a:t>Preparation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8100"/>
              </a:lnSpc>
              <a:spcBef>
                <a:spcPts val="1510"/>
              </a:spcBef>
            </a:pP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Infrastructure/server/database/backup/roles</a:t>
            </a:r>
            <a:r>
              <a:rPr sz="1100" spc="6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480" dirty="0">
                <a:solidFill>
                  <a:srgbClr val="222C39"/>
                </a:solidFill>
                <a:latin typeface="Tahoma"/>
                <a:cs typeface="Tahoma"/>
              </a:rPr>
              <a:t>→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 data</a:t>
            </a:r>
            <a:r>
              <a:rPr sz="1100" spc="-6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migration </a:t>
            </a:r>
            <a:r>
              <a:rPr sz="1100" spc="-430" dirty="0">
                <a:solidFill>
                  <a:srgbClr val="222C39"/>
                </a:solidFill>
                <a:latin typeface="Tahoma"/>
                <a:cs typeface="Tahoma"/>
              </a:rPr>
              <a:t>→</a:t>
            </a:r>
            <a:r>
              <a:rPr sz="1100" spc="-5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staff</a:t>
            </a:r>
            <a:r>
              <a:rPr sz="1100" spc="-1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training.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86250" y="1104900"/>
            <a:ext cx="3615054" cy="1433830"/>
            <a:chOff x="4286250" y="1104900"/>
            <a:chExt cx="3615054" cy="143383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4788" y="1133379"/>
              <a:ext cx="3586299" cy="139550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348226" y="1147826"/>
              <a:ext cx="3524250" cy="1323975"/>
            </a:xfrm>
            <a:custGeom>
              <a:avLst/>
              <a:gdLst/>
              <a:ahLst/>
              <a:cxnLst/>
              <a:rect l="l" t="t" r="r" b="b"/>
              <a:pathLst>
                <a:path w="3524250" h="1323975">
                  <a:moveTo>
                    <a:pt x="3303524" y="0"/>
                  </a:moveTo>
                  <a:lnTo>
                    <a:pt x="220599" y="0"/>
                  </a:lnTo>
                  <a:lnTo>
                    <a:pt x="176115" y="4478"/>
                  </a:lnTo>
                  <a:lnTo>
                    <a:pt x="134695" y="17323"/>
                  </a:lnTo>
                  <a:lnTo>
                    <a:pt x="97221" y="37652"/>
                  </a:lnTo>
                  <a:lnTo>
                    <a:pt x="64579" y="64579"/>
                  </a:lnTo>
                  <a:lnTo>
                    <a:pt x="37652" y="97221"/>
                  </a:lnTo>
                  <a:lnTo>
                    <a:pt x="17323" y="134695"/>
                  </a:lnTo>
                  <a:lnTo>
                    <a:pt x="4478" y="176115"/>
                  </a:lnTo>
                  <a:lnTo>
                    <a:pt x="0" y="220599"/>
                  </a:lnTo>
                  <a:lnTo>
                    <a:pt x="0" y="1103249"/>
                  </a:lnTo>
                  <a:lnTo>
                    <a:pt x="4478" y="1147737"/>
                  </a:lnTo>
                  <a:lnTo>
                    <a:pt x="17323" y="1189172"/>
                  </a:lnTo>
                  <a:lnTo>
                    <a:pt x="37652" y="1226666"/>
                  </a:lnTo>
                  <a:lnTo>
                    <a:pt x="64579" y="1259332"/>
                  </a:lnTo>
                  <a:lnTo>
                    <a:pt x="97221" y="1286282"/>
                  </a:lnTo>
                  <a:lnTo>
                    <a:pt x="134695" y="1306631"/>
                  </a:lnTo>
                  <a:lnTo>
                    <a:pt x="176115" y="1319491"/>
                  </a:lnTo>
                  <a:lnTo>
                    <a:pt x="220599" y="1323975"/>
                  </a:lnTo>
                  <a:lnTo>
                    <a:pt x="3303524" y="1323975"/>
                  </a:lnTo>
                  <a:lnTo>
                    <a:pt x="3348012" y="1319491"/>
                  </a:lnTo>
                  <a:lnTo>
                    <a:pt x="3389447" y="1306631"/>
                  </a:lnTo>
                  <a:lnTo>
                    <a:pt x="3426941" y="1286282"/>
                  </a:lnTo>
                  <a:lnTo>
                    <a:pt x="3459606" y="1259332"/>
                  </a:lnTo>
                  <a:lnTo>
                    <a:pt x="3486557" y="1226666"/>
                  </a:lnTo>
                  <a:lnTo>
                    <a:pt x="3506906" y="1189172"/>
                  </a:lnTo>
                  <a:lnTo>
                    <a:pt x="3519766" y="1147737"/>
                  </a:lnTo>
                  <a:lnTo>
                    <a:pt x="3524250" y="1103249"/>
                  </a:lnTo>
                  <a:lnTo>
                    <a:pt x="3524250" y="220599"/>
                  </a:lnTo>
                  <a:lnTo>
                    <a:pt x="3519766" y="176115"/>
                  </a:lnTo>
                  <a:lnTo>
                    <a:pt x="3506906" y="134695"/>
                  </a:lnTo>
                  <a:lnTo>
                    <a:pt x="3486557" y="97221"/>
                  </a:lnTo>
                  <a:lnTo>
                    <a:pt x="3459606" y="64579"/>
                  </a:lnTo>
                  <a:lnTo>
                    <a:pt x="3426941" y="37652"/>
                  </a:lnTo>
                  <a:lnTo>
                    <a:pt x="3389447" y="17323"/>
                  </a:lnTo>
                  <a:lnTo>
                    <a:pt x="3348012" y="4478"/>
                  </a:lnTo>
                  <a:lnTo>
                    <a:pt x="3303524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48226" y="1147826"/>
              <a:ext cx="3524250" cy="1323975"/>
            </a:xfrm>
            <a:custGeom>
              <a:avLst/>
              <a:gdLst/>
              <a:ahLst/>
              <a:cxnLst/>
              <a:rect l="l" t="t" r="r" b="b"/>
              <a:pathLst>
                <a:path w="3524250" h="1323975">
                  <a:moveTo>
                    <a:pt x="0" y="220599"/>
                  </a:moveTo>
                  <a:lnTo>
                    <a:pt x="4478" y="176115"/>
                  </a:lnTo>
                  <a:lnTo>
                    <a:pt x="17323" y="134695"/>
                  </a:lnTo>
                  <a:lnTo>
                    <a:pt x="37652" y="97221"/>
                  </a:lnTo>
                  <a:lnTo>
                    <a:pt x="64579" y="64579"/>
                  </a:lnTo>
                  <a:lnTo>
                    <a:pt x="97221" y="37652"/>
                  </a:lnTo>
                  <a:lnTo>
                    <a:pt x="134695" y="17323"/>
                  </a:lnTo>
                  <a:lnTo>
                    <a:pt x="176115" y="4478"/>
                  </a:lnTo>
                  <a:lnTo>
                    <a:pt x="220599" y="0"/>
                  </a:lnTo>
                  <a:lnTo>
                    <a:pt x="3303524" y="0"/>
                  </a:lnTo>
                  <a:lnTo>
                    <a:pt x="3348012" y="4478"/>
                  </a:lnTo>
                  <a:lnTo>
                    <a:pt x="3389447" y="17323"/>
                  </a:lnTo>
                  <a:lnTo>
                    <a:pt x="3426941" y="37652"/>
                  </a:lnTo>
                  <a:lnTo>
                    <a:pt x="3459606" y="64579"/>
                  </a:lnTo>
                  <a:lnTo>
                    <a:pt x="3486557" y="97221"/>
                  </a:lnTo>
                  <a:lnTo>
                    <a:pt x="3506906" y="134695"/>
                  </a:lnTo>
                  <a:lnTo>
                    <a:pt x="3519766" y="176115"/>
                  </a:lnTo>
                  <a:lnTo>
                    <a:pt x="3524250" y="220599"/>
                  </a:lnTo>
                  <a:lnTo>
                    <a:pt x="3524250" y="1103249"/>
                  </a:lnTo>
                  <a:lnTo>
                    <a:pt x="3519766" y="1147737"/>
                  </a:lnTo>
                  <a:lnTo>
                    <a:pt x="3506906" y="1189172"/>
                  </a:lnTo>
                  <a:lnTo>
                    <a:pt x="3486557" y="1226666"/>
                  </a:lnTo>
                  <a:lnTo>
                    <a:pt x="3459606" y="1259332"/>
                  </a:lnTo>
                  <a:lnTo>
                    <a:pt x="3426941" y="1286282"/>
                  </a:lnTo>
                  <a:lnTo>
                    <a:pt x="3389447" y="1306631"/>
                  </a:lnTo>
                  <a:lnTo>
                    <a:pt x="3348012" y="1319491"/>
                  </a:lnTo>
                  <a:lnTo>
                    <a:pt x="3303524" y="1323975"/>
                  </a:lnTo>
                  <a:lnTo>
                    <a:pt x="220599" y="1323975"/>
                  </a:lnTo>
                  <a:lnTo>
                    <a:pt x="176115" y="1319491"/>
                  </a:lnTo>
                  <a:lnTo>
                    <a:pt x="134695" y="1306631"/>
                  </a:lnTo>
                  <a:lnTo>
                    <a:pt x="97221" y="1286282"/>
                  </a:lnTo>
                  <a:lnTo>
                    <a:pt x="64579" y="1259332"/>
                  </a:lnTo>
                  <a:lnTo>
                    <a:pt x="37652" y="1226666"/>
                  </a:lnTo>
                  <a:lnTo>
                    <a:pt x="17323" y="1189172"/>
                  </a:lnTo>
                  <a:lnTo>
                    <a:pt x="4478" y="1147737"/>
                  </a:lnTo>
                  <a:lnTo>
                    <a:pt x="0" y="1103249"/>
                  </a:lnTo>
                  <a:lnTo>
                    <a:pt x="0" y="22059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6250" y="1104900"/>
              <a:ext cx="185737" cy="143344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343400" y="1143000"/>
              <a:ext cx="76200" cy="1323975"/>
            </a:xfrm>
            <a:custGeom>
              <a:avLst/>
              <a:gdLst/>
              <a:ahLst/>
              <a:cxnLst/>
              <a:rect l="l" t="t" r="r" b="b"/>
              <a:pathLst>
                <a:path w="76200" h="1323975">
                  <a:moveTo>
                    <a:pt x="76200" y="0"/>
                  </a:moveTo>
                  <a:lnTo>
                    <a:pt x="0" y="0"/>
                  </a:lnTo>
                  <a:lnTo>
                    <a:pt x="0" y="1323975"/>
                  </a:lnTo>
                  <a:lnTo>
                    <a:pt x="76200" y="13239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626990" y="1304861"/>
            <a:ext cx="2882265" cy="98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22239"/>
                </a:solidFill>
                <a:latin typeface="Trebuchet MS"/>
                <a:cs typeface="Trebuchet MS"/>
              </a:rPr>
              <a:t>4–</a:t>
            </a:r>
            <a:r>
              <a:rPr sz="1500" b="1" spc="-70" dirty="0">
                <a:solidFill>
                  <a:srgbClr val="122239"/>
                </a:solidFill>
                <a:latin typeface="Trebuchet MS"/>
                <a:cs typeface="Trebuchet MS"/>
              </a:rPr>
              <a:t>6</a:t>
            </a:r>
            <a:r>
              <a:rPr sz="1500" b="1" spc="-80" dirty="0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122239"/>
                </a:solidFill>
                <a:latin typeface="Trebuchet MS"/>
                <a:cs typeface="Trebuchet MS"/>
              </a:rPr>
              <a:t>Release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5200"/>
              </a:lnSpc>
              <a:spcBef>
                <a:spcPts val="1550"/>
              </a:spcBef>
            </a:pP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Deployment</a:t>
            </a:r>
            <a:r>
              <a:rPr sz="1100" spc="-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200" dirty="0">
                <a:solidFill>
                  <a:srgbClr val="222C39"/>
                </a:solidFill>
                <a:latin typeface="Tahoma"/>
                <a:cs typeface="Tahoma"/>
              </a:rPr>
              <a:t>+</a:t>
            </a:r>
            <a:r>
              <a:rPr sz="1100" spc="5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smoke</a:t>
            </a:r>
            <a:r>
              <a:rPr sz="1100" spc="-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testing</a:t>
            </a:r>
            <a:r>
              <a:rPr sz="1100" spc="3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430" dirty="0">
                <a:solidFill>
                  <a:srgbClr val="222C39"/>
                </a:solidFill>
                <a:latin typeface="Tahoma"/>
                <a:cs typeface="Tahoma"/>
              </a:rPr>
              <a:t>→</a:t>
            </a:r>
            <a:r>
              <a:rPr sz="1100" spc="-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go-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live</a:t>
            </a:r>
            <a:r>
              <a:rPr sz="1100" spc="-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222C39"/>
                </a:solidFill>
                <a:latin typeface="Tahoma"/>
                <a:cs typeface="Tahoma"/>
              </a:rPr>
              <a:t>+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monitoring</a:t>
            </a:r>
            <a:r>
              <a:rPr sz="1100" spc="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430" dirty="0">
                <a:solidFill>
                  <a:srgbClr val="222C39"/>
                </a:solidFill>
                <a:latin typeface="Tahoma"/>
                <a:cs typeface="Tahoma"/>
              </a:rPr>
              <a:t>→</a:t>
            </a:r>
            <a:r>
              <a:rPr sz="1100" spc="14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maintenance,</a:t>
            </a:r>
            <a:r>
              <a:rPr sz="1100" spc="114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backups, 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patches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sz="1100" spc="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enhancements.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039100" y="1104900"/>
            <a:ext cx="3605529" cy="1433830"/>
            <a:chOff x="8039100" y="1104900"/>
            <a:chExt cx="3605529" cy="143383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7638" y="1133379"/>
              <a:ext cx="3576774" cy="139550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101076" y="1147826"/>
              <a:ext cx="3514725" cy="1323975"/>
            </a:xfrm>
            <a:custGeom>
              <a:avLst/>
              <a:gdLst/>
              <a:ahLst/>
              <a:cxnLst/>
              <a:rect l="l" t="t" r="r" b="b"/>
              <a:pathLst>
                <a:path w="3514725" h="1323975">
                  <a:moveTo>
                    <a:pt x="3293999" y="0"/>
                  </a:moveTo>
                  <a:lnTo>
                    <a:pt x="220599" y="0"/>
                  </a:lnTo>
                  <a:lnTo>
                    <a:pt x="176115" y="4478"/>
                  </a:lnTo>
                  <a:lnTo>
                    <a:pt x="134695" y="17323"/>
                  </a:lnTo>
                  <a:lnTo>
                    <a:pt x="97221" y="37652"/>
                  </a:lnTo>
                  <a:lnTo>
                    <a:pt x="64579" y="64579"/>
                  </a:lnTo>
                  <a:lnTo>
                    <a:pt x="37652" y="97221"/>
                  </a:lnTo>
                  <a:lnTo>
                    <a:pt x="17323" y="134695"/>
                  </a:lnTo>
                  <a:lnTo>
                    <a:pt x="4478" y="176115"/>
                  </a:lnTo>
                  <a:lnTo>
                    <a:pt x="0" y="220599"/>
                  </a:lnTo>
                  <a:lnTo>
                    <a:pt x="0" y="1103249"/>
                  </a:lnTo>
                  <a:lnTo>
                    <a:pt x="4478" y="1147737"/>
                  </a:lnTo>
                  <a:lnTo>
                    <a:pt x="17323" y="1189172"/>
                  </a:lnTo>
                  <a:lnTo>
                    <a:pt x="37652" y="1226666"/>
                  </a:lnTo>
                  <a:lnTo>
                    <a:pt x="64579" y="1259332"/>
                  </a:lnTo>
                  <a:lnTo>
                    <a:pt x="97221" y="1286282"/>
                  </a:lnTo>
                  <a:lnTo>
                    <a:pt x="134695" y="1306631"/>
                  </a:lnTo>
                  <a:lnTo>
                    <a:pt x="176115" y="1319491"/>
                  </a:lnTo>
                  <a:lnTo>
                    <a:pt x="220599" y="1323975"/>
                  </a:lnTo>
                  <a:lnTo>
                    <a:pt x="3293999" y="1323975"/>
                  </a:lnTo>
                  <a:lnTo>
                    <a:pt x="3338487" y="1319491"/>
                  </a:lnTo>
                  <a:lnTo>
                    <a:pt x="3379922" y="1306631"/>
                  </a:lnTo>
                  <a:lnTo>
                    <a:pt x="3417416" y="1286282"/>
                  </a:lnTo>
                  <a:lnTo>
                    <a:pt x="3450081" y="1259332"/>
                  </a:lnTo>
                  <a:lnTo>
                    <a:pt x="3477032" y="1226666"/>
                  </a:lnTo>
                  <a:lnTo>
                    <a:pt x="3497381" y="1189172"/>
                  </a:lnTo>
                  <a:lnTo>
                    <a:pt x="3510241" y="1147737"/>
                  </a:lnTo>
                  <a:lnTo>
                    <a:pt x="3514725" y="1103249"/>
                  </a:lnTo>
                  <a:lnTo>
                    <a:pt x="3514725" y="220599"/>
                  </a:lnTo>
                  <a:lnTo>
                    <a:pt x="3510241" y="176115"/>
                  </a:lnTo>
                  <a:lnTo>
                    <a:pt x="3497381" y="134695"/>
                  </a:lnTo>
                  <a:lnTo>
                    <a:pt x="3477032" y="97221"/>
                  </a:lnTo>
                  <a:lnTo>
                    <a:pt x="3450081" y="64579"/>
                  </a:lnTo>
                  <a:lnTo>
                    <a:pt x="3417416" y="37652"/>
                  </a:lnTo>
                  <a:lnTo>
                    <a:pt x="3379922" y="17323"/>
                  </a:lnTo>
                  <a:lnTo>
                    <a:pt x="3338487" y="4478"/>
                  </a:lnTo>
                  <a:lnTo>
                    <a:pt x="3293999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01076" y="1147826"/>
              <a:ext cx="3514725" cy="1323975"/>
            </a:xfrm>
            <a:custGeom>
              <a:avLst/>
              <a:gdLst/>
              <a:ahLst/>
              <a:cxnLst/>
              <a:rect l="l" t="t" r="r" b="b"/>
              <a:pathLst>
                <a:path w="3514725" h="1323975">
                  <a:moveTo>
                    <a:pt x="0" y="220599"/>
                  </a:moveTo>
                  <a:lnTo>
                    <a:pt x="4478" y="176115"/>
                  </a:lnTo>
                  <a:lnTo>
                    <a:pt x="17323" y="134695"/>
                  </a:lnTo>
                  <a:lnTo>
                    <a:pt x="37652" y="97221"/>
                  </a:lnTo>
                  <a:lnTo>
                    <a:pt x="64579" y="64579"/>
                  </a:lnTo>
                  <a:lnTo>
                    <a:pt x="97221" y="37652"/>
                  </a:lnTo>
                  <a:lnTo>
                    <a:pt x="134695" y="17323"/>
                  </a:lnTo>
                  <a:lnTo>
                    <a:pt x="176115" y="4478"/>
                  </a:lnTo>
                  <a:lnTo>
                    <a:pt x="220599" y="0"/>
                  </a:lnTo>
                  <a:lnTo>
                    <a:pt x="3293999" y="0"/>
                  </a:lnTo>
                  <a:lnTo>
                    <a:pt x="3338487" y="4478"/>
                  </a:lnTo>
                  <a:lnTo>
                    <a:pt x="3379922" y="17323"/>
                  </a:lnTo>
                  <a:lnTo>
                    <a:pt x="3417416" y="37652"/>
                  </a:lnTo>
                  <a:lnTo>
                    <a:pt x="3450081" y="64579"/>
                  </a:lnTo>
                  <a:lnTo>
                    <a:pt x="3477032" y="97221"/>
                  </a:lnTo>
                  <a:lnTo>
                    <a:pt x="3497381" y="134695"/>
                  </a:lnTo>
                  <a:lnTo>
                    <a:pt x="3510241" y="176115"/>
                  </a:lnTo>
                  <a:lnTo>
                    <a:pt x="3514725" y="220599"/>
                  </a:lnTo>
                  <a:lnTo>
                    <a:pt x="3514725" y="1103249"/>
                  </a:lnTo>
                  <a:lnTo>
                    <a:pt x="3510241" y="1147737"/>
                  </a:lnTo>
                  <a:lnTo>
                    <a:pt x="3497381" y="1189172"/>
                  </a:lnTo>
                  <a:lnTo>
                    <a:pt x="3477032" y="1226666"/>
                  </a:lnTo>
                  <a:lnTo>
                    <a:pt x="3450081" y="1259332"/>
                  </a:lnTo>
                  <a:lnTo>
                    <a:pt x="3417416" y="1286282"/>
                  </a:lnTo>
                  <a:lnTo>
                    <a:pt x="3379922" y="1306631"/>
                  </a:lnTo>
                  <a:lnTo>
                    <a:pt x="3338487" y="1319491"/>
                  </a:lnTo>
                  <a:lnTo>
                    <a:pt x="3293999" y="1323975"/>
                  </a:lnTo>
                  <a:lnTo>
                    <a:pt x="220599" y="1323975"/>
                  </a:lnTo>
                  <a:lnTo>
                    <a:pt x="176115" y="1319491"/>
                  </a:lnTo>
                  <a:lnTo>
                    <a:pt x="134695" y="1306631"/>
                  </a:lnTo>
                  <a:lnTo>
                    <a:pt x="97221" y="1286282"/>
                  </a:lnTo>
                  <a:lnTo>
                    <a:pt x="64579" y="1259332"/>
                  </a:lnTo>
                  <a:lnTo>
                    <a:pt x="37652" y="1226666"/>
                  </a:lnTo>
                  <a:lnTo>
                    <a:pt x="17323" y="1189172"/>
                  </a:lnTo>
                  <a:lnTo>
                    <a:pt x="4478" y="1147737"/>
                  </a:lnTo>
                  <a:lnTo>
                    <a:pt x="0" y="1103249"/>
                  </a:lnTo>
                  <a:lnTo>
                    <a:pt x="0" y="22059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39100" y="1104900"/>
              <a:ext cx="176212" cy="143344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096250" y="1143000"/>
              <a:ext cx="66675" cy="1323975"/>
            </a:xfrm>
            <a:custGeom>
              <a:avLst/>
              <a:gdLst/>
              <a:ahLst/>
              <a:cxnLst/>
              <a:rect l="l" t="t" r="r" b="b"/>
              <a:pathLst>
                <a:path w="66675" h="1323975">
                  <a:moveTo>
                    <a:pt x="66675" y="0"/>
                  </a:moveTo>
                  <a:lnTo>
                    <a:pt x="0" y="0"/>
                  </a:lnTo>
                  <a:lnTo>
                    <a:pt x="0" y="1323975"/>
                  </a:lnTo>
                  <a:lnTo>
                    <a:pt x="66675" y="13239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218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378825" y="1304861"/>
            <a:ext cx="2785745" cy="1153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0" dirty="0">
                <a:solidFill>
                  <a:srgbClr val="122239"/>
                </a:solidFill>
                <a:latin typeface="Trebuchet MS"/>
                <a:cs typeface="Trebuchet MS"/>
              </a:rPr>
              <a:t>Deployment</a:t>
            </a:r>
            <a:r>
              <a:rPr sz="1500" b="1" spc="-80" dirty="0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122239"/>
                </a:solidFill>
                <a:latin typeface="Trebuchet MS"/>
                <a:cs typeface="Trebuchet MS"/>
              </a:rPr>
              <a:t>checklist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5200"/>
              </a:lnSpc>
              <a:spcBef>
                <a:spcPts val="1550"/>
              </a:spcBef>
            </a:pP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Server/database</a:t>
            </a:r>
            <a:r>
              <a:rPr sz="1100" spc="-2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ready</a:t>
            </a:r>
            <a:r>
              <a:rPr sz="1100" spc="-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sz="1100" spc="-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accounts</a:t>
            </a:r>
            <a:r>
              <a:rPr sz="1100" spc="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created</a:t>
            </a:r>
            <a:r>
              <a:rPr sz="1100" spc="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222C39"/>
                </a:solidFill>
                <a:latin typeface="Tahoma"/>
                <a:cs typeface="Tahoma"/>
              </a:rPr>
              <a:t>•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RBAC</a:t>
            </a:r>
            <a:r>
              <a:rPr sz="1100" spc="5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verified</a:t>
            </a:r>
            <a:r>
              <a:rPr sz="1100" spc="5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backups</a:t>
            </a:r>
            <a:r>
              <a:rPr sz="1100" spc="7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enabled</a:t>
            </a:r>
            <a:r>
              <a:rPr sz="1100" spc="6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222C39"/>
                </a:solidFill>
                <a:latin typeface="Tahoma"/>
                <a:cs typeface="Tahoma"/>
              </a:rPr>
              <a:t>•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SSL/security</a:t>
            </a:r>
            <a:r>
              <a:rPr sz="1100" spc="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configured</a:t>
            </a:r>
            <a:r>
              <a:rPr sz="1100" spc="8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sz="1100" spc="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tests</a:t>
            </a:r>
            <a:r>
              <a:rPr sz="1100" spc="9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passed</a:t>
            </a:r>
            <a:r>
              <a:rPr sz="1100" spc="8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training</a:t>
            </a:r>
            <a:r>
              <a:rPr sz="1100" spc="-2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completed</a:t>
            </a:r>
            <a:r>
              <a:rPr sz="1100" spc="-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sz="1100" spc="12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222C39"/>
                </a:solidFill>
                <a:latin typeface="Tahoma"/>
                <a:cs typeface="Tahoma"/>
              </a:rPr>
              <a:t>go-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live</a:t>
            </a:r>
            <a:r>
              <a:rPr sz="1100" spc="1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approved.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590675" y="3028950"/>
            <a:ext cx="4481830" cy="1614805"/>
            <a:chOff x="1590675" y="3028950"/>
            <a:chExt cx="4481830" cy="1614805"/>
          </a:xfrm>
        </p:grpSpPr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19220" y="3057440"/>
              <a:ext cx="4453060" cy="157646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652651" y="3071876"/>
              <a:ext cx="4391025" cy="1504950"/>
            </a:xfrm>
            <a:custGeom>
              <a:avLst/>
              <a:gdLst/>
              <a:ahLst/>
              <a:cxnLst/>
              <a:rect l="l" t="t" r="r" b="b"/>
              <a:pathLst>
                <a:path w="4391025" h="1504950">
                  <a:moveTo>
                    <a:pt x="4140073" y="0"/>
                  </a:moveTo>
                  <a:lnTo>
                    <a:pt x="250825" y="0"/>
                  </a:lnTo>
                  <a:lnTo>
                    <a:pt x="205730" y="4040"/>
                  </a:lnTo>
                  <a:lnTo>
                    <a:pt x="163291" y="15688"/>
                  </a:lnTo>
                  <a:lnTo>
                    <a:pt x="124215" y="34238"/>
                  </a:lnTo>
                  <a:lnTo>
                    <a:pt x="89209" y="58980"/>
                  </a:lnTo>
                  <a:lnTo>
                    <a:pt x="58980" y="89209"/>
                  </a:lnTo>
                  <a:lnTo>
                    <a:pt x="34238" y="124215"/>
                  </a:lnTo>
                  <a:lnTo>
                    <a:pt x="15688" y="163291"/>
                  </a:lnTo>
                  <a:lnTo>
                    <a:pt x="4040" y="205730"/>
                  </a:lnTo>
                  <a:lnTo>
                    <a:pt x="0" y="250825"/>
                  </a:lnTo>
                  <a:lnTo>
                    <a:pt x="0" y="1253998"/>
                  </a:lnTo>
                  <a:lnTo>
                    <a:pt x="4040" y="1299096"/>
                  </a:lnTo>
                  <a:lnTo>
                    <a:pt x="15688" y="1341547"/>
                  </a:lnTo>
                  <a:lnTo>
                    <a:pt x="34238" y="1380640"/>
                  </a:lnTo>
                  <a:lnTo>
                    <a:pt x="58980" y="1415666"/>
                  </a:lnTo>
                  <a:lnTo>
                    <a:pt x="89209" y="1445916"/>
                  </a:lnTo>
                  <a:lnTo>
                    <a:pt x="124215" y="1470678"/>
                  </a:lnTo>
                  <a:lnTo>
                    <a:pt x="163291" y="1489245"/>
                  </a:lnTo>
                  <a:lnTo>
                    <a:pt x="205730" y="1500905"/>
                  </a:lnTo>
                  <a:lnTo>
                    <a:pt x="250825" y="1504950"/>
                  </a:lnTo>
                  <a:lnTo>
                    <a:pt x="4140073" y="1504950"/>
                  </a:lnTo>
                  <a:lnTo>
                    <a:pt x="4185171" y="1500905"/>
                  </a:lnTo>
                  <a:lnTo>
                    <a:pt x="4227622" y="1489245"/>
                  </a:lnTo>
                  <a:lnTo>
                    <a:pt x="4266715" y="1470678"/>
                  </a:lnTo>
                  <a:lnTo>
                    <a:pt x="4301741" y="1445916"/>
                  </a:lnTo>
                  <a:lnTo>
                    <a:pt x="4331991" y="1415666"/>
                  </a:lnTo>
                  <a:lnTo>
                    <a:pt x="4356753" y="1380640"/>
                  </a:lnTo>
                  <a:lnTo>
                    <a:pt x="4375320" y="1341547"/>
                  </a:lnTo>
                  <a:lnTo>
                    <a:pt x="4386980" y="1299096"/>
                  </a:lnTo>
                  <a:lnTo>
                    <a:pt x="4391025" y="1253998"/>
                  </a:lnTo>
                  <a:lnTo>
                    <a:pt x="4391025" y="250825"/>
                  </a:lnTo>
                  <a:lnTo>
                    <a:pt x="4386980" y="205730"/>
                  </a:lnTo>
                  <a:lnTo>
                    <a:pt x="4375320" y="163291"/>
                  </a:lnTo>
                  <a:lnTo>
                    <a:pt x="4356753" y="124215"/>
                  </a:lnTo>
                  <a:lnTo>
                    <a:pt x="4331991" y="89209"/>
                  </a:lnTo>
                  <a:lnTo>
                    <a:pt x="4301741" y="58980"/>
                  </a:lnTo>
                  <a:lnTo>
                    <a:pt x="4266715" y="34238"/>
                  </a:lnTo>
                  <a:lnTo>
                    <a:pt x="4227622" y="15688"/>
                  </a:lnTo>
                  <a:lnTo>
                    <a:pt x="4185171" y="4040"/>
                  </a:lnTo>
                  <a:lnTo>
                    <a:pt x="4140073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52651" y="3071876"/>
              <a:ext cx="4391025" cy="1504950"/>
            </a:xfrm>
            <a:custGeom>
              <a:avLst/>
              <a:gdLst/>
              <a:ahLst/>
              <a:cxnLst/>
              <a:rect l="l" t="t" r="r" b="b"/>
              <a:pathLst>
                <a:path w="4391025" h="1504950">
                  <a:moveTo>
                    <a:pt x="0" y="250825"/>
                  </a:moveTo>
                  <a:lnTo>
                    <a:pt x="4040" y="205730"/>
                  </a:lnTo>
                  <a:lnTo>
                    <a:pt x="15688" y="163291"/>
                  </a:lnTo>
                  <a:lnTo>
                    <a:pt x="34238" y="124215"/>
                  </a:lnTo>
                  <a:lnTo>
                    <a:pt x="58980" y="89209"/>
                  </a:lnTo>
                  <a:lnTo>
                    <a:pt x="89209" y="58980"/>
                  </a:lnTo>
                  <a:lnTo>
                    <a:pt x="124215" y="34238"/>
                  </a:lnTo>
                  <a:lnTo>
                    <a:pt x="163291" y="15688"/>
                  </a:lnTo>
                  <a:lnTo>
                    <a:pt x="205730" y="4040"/>
                  </a:lnTo>
                  <a:lnTo>
                    <a:pt x="250825" y="0"/>
                  </a:lnTo>
                  <a:lnTo>
                    <a:pt x="4140073" y="0"/>
                  </a:lnTo>
                  <a:lnTo>
                    <a:pt x="4185171" y="4040"/>
                  </a:lnTo>
                  <a:lnTo>
                    <a:pt x="4227622" y="15688"/>
                  </a:lnTo>
                  <a:lnTo>
                    <a:pt x="4266715" y="34238"/>
                  </a:lnTo>
                  <a:lnTo>
                    <a:pt x="4301741" y="58980"/>
                  </a:lnTo>
                  <a:lnTo>
                    <a:pt x="4331991" y="89209"/>
                  </a:lnTo>
                  <a:lnTo>
                    <a:pt x="4356753" y="124215"/>
                  </a:lnTo>
                  <a:lnTo>
                    <a:pt x="4375320" y="163291"/>
                  </a:lnTo>
                  <a:lnTo>
                    <a:pt x="4386980" y="205730"/>
                  </a:lnTo>
                  <a:lnTo>
                    <a:pt x="4391025" y="250825"/>
                  </a:lnTo>
                  <a:lnTo>
                    <a:pt x="4391025" y="1253998"/>
                  </a:lnTo>
                  <a:lnTo>
                    <a:pt x="4386980" y="1299096"/>
                  </a:lnTo>
                  <a:lnTo>
                    <a:pt x="4375320" y="1341547"/>
                  </a:lnTo>
                  <a:lnTo>
                    <a:pt x="4356753" y="1380640"/>
                  </a:lnTo>
                  <a:lnTo>
                    <a:pt x="4331991" y="1415666"/>
                  </a:lnTo>
                  <a:lnTo>
                    <a:pt x="4301741" y="1445916"/>
                  </a:lnTo>
                  <a:lnTo>
                    <a:pt x="4266715" y="1470678"/>
                  </a:lnTo>
                  <a:lnTo>
                    <a:pt x="4227622" y="1489245"/>
                  </a:lnTo>
                  <a:lnTo>
                    <a:pt x="4185171" y="1500905"/>
                  </a:lnTo>
                  <a:lnTo>
                    <a:pt x="4140073" y="1504950"/>
                  </a:lnTo>
                  <a:lnTo>
                    <a:pt x="250825" y="1504950"/>
                  </a:lnTo>
                  <a:lnTo>
                    <a:pt x="205730" y="1500905"/>
                  </a:lnTo>
                  <a:lnTo>
                    <a:pt x="163291" y="1489245"/>
                  </a:lnTo>
                  <a:lnTo>
                    <a:pt x="124215" y="1470678"/>
                  </a:lnTo>
                  <a:lnTo>
                    <a:pt x="89209" y="1445916"/>
                  </a:lnTo>
                  <a:lnTo>
                    <a:pt x="58980" y="1415666"/>
                  </a:lnTo>
                  <a:lnTo>
                    <a:pt x="34238" y="1380640"/>
                  </a:lnTo>
                  <a:lnTo>
                    <a:pt x="15688" y="1341547"/>
                  </a:lnTo>
                  <a:lnTo>
                    <a:pt x="4040" y="1299096"/>
                  </a:lnTo>
                  <a:lnTo>
                    <a:pt x="0" y="1253998"/>
                  </a:lnTo>
                  <a:lnTo>
                    <a:pt x="0" y="2508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90675" y="3028950"/>
              <a:ext cx="176212" cy="161442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647825" y="3067050"/>
              <a:ext cx="66675" cy="1504950"/>
            </a:xfrm>
            <a:custGeom>
              <a:avLst/>
              <a:gdLst/>
              <a:ahLst/>
              <a:cxnLst/>
              <a:rect l="l" t="t" r="r" b="b"/>
              <a:pathLst>
                <a:path w="66675" h="1504950">
                  <a:moveTo>
                    <a:pt x="66675" y="0"/>
                  </a:moveTo>
                  <a:lnTo>
                    <a:pt x="0" y="0"/>
                  </a:lnTo>
                  <a:lnTo>
                    <a:pt x="0" y="1504950"/>
                  </a:lnTo>
                  <a:lnTo>
                    <a:pt x="66675" y="150495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BD3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927225" y="3228022"/>
            <a:ext cx="113919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45" dirty="0">
                <a:solidFill>
                  <a:srgbClr val="122239"/>
                </a:solidFill>
                <a:latin typeface="Trebuchet MS"/>
                <a:cs typeface="Trebuchet MS"/>
              </a:rPr>
              <a:t>Rollback</a:t>
            </a:r>
            <a:r>
              <a:rPr sz="1500" b="1" spc="-114" dirty="0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sz="1500" b="1" spc="-20" dirty="0">
                <a:solidFill>
                  <a:srgbClr val="122239"/>
                </a:solidFill>
                <a:latin typeface="Trebuchet MS"/>
                <a:cs typeface="Trebuchet MS"/>
              </a:rPr>
              <a:t>plan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927225" y="3649154"/>
            <a:ext cx="3729990" cy="5600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130"/>
              </a:spcBef>
            </a:pP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Restore</a:t>
            </a:r>
            <a:r>
              <a:rPr sz="1100" spc="-2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latest</a:t>
            </a:r>
            <a:r>
              <a:rPr sz="1100" spc="8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verified</a:t>
            </a:r>
            <a:r>
              <a:rPr sz="1100" spc="3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database</a:t>
            </a:r>
            <a:r>
              <a:rPr sz="1100" spc="-2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backup,</a:t>
            </a:r>
            <a:r>
              <a:rPr sz="1100" spc="-6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redeploy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 previous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stable</a:t>
            </a:r>
            <a:r>
              <a:rPr sz="1100" spc="8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version,</a:t>
            </a:r>
            <a:r>
              <a:rPr sz="1100" spc="-6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validate</a:t>
            </a:r>
            <a:r>
              <a:rPr sz="1100" spc="-2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services,</a:t>
            </a:r>
            <a:r>
              <a:rPr sz="1100" spc="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notify</a:t>
            </a:r>
            <a:r>
              <a:rPr sz="1100" spc="-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stakeholders</a:t>
            </a:r>
            <a:r>
              <a:rPr sz="1100" spc="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222C39"/>
                </a:solidFill>
                <a:latin typeface="Tahoma"/>
                <a:cs typeface="Tahoma"/>
              </a:rPr>
              <a:t>and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investigate</a:t>
            </a:r>
            <a:r>
              <a:rPr sz="1100" spc="-3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root</a:t>
            </a:r>
            <a:r>
              <a:rPr sz="1100" spc="7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cause.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115050" y="3028950"/>
            <a:ext cx="4481830" cy="1614805"/>
            <a:chOff x="6115050" y="3028950"/>
            <a:chExt cx="4481830" cy="1614805"/>
          </a:xfrm>
        </p:grpSpPr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43595" y="3057440"/>
              <a:ext cx="4453060" cy="157646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177026" y="3071876"/>
              <a:ext cx="4391025" cy="1504950"/>
            </a:xfrm>
            <a:custGeom>
              <a:avLst/>
              <a:gdLst/>
              <a:ahLst/>
              <a:cxnLst/>
              <a:rect l="l" t="t" r="r" b="b"/>
              <a:pathLst>
                <a:path w="4391025" h="1504950">
                  <a:moveTo>
                    <a:pt x="4140073" y="0"/>
                  </a:moveTo>
                  <a:lnTo>
                    <a:pt x="250825" y="0"/>
                  </a:lnTo>
                  <a:lnTo>
                    <a:pt x="205730" y="4040"/>
                  </a:lnTo>
                  <a:lnTo>
                    <a:pt x="163291" y="15688"/>
                  </a:lnTo>
                  <a:lnTo>
                    <a:pt x="124215" y="34238"/>
                  </a:lnTo>
                  <a:lnTo>
                    <a:pt x="89209" y="58980"/>
                  </a:lnTo>
                  <a:lnTo>
                    <a:pt x="58980" y="89209"/>
                  </a:lnTo>
                  <a:lnTo>
                    <a:pt x="34238" y="124215"/>
                  </a:lnTo>
                  <a:lnTo>
                    <a:pt x="15688" y="163291"/>
                  </a:lnTo>
                  <a:lnTo>
                    <a:pt x="4040" y="205730"/>
                  </a:lnTo>
                  <a:lnTo>
                    <a:pt x="0" y="250825"/>
                  </a:lnTo>
                  <a:lnTo>
                    <a:pt x="0" y="1253998"/>
                  </a:lnTo>
                  <a:lnTo>
                    <a:pt x="4040" y="1299096"/>
                  </a:lnTo>
                  <a:lnTo>
                    <a:pt x="15688" y="1341547"/>
                  </a:lnTo>
                  <a:lnTo>
                    <a:pt x="34238" y="1380640"/>
                  </a:lnTo>
                  <a:lnTo>
                    <a:pt x="58980" y="1415666"/>
                  </a:lnTo>
                  <a:lnTo>
                    <a:pt x="89209" y="1445916"/>
                  </a:lnTo>
                  <a:lnTo>
                    <a:pt x="124215" y="1470678"/>
                  </a:lnTo>
                  <a:lnTo>
                    <a:pt x="163291" y="1489245"/>
                  </a:lnTo>
                  <a:lnTo>
                    <a:pt x="205730" y="1500905"/>
                  </a:lnTo>
                  <a:lnTo>
                    <a:pt x="250825" y="1504950"/>
                  </a:lnTo>
                  <a:lnTo>
                    <a:pt x="4140073" y="1504950"/>
                  </a:lnTo>
                  <a:lnTo>
                    <a:pt x="4185171" y="1500905"/>
                  </a:lnTo>
                  <a:lnTo>
                    <a:pt x="4227622" y="1489245"/>
                  </a:lnTo>
                  <a:lnTo>
                    <a:pt x="4266715" y="1470678"/>
                  </a:lnTo>
                  <a:lnTo>
                    <a:pt x="4301741" y="1445916"/>
                  </a:lnTo>
                  <a:lnTo>
                    <a:pt x="4331991" y="1415666"/>
                  </a:lnTo>
                  <a:lnTo>
                    <a:pt x="4356753" y="1380640"/>
                  </a:lnTo>
                  <a:lnTo>
                    <a:pt x="4375320" y="1341547"/>
                  </a:lnTo>
                  <a:lnTo>
                    <a:pt x="4386980" y="1299096"/>
                  </a:lnTo>
                  <a:lnTo>
                    <a:pt x="4391025" y="1253998"/>
                  </a:lnTo>
                  <a:lnTo>
                    <a:pt x="4391025" y="250825"/>
                  </a:lnTo>
                  <a:lnTo>
                    <a:pt x="4386980" y="205730"/>
                  </a:lnTo>
                  <a:lnTo>
                    <a:pt x="4375320" y="163291"/>
                  </a:lnTo>
                  <a:lnTo>
                    <a:pt x="4356753" y="124215"/>
                  </a:lnTo>
                  <a:lnTo>
                    <a:pt x="4331991" y="89209"/>
                  </a:lnTo>
                  <a:lnTo>
                    <a:pt x="4301741" y="58980"/>
                  </a:lnTo>
                  <a:lnTo>
                    <a:pt x="4266715" y="34238"/>
                  </a:lnTo>
                  <a:lnTo>
                    <a:pt x="4227622" y="15688"/>
                  </a:lnTo>
                  <a:lnTo>
                    <a:pt x="4185171" y="4040"/>
                  </a:lnTo>
                  <a:lnTo>
                    <a:pt x="4140073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177026" y="3071876"/>
              <a:ext cx="4391025" cy="1504950"/>
            </a:xfrm>
            <a:custGeom>
              <a:avLst/>
              <a:gdLst/>
              <a:ahLst/>
              <a:cxnLst/>
              <a:rect l="l" t="t" r="r" b="b"/>
              <a:pathLst>
                <a:path w="4391025" h="1504950">
                  <a:moveTo>
                    <a:pt x="0" y="250825"/>
                  </a:moveTo>
                  <a:lnTo>
                    <a:pt x="4040" y="205730"/>
                  </a:lnTo>
                  <a:lnTo>
                    <a:pt x="15688" y="163291"/>
                  </a:lnTo>
                  <a:lnTo>
                    <a:pt x="34238" y="124215"/>
                  </a:lnTo>
                  <a:lnTo>
                    <a:pt x="58980" y="89209"/>
                  </a:lnTo>
                  <a:lnTo>
                    <a:pt x="89209" y="58980"/>
                  </a:lnTo>
                  <a:lnTo>
                    <a:pt x="124215" y="34238"/>
                  </a:lnTo>
                  <a:lnTo>
                    <a:pt x="163291" y="15688"/>
                  </a:lnTo>
                  <a:lnTo>
                    <a:pt x="205730" y="4040"/>
                  </a:lnTo>
                  <a:lnTo>
                    <a:pt x="250825" y="0"/>
                  </a:lnTo>
                  <a:lnTo>
                    <a:pt x="4140073" y="0"/>
                  </a:lnTo>
                  <a:lnTo>
                    <a:pt x="4185171" y="4040"/>
                  </a:lnTo>
                  <a:lnTo>
                    <a:pt x="4227622" y="15688"/>
                  </a:lnTo>
                  <a:lnTo>
                    <a:pt x="4266715" y="34238"/>
                  </a:lnTo>
                  <a:lnTo>
                    <a:pt x="4301741" y="58980"/>
                  </a:lnTo>
                  <a:lnTo>
                    <a:pt x="4331991" y="89209"/>
                  </a:lnTo>
                  <a:lnTo>
                    <a:pt x="4356753" y="124215"/>
                  </a:lnTo>
                  <a:lnTo>
                    <a:pt x="4375320" y="163291"/>
                  </a:lnTo>
                  <a:lnTo>
                    <a:pt x="4386980" y="205730"/>
                  </a:lnTo>
                  <a:lnTo>
                    <a:pt x="4391025" y="250825"/>
                  </a:lnTo>
                  <a:lnTo>
                    <a:pt x="4391025" y="1253998"/>
                  </a:lnTo>
                  <a:lnTo>
                    <a:pt x="4386980" y="1299096"/>
                  </a:lnTo>
                  <a:lnTo>
                    <a:pt x="4375320" y="1341547"/>
                  </a:lnTo>
                  <a:lnTo>
                    <a:pt x="4356753" y="1380640"/>
                  </a:lnTo>
                  <a:lnTo>
                    <a:pt x="4331991" y="1415666"/>
                  </a:lnTo>
                  <a:lnTo>
                    <a:pt x="4301741" y="1445916"/>
                  </a:lnTo>
                  <a:lnTo>
                    <a:pt x="4266715" y="1470678"/>
                  </a:lnTo>
                  <a:lnTo>
                    <a:pt x="4227622" y="1489245"/>
                  </a:lnTo>
                  <a:lnTo>
                    <a:pt x="4185171" y="1500905"/>
                  </a:lnTo>
                  <a:lnTo>
                    <a:pt x="4140073" y="1504950"/>
                  </a:lnTo>
                  <a:lnTo>
                    <a:pt x="250825" y="1504950"/>
                  </a:lnTo>
                  <a:lnTo>
                    <a:pt x="205730" y="1500905"/>
                  </a:lnTo>
                  <a:lnTo>
                    <a:pt x="163291" y="1489245"/>
                  </a:lnTo>
                  <a:lnTo>
                    <a:pt x="124215" y="1470678"/>
                  </a:lnTo>
                  <a:lnTo>
                    <a:pt x="89209" y="1445916"/>
                  </a:lnTo>
                  <a:lnTo>
                    <a:pt x="58980" y="1415666"/>
                  </a:lnTo>
                  <a:lnTo>
                    <a:pt x="34238" y="1380640"/>
                  </a:lnTo>
                  <a:lnTo>
                    <a:pt x="15688" y="1341547"/>
                  </a:lnTo>
                  <a:lnTo>
                    <a:pt x="4040" y="1299096"/>
                  </a:lnTo>
                  <a:lnTo>
                    <a:pt x="0" y="1253998"/>
                  </a:lnTo>
                  <a:lnTo>
                    <a:pt x="0" y="2508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15050" y="3028950"/>
              <a:ext cx="185737" cy="161442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172200" y="3067050"/>
              <a:ext cx="76200" cy="1504950"/>
            </a:xfrm>
            <a:custGeom>
              <a:avLst/>
              <a:gdLst/>
              <a:ahLst/>
              <a:cxnLst/>
              <a:rect l="l" t="t" r="r" b="b"/>
              <a:pathLst>
                <a:path w="76200" h="1504950">
                  <a:moveTo>
                    <a:pt x="76200" y="0"/>
                  </a:moveTo>
                  <a:lnTo>
                    <a:pt x="0" y="0"/>
                  </a:lnTo>
                  <a:lnTo>
                    <a:pt x="0" y="1504950"/>
                  </a:lnTo>
                  <a:lnTo>
                    <a:pt x="76200" y="15049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48F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457060" y="3228022"/>
            <a:ext cx="13239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22239"/>
                </a:solidFill>
                <a:latin typeface="Trebuchet MS"/>
                <a:cs typeface="Trebuchet MS"/>
              </a:rPr>
              <a:t>Success</a:t>
            </a:r>
            <a:r>
              <a:rPr sz="1500" b="1" spc="-130" dirty="0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sz="1500" b="1" spc="-80" dirty="0">
                <a:solidFill>
                  <a:srgbClr val="122239"/>
                </a:solidFill>
                <a:latin typeface="Trebuchet MS"/>
                <a:cs typeface="Trebuchet MS"/>
              </a:rPr>
              <a:t>criteria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44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6457060" y="3649154"/>
            <a:ext cx="3712210" cy="5600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130"/>
              </a:spcBef>
            </a:pPr>
            <a:r>
              <a:rPr sz="1100" spc="-30" dirty="0">
                <a:solidFill>
                  <a:srgbClr val="222C39"/>
                </a:solidFill>
                <a:latin typeface="Tahoma"/>
                <a:cs typeface="Tahoma"/>
              </a:rPr>
              <a:t>100%</a:t>
            </a:r>
            <a:r>
              <a:rPr sz="1100" spc="-5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critical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test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222C39"/>
                </a:solidFill>
                <a:latin typeface="Tahoma"/>
                <a:cs typeface="Tahoma"/>
              </a:rPr>
              <a:t>cases</a:t>
            </a:r>
            <a:r>
              <a:rPr sz="1100" spc="-3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passed;</a:t>
            </a:r>
            <a:r>
              <a:rPr sz="1100" spc="-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no</a:t>
            </a:r>
            <a:r>
              <a:rPr sz="1100" spc="-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high-severity</a:t>
            </a:r>
            <a:r>
              <a:rPr sz="1100" spc="13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defects;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authorized</a:t>
            </a:r>
            <a:r>
              <a:rPr sz="1100" spc="-1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60" dirty="0">
                <a:solidFill>
                  <a:srgbClr val="222C39"/>
                </a:solidFill>
                <a:latin typeface="Tahoma"/>
                <a:cs typeface="Tahoma"/>
              </a:rPr>
              <a:t>access</a:t>
            </a:r>
            <a:r>
              <a:rPr sz="1100" spc="-9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works;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prescription</a:t>
            </a:r>
            <a:r>
              <a:rPr sz="1100" spc="-8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workflow</a:t>
            </a:r>
            <a:r>
              <a:rPr sz="1100" spc="-4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succeeds; 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performance</a:t>
            </a:r>
            <a:r>
              <a:rPr sz="1100" spc="-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222C39"/>
                </a:solidFill>
                <a:latin typeface="Tahoma"/>
                <a:cs typeface="Tahoma"/>
              </a:rPr>
              <a:t>is</a:t>
            </a:r>
            <a:r>
              <a:rPr sz="1100" spc="-7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acceptable.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57262" y="5169217"/>
            <a:ext cx="80346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222C39"/>
                </a:solidFill>
                <a:latin typeface="Tahoma"/>
                <a:cs typeface="Tahoma"/>
              </a:rPr>
              <a:t>Maintenance</a:t>
            </a:r>
            <a:r>
              <a:rPr sz="1400" spc="-16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22C39"/>
                </a:solidFill>
                <a:latin typeface="Tahoma"/>
                <a:cs typeface="Tahoma"/>
              </a:rPr>
              <a:t>continues</a:t>
            </a:r>
            <a:r>
              <a:rPr sz="1400" spc="-10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22C39"/>
                </a:solidFill>
                <a:latin typeface="Tahoma"/>
                <a:cs typeface="Tahoma"/>
              </a:rPr>
              <a:t>with</a:t>
            </a:r>
            <a:r>
              <a:rPr sz="1400" spc="-12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22C39"/>
                </a:solidFill>
                <a:latin typeface="Tahoma"/>
                <a:cs typeface="Tahoma"/>
              </a:rPr>
              <a:t>routine</a:t>
            </a:r>
            <a:r>
              <a:rPr sz="1400" spc="-17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22C39"/>
                </a:solidFill>
                <a:latin typeface="Tahoma"/>
                <a:cs typeface="Tahoma"/>
              </a:rPr>
              <a:t>backups,</a:t>
            </a:r>
            <a:r>
              <a:rPr sz="1400" spc="-114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22C39"/>
                </a:solidFill>
                <a:latin typeface="Tahoma"/>
                <a:cs typeface="Tahoma"/>
              </a:rPr>
              <a:t>updates,</a:t>
            </a:r>
            <a:r>
              <a:rPr sz="1400" spc="-11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22C39"/>
                </a:solidFill>
                <a:latin typeface="Tahoma"/>
                <a:cs typeface="Tahoma"/>
              </a:rPr>
              <a:t>security</a:t>
            </a:r>
            <a:r>
              <a:rPr sz="1400" spc="-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22C39"/>
                </a:solidFill>
                <a:latin typeface="Tahoma"/>
                <a:cs typeface="Tahoma"/>
              </a:rPr>
              <a:t>patches,</a:t>
            </a:r>
            <a:r>
              <a:rPr sz="1400" spc="-114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22C39"/>
                </a:solidFill>
                <a:latin typeface="Tahoma"/>
                <a:cs typeface="Tahoma"/>
              </a:rPr>
              <a:t>monitoring</a:t>
            </a:r>
            <a:r>
              <a:rPr sz="1400" spc="-9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sz="1400" spc="-4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22C39"/>
                </a:solidFill>
                <a:latin typeface="Tahoma"/>
                <a:cs typeface="Tahoma"/>
              </a:rPr>
              <a:t>enhancements.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222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5175" y="956310"/>
            <a:ext cx="2362835" cy="609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800" spc="-80" dirty="0">
                <a:solidFill>
                  <a:srgbClr val="FFFFFF"/>
                </a:solidFill>
              </a:rPr>
              <a:t>Conclusion</a:t>
            </a:r>
            <a:endParaRPr sz="3800"/>
          </a:p>
        </p:txBody>
      </p:sp>
      <p:sp>
        <p:nvSpPr>
          <p:cNvPr id="4" name="object 4"/>
          <p:cNvSpPr txBox="1"/>
          <p:nvPr/>
        </p:nvSpPr>
        <p:spPr>
          <a:xfrm>
            <a:off x="865822" y="1964372"/>
            <a:ext cx="9618345" cy="23241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389890">
              <a:lnSpc>
                <a:spcPct val="104900"/>
              </a:lnSpc>
              <a:spcBef>
                <a:spcPts val="15"/>
              </a:spcBef>
            </a:pPr>
            <a:r>
              <a:rPr sz="1850" spc="-20" dirty="0">
                <a:solidFill>
                  <a:srgbClr val="E0EBF5"/>
                </a:solidFill>
                <a:latin typeface="Tahoma"/>
                <a:cs typeface="Tahoma"/>
              </a:rPr>
              <a:t>A</a:t>
            </a:r>
            <a:r>
              <a:rPr sz="1850" spc="-6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centralized</a:t>
            </a:r>
            <a:r>
              <a:rPr sz="1850" spc="-90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DPMTMS</a:t>
            </a:r>
            <a:r>
              <a:rPr sz="1850" spc="-100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spc="55" dirty="0">
                <a:solidFill>
                  <a:srgbClr val="E0EBF5"/>
                </a:solidFill>
                <a:latin typeface="Tahoma"/>
                <a:cs typeface="Tahoma"/>
              </a:rPr>
              <a:t>can</a:t>
            </a:r>
            <a:r>
              <a:rPr sz="1850" spc="-60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replace</a:t>
            </a:r>
            <a:r>
              <a:rPr sz="1850" spc="-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spc="-20" dirty="0">
                <a:solidFill>
                  <a:srgbClr val="E0EBF5"/>
                </a:solidFill>
                <a:latin typeface="Tahoma"/>
                <a:cs typeface="Tahoma"/>
              </a:rPr>
              <a:t>fragmented</a:t>
            </a:r>
            <a:r>
              <a:rPr sz="1850" spc="-90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paper-based</a:t>
            </a:r>
            <a:r>
              <a:rPr sz="1850" spc="1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prescription</a:t>
            </a:r>
            <a:r>
              <a:rPr sz="1850" spc="-6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and</a:t>
            </a:r>
            <a:r>
              <a:rPr sz="1850" spc="1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E0EBF5"/>
                </a:solidFill>
                <a:latin typeface="Tahoma"/>
                <a:cs typeface="Tahoma"/>
              </a:rPr>
              <a:t>medication workflows.</a:t>
            </a:r>
            <a:endParaRPr sz="1850">
              <a:latin typeface="Tahoma"/>
              <a:cs typeface="Tahoma"/>
            </a:endParaRPr>
          </a:p>
          <a:p>
            <a:pPr marL="12700" marR="228600">
              <a:lnSpc>
                <a:spcPct val="101499"/>
              </a:lnSpc>
              <a:spcBef>
                <a:spcPts val="755"/>
              </a:spcBef>
            </a:pP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Role-based</a:t>
            </a:r>
            <a:r>
              <a:rPr sz="1850" spc="45" dirty="0">
                <a:solidFill>
                  <a:srgbClr val="E0EBF5"/>
                </a:solidFill>
                <a:latin typeface="Tahoma"/>
                <a:cs typeface="Tahoma"/>
              </a:rPr>
              <a:t> modules</a:t>
            </a:r>
            <a:r>
              <a:rPr sz="1850" spc="-7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spc="45" dirty="0">
                <a:solidFill>
                  <a:srgbClr val="E0EBF5"/>
                </a:solidFill>
                <a:latin typeface="Tahoma"/>
                <a:cs typeface="Tahoma"/>
              </a:rPr>
              <a:t>connect</a:t>
            </a:r>
            <a:r>
              <a:rPr sz="1850" spc="30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doctors,</a:t>
            </a:r>
            <a:r>
              <a:rPr sz="1850" spc="30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patients,</a:t>
            </a:r>
            <a:r>
              <a:rPr sz="1850" spc="-70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pharmacists</a:t>
            </a:r>
            <a:r>
              <a:rPr sz="1850" spc="-7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and</a:t>
            </a:r>
            <a:r>
              <a:rPr sz="1850" spc="-60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administrators</a:t>
            </a:r>
            <a:r>
              <a:rPr sz="1850" spc="30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spc="-25" dirty="0">
                <a:solidFill>
                  <a:srgbClr val="E0EBF5"/>
                </a:solidFill>
                <a:latin typeface="Tahoma"/>
                <a:cs typeface="Tahoma"/>
              </a:rPr>
              <a:t>through</a:t>
            </a:r>
            <a:r>
              <a:rPr sz="1850" spc="-3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spc="-50" dirty="0">
                <a:solidFill>
                  <a:srgbClr val="E0EBF5"/>
                </a:solidFill>
                <a:latin typeface="Tahoma"/>
                <a:cs typeface="Tahoma"/>
              </a:rPr>
              <a:t>a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consistent</a:t>
            </a:r>
            <a:r>
              <a:rPr sz="1850" spc="18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E0EBF5"/>
                </a:solidFill>
                <a:latin typeface="Tahoma"/>
                <a:cs typeface="Tahoma"/>
              </a:rPr>
              <a:t>system.</a:t>
            </a:r>
            <a:endParaRPr sz="1850">
              <a:latin typeface="Tahoma"/>
              <a:cs typeface="Tahoma"/>
            </a:endParaRPr>
          </a:p>
          <a:p>
            <a:pPr marL="12700" marR="403225">
              <a:lnSpc>
                <a:spcPct val="101400"/>
              </a:lnSpc>
              <a:spcBef>
                <a:spcPts val="750"/>
              </a:spcBef>
            </a:pPr>
            <a:r>
              <a:rPr sz="1850" spc="-65" dirty="0">
                <a:solidFill>
                  <a:srgbClr val="E0EBF5"/>
                </a:solidFill>
                <a:latin typeface="Tahoma"/>
                <a:cs typeface="Tahoma"/>
              </a:rPr>
              <a:t>The</a:t>
            </a:r>
            <a:r>
              <a:rPr sz="1850" spc="-2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design</a:t>
            </a:r>
            <a:r>
              <a:rPr sz="1850" spc="-8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spc="50" dirty="0">
                <a:solidFill>
                  <a:srgbClr val="E0EBF5"/>
                </a:solidFill>
                <a:latin typeface="Tahoma"/>
                <a:cs typeface="Tahoma"/>
              </a:rPr>
              <a:t>combines</a:t>
            </a:r>
            <a:r>
              <a:rPr sz="1850" spc="-120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secure</a:t>
            </a:r>
            <a:r>
              <a:rPr sz="1850" spc="-2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architecture,</a:t>
            </a:r>
            <a:r>
              <a:rPr sz="1850" spc="-114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database</a:t>
            </a:r>
            <a:r>
              <a:rPr sz="1850" spc="-120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modelling,</a:t>
            </a:r>
            <a:r>
              <a:rPr sz="1850" spc="-1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detailed</a:t>
            </a:r>
            <a:r>
              <a:rPr sz="1850" spc="-110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spc="45" dirty="0">
                <a:solidFill>
                  <a:srgbClr val="E0EBF5"/>
                </a:solidFill>
                <a:latin typeface="Tahoma"/>
                <a:cs typeface="Tahoma"/>
              </a:rPr>
              <a:t>process</a:t>
            </a:r>
            <a:r>
              <a:rPr sz="1850" spc="-2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E0EBF5"/>
                </a:solidFill>
                <a:latin typeface="Tahoma"/>
                <a:cs typeface="Tahoma"/>
              </a:rPr>
              <a:t>models,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privacy</a:t>
            </a:r>
            <a:r>
              <a:rPr sz="1850" spc="-1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controls</a:t>
            </a:r>
            <a:r>
              <a:rPr sz="1850" spc="-9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and</a:t>
            </a:r>
            <a:r>
              <a:rPr sz="1850" spc="-8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E0EBF5"/>
                </a:solidFill>
                <a:latin typeface="Tahoma"/>
                <a:cs typeface="Tahoma"/>
              </a:rPr>
              <a:t>testing.</a:t>
            </a:r>
            <a:endParaRPr sz="1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850" spc="-10" dirty="0">
                <a:solidFill>
                  <a:srgbClr val="E0EBF5"/>
                </a:solidFill>
                <a:latin typeface="Tahoma"/>
                <a:cs typeface="Tahoma"/>
              </a:rPr>
              <a:t>Agile</a:t>
            </a:r>
            <a:r>
              <a:rPr sz="1850" spc="2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spc="-30" dirty="0">
                <a:solidFill>
                  <a:srgbClr val="E0EBF5"/>
                </a:solidFill>
                <a:latin typeface="Tahoma"/>
                <a:cs typeface="Tahoma"/>
              </a:rPr>
              <a:t>delivery,</a:t>
            </a:r>
            <a:r>
              <a:rPr sz="1850" spc="30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phased</a:t>
            </a:r>
            <a:r>
              <a:rPr sz="1850" spc="-6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implementation</a:t>
            </a:r>
            <a:r>
              <a:rPr sz="1850" spc="-3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and</a:t>
            </a:r>
            <a:r>
              <a:rPr sz="1850" spc="3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rollback</a:t>
            </a:r>
            <a:r>
              <a:rPr sz="1850" spc="30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planning</a:t>
            </a:r>
            <a:r>
              <a:rPr sz="1850" spc="-7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support</a:t>
            </a:r>
            <a:r>
              <a:rPr sz="1850" spc="-65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E0EBF5"/>
                </a:solidFill>
                <a:latin typeface="Tahoma"/>
                <a:cs typeface="Tahoma"/>
              </a:rPr>
              <a:t>controlled</a:t>
            </a:r>
            <a:r>
              <a:rPr sz="1850" spc="40" dirty="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E0EBF5"/>
                </a:solidFill>
                <a:latin typeface="Tahoma"/>
                <a:cs typeface="Tahoma"/>
              </a:rPr>
              <a:t>deployment.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0894" y="5004053"/>
            <a:ext cx="5033010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50" b="1" spc="-145" dirty="0">
                <a:solidFill>
                  <a:srgbClr val="008F95"/>
                </a:solidFill>
                <a:latin typeface="Trebuchet MS"/>
                <a:cs typeface="Trebuchet MS"/>
              </a:rPr>
              <a:t>Thank</a:t>
            </a:r>
            <a:r>
              <a:rPr sz="2450" b="1" spc="-235" dirty="0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sz="2450" b="1" spc="-145" dirty="0">
                <a:solidFill>
                  <a:srgbClr val="008F95"/>
                </a:solidFill>
                <a:latin typeface="Trebuchet MS"/>
                <a:cs typeface="Trebuchet MS"/>
              </a:rPr>
              <a:t>You</a:t>
            </a:r>
            <a:r>
              <a:rPr sz="2450" b="1" spc="-210" dirty="0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sz="2450" b="1" spc="465" dirty="0">
                <a:solidFill>
                  <a:srgbClr val="008F95"/>
                </a:solidFill>
                <a:latin typeface="Trebuchet MS"/>
                <a:cs typeface="Trebuchet MS"/>
              </a:rPr>
              <a:t>—</a:t>
            </a:r>
            <a:r>
              <a:rPr sz="2450" b="1" spc="-200" dirty="0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sz="2450" b="1" spc="-55" dirty="0">
                <a:solidFill>
                  <a:srgbClr val="008F95"/>
                </a:solidFill>
                <a:latin typeface="Trebuchet MS"/>
                <a:cs typeface="Trebuchet MS"/>
              </a:rPr>
              <a:t>Questions</a:t>
            </a:r>
            <a:r>
              <a:rPr sz="2450" b="1" spc="-185" dirty="0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sz="2450" b="1" spc="565" dirty="0">
                <a:solidFill>
                  <a:srgbClr val="008F95"/>
                </a:solidFill>
                <a:latin typeface="Trebuchet MS"/>
                <a:cs typeface="Trebuchet MS"/>
              </a:rPr>
              <a:t>s</a:t>
            </a:r>
            <a:r>
              <a:rPr sz="2450" b="1" spc="-245" dirty="0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sz="2450" b="1" spc="-10" dirty="0">
                <a:solidFill>
                  <a:srgbClr val="008F95"/>
                </a:solidFill>
                <a:latin typeface="Trebuchet MS"/>
                <a:cs typeface="Trebuchet MS"/>
              </a:rPr>
              <a:t>Discussion</a:t>
            </a:r>
            <a:endParaRPr sz="245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47675" y="6477000"/>
            <a:ext cx="11263630" cy="119380"/>
            <a:chOff x="447675" y="6477000"/>
            <a:chExt cx="11263630" cy="1193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675" y="6477000"/>
              <a:ext cx="11263376" cy="11906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04825" y="6515100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1977" y="297180"/>
            <a:ext cx="307403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References</a:t>
            </a:r>
            <a:r>
              <a:rPr spc="-295" dirty="0"/>
              <a:t> </a:t>
            </a:r>
            <a:r>
              <a:rPr spc="600" dirty="0"/>
              <a:t>s</a:t>
            </a:r>
            <a:r>
              <a:rPr spc="-220" dirty="0"/>
              <a:t> </a:t>
            </a:r>
            <a:r>
              <a:rPr spc="-65" dirty="0"/>
              <a:t>Source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25758" y="353440"/>
            <a:ext cx="5168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008F95"/>
                </a:solidFill>
                <a:latin typeface="Trebuchet MS"/>
                <a:cs typeface="Trebuchet MS"/>
              </a:rPr>
              <a:t>CLOSING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18972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solidFill>
                  <a:srgbClr val="222C39"/>
                </a:solidFill>
                <a:latin typeface="Tahoma"/>
                <a:cs typeface="Tahoma"/>
              </a:rPr>
              <a:t>This</a:t>
            </a:r>
            <a:r>
              <a:rPr sz="1200" spc="-2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presentation</a:t>
            </a:r>
            <a:r>
              <a:rPr sz="1200" spc="-11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is</a:t>
            </a:r>
            <a:r>
              <a:rPr sz="1200" spc="-10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222C39"/>
                </a:solidFill>
                <a:latin typeface="Tahoma"/>
                <a:cs typeface="Tahoma"/>
              </a:rPr>
              <a:t>derived</a:t>
            </a:r>
            <a:r>
              <a:rPr sz="1200" spc="-12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5" dirty="0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sz="1200" spc="-9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sz="1200" spc="-7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22C39"/>
                </a:solidFill>
                <a:latin typeface="Tahoma"/>
                <a:cs typeface="Tahoma"/>
              </a:rPr>
              <a:t>attached</a:t>
            </a:r>
            <a:r>
              <a:rPr sz="1200" spc="-12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sz="1200" spc="-5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sz="1200" spc="-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22C39"/>
                </a:solidFill>
                <a:latin typeface="Tahoma"/>
                <a:cs typeface="Tahoma"/>
              </a:rPr>
              <a:t>Report.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5822" y="1327467"/>
            <a:ext cx="10354945" cy="1751964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800" dirty="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sz="1800" spc="-13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sz="1800" spc="-16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22C39"/>
                </a:solidFill>
                <a:latin typeface="Tahoma"/>
                <a:cs typeface="Tahoma"/>
              </a:rPr>
              <a:t>Report</a:t>
            </a:r>
            <a:r>
              <a:rPr sz="1800" spc="-8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22C39"/>
                </a:solidFill>
                <a:latin typeface="Tahoma"/>
                <a:cs typeface="Tahoma"/>
              </a:rPr>
              <a:t>—</a:t>
            </a:r>
            <a:r>
              <a:rPr sz="1800" spc="-1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22C39"/>
                </a:solidFill>
                <a:latin typeface="Tahoma"/>
                <a:cs typeface="Tahoma"/>
              </a:rPr>
              <a:t>CPRO306</a:t>
            </a:r>
            <a:r>
              <a:rPr sz="1800" spc="-10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22C39"/>
                </a:solidFill>
                <a:latin typeface="Tahoma"/>
                <a:cs typeface="Tahoma"/>
              </a:rPr>
              <a:t>Capstone</a:t>
            </a:r>
            <a:r>
              <a:rPr sz="1800" spc="-8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222C39"/>
                </a:solidFill>
                <a:latin typeface="Tahoma"/>
                <a:cs typeface="Tahoma"/>
              </a:rPr>
              <a:t>Project:</a:t>
            </a:r>
            <a:r>
              <a:rPr sz="1800" spc="-10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22C39"/>
                </a:solidFill>
                <a:latin typeface="Tahoma"/>
                <a:cs typeface="Tahoma"/>
              </a:rPr>
              <a:t>Assessment</a:t>
            </a:r>
            <a:r>
              <a:rPr sz="1800" spc="-18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22C39"/>
                </a:solidFill>
                <a:latin typeface="Tahoma"/>
                <a:cs typeface="Tahoma"/>
              </a:rPr>
              <a:t>3.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32100"/>
              </a:lnSpc>
            </a:pPr>
            <a:r>
              <a:rPr sz="1800" spc="-20" dirty="0">
                <a:solidFill>
                  <a:srgbClr val="222C39"/>
                </a:solidFill>
                <a:latin typeface="Tahoma"/>
                <a:cs typeface="Tahoma"/>
              </a:rPr>
              <a:t>System</a:t>
            </a:r>
            <a:r>
              <a:rPr sz="1800" spc="-19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22C39"/>
                </a:solidFill>
                <a:latin typeface="Tahoma"/>
                <a:cs typeface="Tahoma"/>
              </a:rPr>
              <a:t>title:</a:t>
            </a:r>
            <a:r>
              <a:rPr sz="1800" spc="-22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22C39"/>
                </a:solidFill>
                <a:latin typeface="Tahoma"/>
                <a:cs typeface="Tahoma"/>
              </a:rPr>
              <a:t>Bundoora</a:t>
            </a:r>
            <a:r>
              <a:rPr sz="1800" spc="-1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22C39"/>
                </a:solidFill>
                <a:latin typeface="Tahoma"/>
                <a:cs typeface="Tahoma"/>
              </a:rPr>
              <a:t>Family</a:t>
            </a:r>
            <a:r>
              <a:rPr sz="1800" spc="-21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60" dirty="0">
                <a:solidFill>
                  <a:srgbClr val="222C39"/>
                </a:solidFill>
                <a:latin typeface="Tahoma"/>
                <a:cs typeface="Tahoma"/>
              </a:rPr>
              <a:t>Clinic</a:t>
            </a:r>
            <a:r>
              <a:rPr sz="1800" spc="-12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22C39"/>
                </a:solidFill>
                <a:latin typeface="Tahoma"/>
                <a:cs typeface="Tahoma"/>
              </a:rPr>
              <a:t>—</a:t>
            </a:r>
            <a:r>
              <a:rPr sz="1800" spc="-16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22C39"/>
                </a:solidFill>
                <a:latin typeface="Tahoma"/>
                <a:cs typeface="Tahoma"/>
              </a:rPr>
              <a:t>Digital</a:t>
            </a:r>
            <a:r>
              <a:rPr sz="1800" spc="-17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22C39"/>
                </a:solidFill>
                <a:latin typeface="Tahoma"/>
                <a:cs typeface="Tahoma"/>
              </a:rPr>
              <a:t>Prescription</a:t>
            </a:r>
            <a:r>
              <a:rPr sz="1800" spc="-16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sz="1800" spc="-10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22C39"/>
                </a:solidFill>
                <a:latin typeface="Tahoma"/>
                <a:cs typeface="Tahoma"/>
              </a:rPr>
              <a:t>Medication</a:t>
            </a:r>
            <a:r>
              <a:rPr sz="1800" spc="-17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222C39"/>
                </a:solidFill>
                <a:latin typeface="Tahoma"/>
                <a:cs typeface="Tahoma"/>
              </a:rPr>
              <a:t>Tracking</a:t>
            </a:r>
            <a:r>
              <a:rPr sz="1800" spc="-20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22C39"/>
                </a:solidFill>
                <a:latin typeface="Tahoma"/>
                <a:cs typeface="Tahoma"/>
              </a:rPr>
              <a:t>Management</a:t>
            </a:r>
            <a:r>
              <a:rPr sz="1800" spc="-21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22C39"/>
                </a:solidFill>
                <a:latin typeface="Tahoma"/>
                <a:cs typeface="Tahoma"/>
              </a:rPr>
              <a:t>System. </a:t>
            </a:r>
            <a:r>
              <a:rPr sz="1800" spc="-20" dirty="0">
                <a:solidFill>
                  <a:srgbClr val="222C39"/>
                </a:solidFill>
                <a:latin typeface="Tahoma"/>
                <a:cs typeface="Tahoma"/>
              </a:rPr>
              <a:t>Project</a:t>
            </a:r>
            <a:r>
              <a:rPr sz="1800" spc="-7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22C39"/>
                </a:solidFill>
                <a:latin typeface="Tahoma"/>
                <a:cs typeface="Tahoma"/>
              </a:rPr>
              <a:t>repository</a:t>
            </a:r>
            <a:r>
              <a:rPr sz="1800" spc="-17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22C39"/>
                </a:solidFill>
                <a:latin typeface="Tahoma"/>
                <a:cs typeface="Tahoma"/>
              </a:rPr>
              <a:t>referenced</a:t>
            </a:r>
            <a:r>
              <a:rPr sz="1800" spc="-1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222C39"/>
                </a:solidFill>
                <a:latin typeface="Tahoma"/>
                <a:cs typeface="Tahoma"/>
              </a:rPr>
              <a:t>by</a:t>
            </a:r>
            <a:r>
              <a:rPr sz="1800" spc="-17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sz="1800" spc="-6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222C39"/>
                </a:solidFill>
                <a:latin typeface="Tahoma"/>
                <a:cs typeface="Tahoma"/>
              </a:rPr>
              <a:t>report:</a:t>
            </a:r>
            <a:r>
              <a:rPr sz="1800" spc="-18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22C39"/>
                </a:solidFill>
                <a:latin typeface="Tahoma"/>
                <a:cs typeface="Tahoma"/>
              </a:rPr>
              <a:t>github.com/MEL17-Package-</a:t>
            </a:r>
            <a:r>
              <a:rPr sz="1800" spc="-10" dirty="0">
                <a:solidFill>
                  <a:srgbClr val="222C39"/>
                </a:solidFill>
                <a:latin typeface="Tahoma"/>
                <a:cs typeface="Tahoma"/>
              </a:rPr>
              <a:t>ONE/Final-</a:t>
            </a:r>
            <a:r>
              <a:rPr sz="1800" spc="-20" dirty="0">
                <a:solidFill>
                  <a:srgbClr val="222C39"/>
                </a:solidFill>
                <a:latin typeface="Tahoma"/>
                <a:cs typeface="Tahoma"/>
              </a:rPr>
              <a:t>SRS-</a:t>
            </a:r>
            <a:r>
              <a:rPr sz="1800" spc="-10" dirty="0">
                <a:solidFill>
                  <a:srgbClr val="222C39"/>
                </a:solidFill>
                <a:latin typeface="Tahoma"/>
                <a:cs typeface="Tahoma"/>
              </a:rPr>
              <a:t>Report</a:t>
            </a:r>
            <a:endParaRPr sz="1800">
              <a:latin typeface="Tahoma"/>
              <a:cs typeface="Tahoma"/>
            </a:endParaRPr>
          </a:p>
          <a:p>
            <a:pPr marL="12700" marR="1135380">
              <a:lnSpc>
                <a:spcPts val="2110"/>
              </a:lnSpc>
              <a:spcBef>
                <a:spcPts val="880"/>
              </a:spcBef>
            </a:pPr>
            <a:r>
              <a:rPr sz="1800" spc="-70" dirty="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sz="1800" spc="-20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22C39"/>
                </a:solidFill>
                <a:latin typeface="Tahoma"/>
                <a:cs typeface="Tahoma"/>
              </a:rPr>
              <a:t>presentation</a:t>
            </a:r>
            <a:r>
              <a:rPr sz="1800" spc="-16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22C39"/>
                </a:solidFill>
                <a:latin typeface="Tahoma"/>
                <a:cs typeface="Tahoma"/>
              </a:rPr>
              <a:t>reproduces</a:t>
            </a:r>
            <a:r>
              <a:rPr sz="1800" spc="-12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sz="1800" spc="-20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22C39"/>
                </a:solidFill>
                <a:latin typeface="Tahoma"/>
                <a:cs typeface="Tahoma"/>
              </a:rPr>
              <a:t>report's</a:t>
            </a:r>
            <a:r>
              <a:rPr sz="1800" spc="-204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22C39"/>
                </a:solidFill>
                <a:latin typeface="Tahoma"/>
                <a:cs typeface="Tahoma"/>
              </a:rPr>
              <a:t>documented</a:t>
            </a:r>
            <a:r>
              <a:rPr sz="1800" spc="-18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222C39"/>
                </a:solidFill>
                <a:latin typeface="Tahoma"/>
                <a:cs typeface="Tahoma"/>
              </a:rPr>
              <a:t>UI</a:t>
            </a:r>
            <a:r>
              <a:rPr sz="1800" spc="-16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sz="1800" spc="-10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22C39"/>
                </a:solidFill>
                <a:latin typeface="Tahoma"/>
                <a:cs typeface="Tahoma"/>
              </a:rPr>
              <a:t>system</a:t>
            </a:r>
            <a:r>
              <a:rPr sz="1800" spc="-18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222C39"/>
                </a:solidFill>
                <a:latin typeface="Tahoma"/>
                <a:cs typeface="Tahoma"/>
              </a:rPr>
              <a:t>diagrams</a:t>
            </a:r>
            <a:r>
              <a:rPr sz="1800" spc="-12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22C39"/>
                </a:solidFill>
                <a:latin typeface="Tahoma"/>
                <a:cs typeface="Tahoma"/>
              </a:rPr>
              <a:t>without</a:t>
            </a:r>
            <a:r>
              <a:rPr sz="1800" spc="-12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22C39"/>
                </a:solidFill>
                <a:latin typeface="Tahoma"/>
                <a:cs typeface="Tahoma"/>
              </a:rPr>
              <a:t>adding unsupported</a:t>
            </a:r>
            <a:r>
              <a:rPr sz="1800" spc="-17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22C39"/>
                </a:solidFill>
                <a:latin typeface="Tahoma"/>
                <a:cs typeface="Tahoma"/>
              </a:rPr>
              <a:t>external</a:t>
            </a:r>
            <a:r>
              <a:rPr sz="1800" spc="-15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22C39"/>
                </a:solidFill>
                <a:latin typeface="Tahoma"/>
                <a:cs typeface="Tahoma"/>
              </a:rPr>
              <a:t>content.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771650" y="4438650"/>
            <a:ext cx="8596630" cy="1252855"/>
            <a:chOff x="1771650" y="4438650"/>
            <a:chExt cx="8596630" cy="12528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0209" y="4467117"/>
              <a:ext cx="8567832" cy="121461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33626" y="4481576"/>
              <a:ext cx="8505825" cy="1143000"/>
            </a:xfrm>
            <a:custGeom>
              <a:avLst/>
              <a:gdLst/>
              <a:ahLst/>
              <a:cxnLst/>
              <a:rect l="l" t="t" r="r" b="b"/>
              <a:pathLst>
                <a:path w="8505825" h="1143000">
                  <a:moveTo>
                    <a:pt x="8315198" y="0"/>
                  </a:moveTo>
                  <a:lnTo>
                    <a:pt x="190500" y="0"/>
                  </a:lnTo>
                  <a:lnTo>
                    <a:pt x="146797" y="5027"/>
                  </a:lnTo>
                  <a:lnTo>
                    <a:pt x="106691" y="19349"/>
                  </a:lnTo>
                  <a:lnTo>
                    <a:pt x="71321" y="41827"/>
                  </a:lnTo>
                  <a:lnTo>
                    <a:pt x="41827" y="71321"/>
                  </a:lnTo>
                  <a:lnTo>
                    <a:pt x="19349" y="106691"/>
                  </a:lnTo>
                  <a:lnTo>
                    <a:pt x="5027" y="146797"/>
                  </a:lnTo>
                  <a:lnTo>
                    <a:pt x="0" y="190500"/>
                  </a:lnTo>
                  <a:lnTo>
                    <a:pt x="0" y="952373"/>
                  </a:lnTo>
                  <a:lnTo>
                    <a:pt x="5027" y="996079"/>
                  </a:lnTo>
                  <a:lnTo>
                    <a:pt x="19349" y="1036194"/>
                  </a:lnTo>
                  <a:lnTo>
                    <a:pt x="41827" y="1071576"/>
                  </a:lnTo>
                  <a:lnTo>
                    <a:pt x="71321" y="1101083"/>
                  </a:lnTo>
                  <a:lnTo>
                    <a:pt x="106691" y="1123573"/>
                  </a:lnTo>
                  <a:lnTo>
                    <a:pt x="146797" y="1137905"/>
                  </a:lnTo>
                  <a:lnTo>
                    <a:pt x="190500" y="1142936"/>
                  </a:lnTo>
                  <a:lnTo>
                    <a:pt x="8315198" y="1142936"/>
                  </a:lnTo>
                  <a:lnTo>
                    <a:pt x="8358907" y="1137905"/>
                  </a:lnTo>
                  <a:lnTo>
                    <a:pt x="8399032" y="1123573"/>
                  </a:lnTo>
                  <a:lnTo>
                    <a:pt x="8434426" y="1101083"/>
                  </a:lnTo>
                  <a:lnTo>
                    <a:pt x="8463947" y="1071576"/>
                  </a:lnTo>
                  <a:lnTo>
                    <a:pt x="8486449" y="1036194"/>
                  </a:lnTo>
                  <a:lnTo>
                    <a:pt x="8500790" y="996079"/>
                  </a:lnTo>
                  <a:lnTo>
                    <a:pt x="8505825" y="952373"/>
                  </a:lnTo>
                  <a:lnTo>
                    <a:pt x="8505825" y="190500"/>
                  </a:lnTo>
                  <a:lnTo>
                    <a:pt x="8500790" y="146797"/>
                  </a:lnTo>
                  <a:lnTo>
                    <a:pt x="8486449" y="106691"/>
                  </a:lnTo>
                  <a:lnTo>
                    <a:pt x="8463947" y="71321"/>
                  </a:lnTo>
                  <a:lnTo>
                    <a:pt x="8434426" y="41827"/>
                  </a:lnTo>
                  <a:lnTo>
                    <a:pt x="8399032" y="19349"/>
                  </a:lnTo>
                  <a:lnTo>
                    <a:pt x="8358907" y="5027"/>
                  </a:lnTo>
                  <a:lnTo>
                    <a:pt x="8315198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3626" y="4481576"/>
              <a:ext cx="8505825" cy="1143000"/>
            </a:xfrm>
            <a:custGeom>
              <a:avLst/>
              <a:gdLst/>
              <a:ahLst/>
              <a:cxnLst/>
              <a:rect l="l" t="t" r="r" b="b"/>
              <a:pathLst>
                <a:path w="8505825" h="1143000">
                  <a:moveTo>
                    <a:pt x="0" y="190500"/>
                  </a:moveTo>
                  <a:lnTo>
                    <a:pt x="5027" y="146797"/>
                  </a:lnTo>
                  <a:lnTo>
                    <a:pt x="19349" y="106691"/>
                  </a:lnTo>
                  <a:lnTo>
                    <a:pt x="41827" y="71321"/>
                  </a:lnTo>
                  <a:lnTo>
                    <a:pt x="71321" y="41827"/>
                  </a:lnTo>
                  <a:lnTo>
                    <a:pt x="106691" y="19349"/>
                  </a:lnTo>
                  <a:lnTo>
                    <a:pt x="146797" y="5027"/>
                  </a:lnTo>
                  <a:lnTo>
                    <a:pt x="190500" y="0"/>
                  </a:lnTo>
                  <a:lnTo>
                    <a:pt x="8315198" y="0"/>
                  </a:lnTo>
                  <a:lnTo>
                    <a:pt x="8358907" y="5027"/>
                  </a:lnTo>
                  <a:lnTo>
                    <a:pt x="8399032" y="19349"/>
                  </a:lnTo>
                  <a:lnTo>
                    <a:pt x="8434426" y="41827"/>
                  </a:lnTo>
                  <a:lnTo>
                    <a:pt x="8463947" y="71321"/>
                  </a:lnTo>
                  <a:lnTo>
                    <a:pt x="8486449" y="106691"/>
                  </a:lnTo>
                  <a:lnTo>
                    <a:pt x="8500790" y="146797"/>
                  </a:lnTo>
                  <a:lnTo>
                    <a:pt x="8505825" y="190500"/>
                  </a:lnTo>
                  <a:lnTo>
                    <a:pt x="8505825" y="952373"/>
                  </a:lnTo>
                  <a:lnTo>
                    <a:pt x="8500790" y="996079"/>
                  </a:lnTo>
                  <a:lnTo>
                    <a:pt x="8486449" y="1036194"/>
                  </a:lnTo>
                  <a:lnTo>
                    <a:pt x="8463947" y="1071576"/>
                  </a:lnTo>
                  <a:lnTo>
                    <a:pt x="8434426" y="1101083"/>
                  </a:lnTo>
                  <a:lnTo>
                    <a:pt x="8399032" y="1123573"/>
                  </a:lnTo>
                  <a:lnTo>
                    <a:pt x="8358907" y="1137905"/>
                  </a:lnTo>
                  <a:lnTo>
                    <a:pt x="8315198" y="1142936"/>
                  </a:lnTo>
                  <a:lnTo>
                    <a:pt x="190500" y="1142936"/>
                  </a:lnTo>
                  <a:lnTo>
                    <a:pt x="146797" y="1137905"/>
                  </a:lnTo>
                  <a:lnTo>
                    <a:pt x="106691" y="1123573"/>
                  </a:lnTo>
                  <a:lnTo>
                    <a:pt x="71321" y="1101083"/>
                  </a:lnTo>
                  <a:lnTo>
                    <a:pt x="41827" y="1071576"/>
                  </a:lnTo>
                  <a:lnTo>
                    <a:pt x="19349" y="1036194"/>
                  </a:lnTo>
                  <a:lnTo>
                    <a:pt x="5027" y="996079"/>
                  </a:lnTo>
                  <a:lnTo>
                    <a:pt x="0" y="952373"/>
                  </a:lnTo>
                  <a:lnTo>
                    <a:pt x="0" y="19050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1650" y="4438650"/>
              <a:ext cx="185737" cy="12525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828800" y="4476750"/>
              <a:ext cx="76200" cy="1143000"/>
            </a:xfrm>
            <a:custGeom>
              <a:avLst/>
              <a:gdLst/>
              <a:ahLst/>
              <a:cxnLst/>
              <a:rect l="l" t="t" r="r" b="b"/>
              <a:pathLst>
                <a:path w="76200" h="1143000">
                  <a:moveTo>
                    <a:pt x="762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76200" y="11430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10485" y="4647247"/>
            <a:ext cx="534606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22239"/>
                </a:solidFill>
                <a:latin typeface="Trebuchet MS"/>
                <a:cs typeface="Trebuchet MS"/>
              </a:rPr>
              <a:t>Group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Kunjan</a:t>
            </a:r>
            <a:r>
              <a:rPr sz="1100" spc="-9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Tamang</a:t>
            </a:r>
            <a:r>
              <a:rPr sz="1100" spc="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sz="1100" spc="-6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Darpan</a:t>
            </a:r>
            <a:r>
              <a:rPr sz="1100" spc="1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Kafle</a:t>
            </a:r>
            <a:r>
              <a:rPr sz="1100" spc="-5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sz="1100" spc="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Puja</a:t>
            </a:r>
            <a:r>
              <a:rPr sz="1100" spc="-6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Gurung</a:t>
            </a:r>
            <a:r>
              <a:rPr sz="1100" spc="-8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sz="1100" spc="2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Yam</a:t>
            </a:r>
            <a:r>
              <a:rPr sz="1100" spc="-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Bahadur</a:t>
            </a:r>
            <a:r>
              <a:rPr sz="1100" spc="-65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Mohatra</a:t>
            </a:r>
            <a:r>
              <a:rPr sz="1100" spc="3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sz="1100" spc="-7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2C39"/>
                </a:solidFill>
                <a:latin typeface="Tahoma"/>
                <a:cs typeface="Tahoma"/>
              </a:rPr>
              <a:t>Utsav</a:t>
            </a:r>
            <a:r>
              <a:rPr sz="1100" spc="-40" dirty="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22C39"/>
                </a:solidFill>
                <a:latin typeface="Tahoma"/>
                <a:cs typeface="Tahoma"/>
              </a:rPr>
              <a:t>Paudel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448415" y="6586264"/>
            <a:ext cx="139700" cy="1536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spc="-25" dirty="0">
                <a:solidFill>
                  <a:srgbClr val="5F6973"/>
                </a:solidFill>
                <a:latin typeface="Tahoma"/>
                <a:cs typeface="Tahoma"/>
              </a:rPr>
              <a:t>48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9600" y="6604679"/>
            <a:ext cx="1407795" cy="1536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solidFill>
                  <a:srgbClr val="5F6973"/>
                </a:solidFill>
                <a:latin typeface="Tahoma"/>
                <a:cs typeface="Tahoma"/>
              </a:rPr>
              <a:t>Presenter:</a:t>
            </a:r>
            <a:r>
              <a:rPr sz="800" spc="-45" dirty="0">
                <a:solidFill>
                  <a:srgbClr val="5F697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5F6973"/>
                </a:solidFill>
                <a:latin typeface="Tahoma"/>
                <a:cs typeface="Tahoma"/>
              </a:rPr>
              <a:t>All</a:t>
            </a:r>
            <a:r>
              <a:rPr sz="800" spc="-15" dirty="0">
                <a:solidFill>
                  <a:srgbClr val="5F697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5F6973"/>
                </a:solidFill>
                <a:latin typeface="Tahoma"/>
                <a:cs typeface="Tahoma"/>
              </a:rPr>
              <a:t>group</a:t>
            </a:r>
            <a:r>
              <a:rPr sz="800" spc="70" dirty="0">
                <a:solidFill>
                  <a:srgbClr val="5F697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5F6973"/>
                </a:solidFill>
                <a:latin typeface="Tahoma"/>
                <a:cs typeface="Tahoma"/>
              </a:rPr>
              <a:t>members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1151</Words>
  <Application>Microsoft Office PowerPoint</Application>
  <PresentationFormat>Widescreen</PresentationFormat>
  <Paragraphs>351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Tahoma</vt:lpstr>
      <vt:lpstr>Times New Roman</vt:lpstr>
      <vt:lpstr>Trebuchet MS</vt:lpstr>
      <vt:lpstr>Office Theme</vt:lpstr>
      <vt:lpstr>Bundoora Family Clinic</vt:lpstr>
      <vt:lpstr>Budget Allocation — Estimated Project Cost</vt:lpstr>
      <vt:lpstr>Non-Functional Requirements — Table 1</vt:lpstr>
      <vt:lpstr>Non-Functional Requirements — Table 2</vt:lpstr>
      <vt:lpstr>Non-Functional Requirements — Table 3</vt:lpstr>
      <vt:lpstr>UI Showcase — Patient Dashboard s Prescription Information</vt:lpstr>
      <vt:lpstr>UI Showcase — Patient Profile s Medication Management</vt:lpstr>
      <vt:lpstr>Use Case Diagram</vt:lpstr>
      <vt:lpstr>DFD Level 0 — Context View</vt:lpstr>
      <vt:lpstr>DFD Level 2 — Authentication s Appointment</vt:lpstr>
      <vt:lpstr>System Testing Strategy</vt:lpstr>
      <vt:lpstr>Implementation, Deployment s Success Criteria</vt:lpstr>
      <vt:lpstr>Conclusion</vt:lpstr>
      <vt:lpstr>References s Source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dell</cp:lastModifiedBy>
  <cp:revision>1</cp:revision>
  <dcterms:created xsi:type="dcterms:W3CDTF">2026-08-22T14:32:37Z</dcterms:created>
  <dcterms:modified xsi:type="dcterms:W3CDTF">2026-08-22T15:13:25Z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2026-08-22T00:00:00Z</vt:filetime>
  </property>
  <property fmtid="{D5CDD505-2E9C-101B-9397-08002B2CF9AE}" pid="4" name="LastSaved">
    <vt:filetime>2026-08-22T00:00:00Z</vt:filetime>
  </property>
</Properties>
</file>