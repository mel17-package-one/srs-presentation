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80" r:id="rId3"/>
    <p:sldId id="281" r:id="rId4"/>
    <p:sldId id="282" r:id="rId5"/>
    <p:sldId id="283" r:id="rId6"/>
    <p:sldId id="288" r:id="rId7"/>
    <p:sldId id="29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5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Project Scope, Limitations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The final SRS defines what is included and what remains outside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Kunjan Tamang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6576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205740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User/role management • digital prescriptions • dispensing • inventory • reminders/alerts • reports • security/audit.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6576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73152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1380744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80136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Payment gateways • physical lab/medical-device integration • native desktop app • full EHR • insurance claims • hospital admission • laboratory result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3375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73152" cy="205740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38074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Key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01368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Network dependency • third-party email/SMS dependency • concurrent database contention • human input errors • performance variability • security cannot be guaranteed absolutely.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794760"/>
            <a:ext cx="78181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94560" y="3794760"/>
            <a:ext cx="73152" cy="14630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95728" y="3941064"/>
            <a:ext cx="7452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361688"/>
            <a:ext cx="7452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SRS requirements, database design, ERD, architecture, UI/UX wireframes, prototype, test plan/cases/data/results and deployment lifecycle artifacts.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Pharmacist Dashboard &amp; Assigned Prescriptions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PHARMACIST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Yam Bahadur Mohatra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7" y="1170432"/>
            <a:ext cx="3802824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419" y="1170432"/>
            <a:ext cx="3802824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Pharmacist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Assigned Prescriptions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Prescription Verification &amp; Dispensing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PHARMACIST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Yam Bahadur Mohatra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7" y="1170432"/>
            <a:ext cx="3802824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419" y="1170432"/>
            <a:ext cx="3802824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Prescription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Dispensing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Pharmacist Inventory &amp; Pharmacist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PHARMACIST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Yam Bahadur Mohatra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7" y="1170432"/>
            <a:ext cx="3802824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419" y="1170432"/>
            <a:ext cx="3802824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Pharmacist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Pharmacist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Pharmacist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PHARMACIST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Yam Bahadur Mohatra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7943" y="1042415"/>
            <a:ext cx="8485632" cy="533095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828" y="1078992"/>
            <a:ext cx="393986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DFD Level 2 — Prescription &amp; Medication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SYSTEM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Process 3.0 covers patient selection, clinical notes, medicine details, signing, storage and notification.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Yam Bahadur Mohatra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1014983"/>
            <a:ext cx="10222992" cy="546811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88" y="1051559"/>
            <a:ext cx="395094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Data Dictionary —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The report defines table fields, data types, keys and descriptions; PK = primary key, FK = foreign key, UQ = unique field.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Utsav Paudel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188720"/>
            <a:ext cx="73152" cy="132588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3502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Identity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7556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Roles, Users and User_Roles define accounts and role assignments.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18872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188720"/>
            <a:ext cx="73152" cy="132588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33502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7556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Patients, Doctors and Pharmacists store role-specific information linked to user accounts.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8872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188720"/>
            <a:ext cx="73152" cy="132588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33502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Prescription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7556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Prescriptions and Prescription_Items connect doctors, patients and medicines with dosage/frequency/duration/quantity.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88036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880360"/>
            <a:ext cx="73152" cy="13258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02666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Inventory &amp; dispensing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44728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Inventory_Batches, Dispensings and Dispensing_Items track stock, batch usage and quantities dispensed.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88036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2880360"/>
            <a:ext cx="73152" cy="13258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44568" y="302666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Tracking &amp;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44728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Medication_Tracking records Taken/Missed status; Notifications manages reminders, refill, low-stock and expiry messages.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880360"/>
            <a:ext cx="35204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40" y="2880360"/>
            <a:ext cx="73152" cy="132588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8" y="302666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Operations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44728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Appointments, Tests, Reports and Audit_Logs support clinic workflows, exports and accountability.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10149840" cy="64008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The report's dictionary spans the database model from Roles/Users through Audit_Logs and includes PK/FK/UQ relationships.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483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Puja Kyasso</dc:creator>
  <cp:keywords/>
  <dc:description>generated using python-pptx</dc:description>
  <cp:lastModifiedBy>Darpan Kafle</cp:lastModifiedBy>
  <cp:revision>5</cp:revision>
  <dcterms:created xsi:type="dcterms:W3CDTF">2013-01-27T09:14:16Z</dcterms:created>
  <dcterms:modified xsi:type="dcterms:W3CDTF">2026-08-22T12:26:11Z</dcterms:modified>
  <cp:category/>
</cp:coreProperties>
</file>