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41.xml" ContentType="application/vnd.openxmlformats-officedocument.presentationml.slide+xml"/>
  <Override PartName="/ppt/slides/slide44.xml" ContentType="application/vnd.openxmlformats-officedocument.presentationml.slide+xml"/>
  <Override PartName="/ppt/slides/slide49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9"/>
    <p:sldId id="277" r:id="rId30"/>
    <p:sldId id="289" r:id="rId42"/>
    <p:sldId id="292" r:id="rId45"/>
    <p:sldId id="297" r:id="rId50"/>
    <p:sldId id="300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42" Type="http://schemas.openxmlformats.org/officeDocument/2006/relationships/slide" Target="slides/slide41.xml"/><Relationship Id="rId45" Type="http://schemas.openxmlformats.org/officeDocument/2006/relationships/slide" Target="slides/slide44.xml"/><Relationship Id="rId50" Type="http://schemas.openxmlformats.org/officeDocument/2006/relationships/slide" Target="slides/slide49.xml"/><Relationship Id="rId53" Type="http://schemas.openxmlformats.org/officeDocument/2006/relationships/slide" Target="slides/slide52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UI Showcase —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588" y="1170432"/>
            <a:ext cx="4148630" cy="5074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02152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Figure/page Notifications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UI Showcase — Inventory Management &amp; System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UI /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Role-based interface screens reproduced from the final SRS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ag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04" y="1170432"/>
            <a:ext cx="4148630" cy="5074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133856"/>
            <a:ext cx="5559552" cy="514807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16" y="1170432"/>
            <a:ext cx="4148630" cy="5074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Inventory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610819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A646E"/>
                </a:solidFill>
                <a:latin typeface="Aptos"/>
              </a:defRPr>
            </a:pPr>
            <a:r>
              <a:t>Figure/page System Settings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DFD Level 2 — Process 5: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SYSTEM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5.0 manages alerts and notifications.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152144"/>
            <a:ext cx="5559552" cy="4965192"/>
          </a:xfrm>
          <a:prstGeom prst="roundRect">
            <a:avLst/>
          </a:prstGeom>
          <a:solidFill>
            <a:srgbClr val="FAFBFD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ge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86" y="1188720"/>
            <a:ext cx="3582634" cy="48920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Entity Relationship Diagram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Central database relationships for users, prescriptions, medicines, inventory, dispensing, tracking, notifications and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115568"/>
            <a:ext cx="9363456" cy="519379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System Development Methodology —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Agile is selected because the project benefits from iterative delivery, stakeholder feedback and flexibility.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5087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Why Agile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Six-month development period, continuous stakeholder involvement, early feedback and flexibility for evolving features.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73152" cy="150876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Core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Planning → Design → Development → Testing → Review &amp; Feedback → Deployment.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1508760"/>
          </a:xfrm>
          <a:prstGeom prst="rect">
            <a:avLst/>
          </a:prstGeom>
          <a:solidFill>
            <a:srgbClr val="C48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Digital prescriptions, inventory tracking, AI decision support, RBAC and automated notifications.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10424160" cy="205740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Planning defines priorities, scope, roles and responsibilities.</a:t>
            </a:r>
          </a:p>
          <a:p>
            <a:pPr>
              <a:spcAft>
                <a:spcPts val="7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Design emphasizes functional requirements, 3NF database design and MVC architecture.</a:t>
            </a:r>
          </a:p>
          <a:p>
            <a:pPr>
              <a:spcAft>
                <a:spcPts val="7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Development builds the modules; testing validates functionality, usability and security.</a:t>
            </a:r>
          </a:p>
          <a:p>
            <a:pPr>
              <a:spcAft>
                <a:spcPts val="700"/>
              </a:spcAft>
              <a:defRPr sz="1500">
                <a:solidFill>
                  <a:srgbClr val="232D3A"/>
                </a:solidFill>
                <a:latin typeface="Aptos"/>
              </a:defRPr>
            </a:pPr>
            <a:r>
              <a:t>Review/feedback refines the next iteration; deployment addresses risks and scope changes.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Supervisor Feedback &amp; Project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918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8F96"/>
                </a:solidFill>
                <a:latin typeface="Aptos"/>
              </a:defRPr>
            </a:pPr>
            <a: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A"/>
                </a:solidFill>
                <a:latin typeface="Aptos"/>
              </a:defRPr>
            </a:pPr>
            <a:r>
              <a:t>The final SRS documents feedback, actions taken and evidence of completion.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E1E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Presenter: Yam Bahadur Mohatra  •  Student ID: K230505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73152" cy="15087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Feedback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A structured table records significant supervisor feedback, group action and outcome/justification.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234440"/>
            <a:ext cx="73152" cy="1508760"/>
          </a:xfrm>
          <a:prstGeom prst="rect">
            <a:avLst/>
          </a:prstGeom>
          <a:solidFill>
            <a:srgbClr val="00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Repository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Completed work is uploaded/committed to the project repository before moving the corresponding task to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34440"/>
            <a:ext cx="352044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E1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234440"/>
            <a:ext cx="73152" cy="15087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138074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33A"/>
                </a:solidFill>
                <a:latin typeface="Aptos Display"/>
              </a:defRPr>
            </a:pPr>
            <a:r>
              <a:t>Issue closure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1801368"/>
            <a:ext cx="3154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D3A"/>
                </a:solidFill>
                <a:latin typeface="Aptos"/>
              </a:defRPr>
            </a:pPr>
            <a:r>
              <a:t>After completion and repository verification, the corresponding issue is closed to maintain a consistent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83280"/>
            <a:ext cx="10149840" cy="1371600"/>
          </a:xfrm>
          <a:prstGeom prst="rect">
            <a:avLst/>
          </a:prstGeom>
          <a:noFill/>
        </p:spPr>
        <p:txBody>
          <a:bodyPr wrap="square" lIns="54864" tIns="27432" rIns="27432" b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The response process improves traceability between task allocation, completed work, repository evidence and issue closure.</a:t>
            </a:r>
          </a:p>
          <a:p>
            <a:pPr>
              <a:spcAft>
                <a:spcPts val="7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The report includes screenshots as supporting evidence of supervisor instructions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4500</Words>
  <Application>Microsoft Office PowerPoint</Application>
  <PresentationFormat>Widescreen</PresentationFormat>
  <Paragraphs>821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Puja Kyasso</dc:creator>
  <cp:keywords/>
  <dc:description>generated using python-pptx</dc:description>
  <cp:lastModifiedBy>Puja Kyasso</cp:lastModifiedBy>
  <cp:revision>4</cp:revision>
  <dcterms:created xsi:type="dcterms:W3CDTF">2013-01-27T09:14:16Z</dcterms:created>
  <dcterms:modified xsi:type="dcterms:W3CDTF">2026-08-18T05:27:39Z</dcterms:modified>
  <cp:category/>
</cp:coreProperties>
</file>