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7"/>
    <p:sldId id="258" r:id="rId8"/>
    <p:sldId id="259" r:id="rId9"/>
    <p:sldId id="260" r:id="rId10"/>
    <p:sldId id="273" r:id="rId23"/>
    <p:sldId id="274" r:id="rId24"/>
    <p:sldId id="280" r:id="rId30"/>
    <p:sldId id="281" r:id="rId31"/>
    <p:sldId id="282" r:id="rId32"/>
    <p:sldId id="297" r:id="rId47"/>
    <p:sldId id="298" r:id="rId4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22C3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22C3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679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2000" y="0"/>
                </a:moveTo>
                <a:lnTo>
                  <a:pt x="0" y="0"/>
                </a:lnTo>
                <a:lnTo>
                  <a:pt x="0" y="114300"/>
                </a:lnTo>
                <a:lnTo>
                  <a:pt x="12192000" y="1143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66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977" y="297180"/>
            <a:ext cx="9405620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2223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4382" y="1323403"/>
            <a:ext cx="6168390" cy="3133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22C3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423015" y="6586264"/>
            <a:ext cx="2032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5F6973"/>
                </a:solidFill>
                <a:latin typeface="Tahoma"/>
                <a:cs typeface="Tahoma"/>
              </a:defRPr>
            </a:lvl1pPr>
          </a:lstStyle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5.jpg"/><Relationship Id="rId4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6.jpg"/><Relationship Id="rId4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7.jpg"/><Relationship Id="rId4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46.png"/><Relationship Id="rId4" Type="http://schemas.openxmlformats.org/officeDocument/2006/relationships/image" Target="../media/image22.png"/><Relationship Id="rId5" Type="http://schemas.openxmlformats.org/officeDocument/2006/relationships/image" Target="../media/image47.png"/><Relationship Id="rId6" Type="http://schemas.openxmlformats.org/officeDocument/2006/relationships/image" Target="../media/image24.png"/><Relationship Id="rId7" Type="http://schemas.openxmlformats.org/officeDocument/2006/relationships/image" Target="../media/image48.png"/><Relationship Id="rId8" Type="http://schemas.openxmlformats.org/officeDocument/2006/relationships/image" Target="../media/image26.png"/><Relationship Id="rId9" Type="http://schemas.openxmlformats.org/officeDocument/2006/relationships/image" Target="../media/image49.png"/><Relationship Id="rId10" Type="http://schemas.openxmlformats.org/officeDocument/2006/relationships/image" Target="../media/image2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1.jpg"/><Relationship Id="rId5" Type="http://schemas.openxmlformats.org/officeDocument/2006/relationships/image" Target="../media/image52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3.jpg"/><Relationship Id="rId5" Type="http://schemas.openxmlformats.org/officeDocument/2006/relationships/image" Target="../media/image5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5.jpg"/><Relationship Id="rId5" Type="http://schemas.openxmlformats.org/officeDocument/2006/relationships/image" Target="../media/image56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7.jpg"/><Relationship Id="rId5" Type="http://schemas.openxmlformats.org/officeDocument/2006/relationships/image" Target="../media/image58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9.jpg"/><Relationship Id="rId5" Type="http://schemas.openxmlformats.org/officeDocument/2006/relationships/image" Target="../media/image60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61.jpg"/><Relationship Id="rId5" Type="http://schemas.openxmlformats.org/officeDocument/2006/relationships/image" Target="../media/image62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63.jpg"/><Relationship Id="rId5" Type="http://schemas.openxmlformats.org/officeDocument/2006/relationships/image" Target="../media/image64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65.jpg"/><Relationship Id="rId5" Type="http://schemas.openxmlformats.org/officeDocument/2006/relationships/image" Target="../media/image66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67.jpg"/><Relationship Id="rId5" Type="http://schemas.openxmlformats.org/officeDocument/2006/relationships/image" Target="../media/image68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69.jpg"/><Relationship Id="rId5" Type="http://schemas.openxmlformats.org/officeDocument/2006/relationships/image" Target="../media/image70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71.jpg"/><Relationship Id="rId5" Type="http://schemas.openxmlformats.org/officeDocument/2006/relationships/image" Target="../media/image72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73.jpg"/><Relationship Id="rId5" Type="http://schemas.openxmlformats.org/officeDocument/2006/relationships/image" Target="../media/image74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75.jpg"/><Relationship Id="rId5" Type="http://schemas.openxmlformats.org/officeDocument/2006/relationships/image" Target="../media/image76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77.jpg"/><Relationship Id="rId5" Type="http://schemas.openxmlformats.org/officeDocument/2006/relationships/image" Target="../media/image78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79.png"/><Relationship Id="rId4" Type="http://schemas.openxmlformats.org/officeDocument/2006/relationships/image" Target="../media/image80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81.png"/><Relationship Id="rId4" Type="http://schemas.openxmlformats.org/officeDocument/2006/relationships/image" Target="../media/image82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83.png"/><Relationship Id="rId4" Type="http://schemas.openxmlformats.org/officeDocument/2006/relationships/image" Target="../media/image84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85.png"/><Relationship Id="rId4" Type="http://schemas.openxmlformats.org/officeDocument/2006/relationships/image" Target="../media/image86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85.png"/><Relationship Id="rId4" Type="http://schemas.openxmlformats.org/officeDocument/2006/relationships/image" Target="../media/image87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88.png"/><Relationship Id="rId4" Type="http://schemas.openxmlformats.org/officeDocument/2006/relationships/image" Target="../media/image89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90.png"/><Relationship Id="rId4" Type="http://schemas.openxmlformats.org/officeDocument/2006/relationships/image" Target="../media/image91.jpg"/><Relationship Id="rId5" Type="http://schemas.openxmlformats.org/officeDocument/2006/relationships/image" Target="../media/image92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93.png"/><Relationship Id="rId4" Type="http://schemas.openxmlformats.org/officeDocument/2006/relationships/image" Target="../media/image94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96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09.png"/><Relationship Id="rId4" Type="http://schemas.openxmlformats.org/officeDocument/2006/relationships/image" Target="../media/image10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12.png"/><Relationship Id="rId4" Type="http://schemas.openxmlformats.org/officeDocument/2006/relationships/image" Target="../media/image22.png"/><Relationship Id="rId5" Type="http://schemas.openxmlformats.org/officeDocument/2006/relationships/image" Target="../media/image11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14.png"/><Relationship Id="rId4" Type="http://schemas.openxmlformats.org/officeDocument/2006/relationships/image" Target="../media/image10.png"/><Relationship Id="rId5" Type="http://schemas.openxmlformats.org/officeDocument/2006/relationships/image" Target="../media/image115.png"/><Relationship Id="rId6" Type="http://schemas.openxmlformats.org/officeDocument/2006/relationships/image" Target="../media/image110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20.png"/><Relationship Id="rId8" Type="http://schemas.openxmlformats.org/officeDocument/2006/relationships/image" Target="../media/image110.png"/><Relationship Id="rId9" Type="http://schemas.openxmlformats.org/officeDocument/2006/relationships/image" Target="../media/image10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14.png"/><Relationship Id="rId4" Type="http://schemas.openxmlformats.org/officeDocument/2006/relationships/image" Target="../media/image10.png"/><Relationship Id="rId5" Type="http://schemas.openxmlformats.org/officeDocument/2006/relationships/image" Target="../media/image115.png"/><Relationship Id="rId6" Type="http://schemas.openxmlformats.org/officeDocument/2006/relationships/image" Target="../media/image110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223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896225" y="0"/>
            <a:ext cx="4295775" cy="6858000"/>
            <a:chOff x="7896225" y="0"/>
            <a:chExt cx="429577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6225" y="0"/>
              <a:ext cx="4295775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53375" y="0"/>
              <a:ext cx="4238625" cy="6858000"/>
            </a:xfrm>
            <a:custGeom>
              <a:avLst/>
              <a:gdLst/>
              <a:ahLst/>
              <a:cxnLst/>
              <a:rect l="l" t="t" r="r" b="b"/>
              <a:pathLst>
                <a:path w="4238625" h="6858000">
                  <a:moveTo>
                    <a:pt x="42386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238625" y="6858000"/>
                  </a:lnTo>
                  <a:lnTo>
                    <a:pt x="4238625" y="0"/>
                  </a:lnTo>
                  <a:close/>
                </a:path>
              </a:pathLst>
            </a:custGeom>
            <a:solidFill>
              <a:srgbClr val="1A36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65175" y="1048130"/>
            <a:ext cx="450469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70">
                <a:solidFill>
                  <a:srgbClr val="FFFFFF"/>
                </a:solidFill>
              </a:rPr>
              <a:t>Bundoora</a:t>
            </a:r>
            <a:r>
              <a:rPr dirty="0" sz="3600" spc="-400">
                <a:solidFill>
                  <a:srgbClr val="FFFFFF"/>
                </a:solidFill>
              </a:rPr>
              <a:t> </a:t>
            </a:r>
            <a:r>
              <a:rPr dirty="0" sz="3600" spc="-175">
                <a:solidFill>
                  <a:srgbClr val="FFFFFF"/>
                </a:solidFill>
              </a:rPr>
              <a:t>Family</a:t>
            </a:r>
            <a:r>
              <a:rPr dirty="0" sz="3600" spc="-350">
                <a:solidFill>
                  <a:srgbClr val="FFFFFF"/>
                </a:solidFill>
              </a:rPr>
              <a:t> </a:t>
            </a:r>
            <a:r>
              <a:rPr dirty="0" sz="3600" spc="-50">
                <a:solidFill>
                  <a:srgbClr val="FFFFFF"/>
                </a:solidFill>
              </a:rPr>
              <a:t>Clinic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792480" y="2908300"/>
            <a:ext cx="468566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D2DCEB"/>
                </a:solidFill>
                <a:latin typeface="Tahoma"/>
                <a:cs typeface="Tahoma"/>
              </a:rPr>
              <a:t>CPRO306</a:t>
            </a:r>
            <a:r>
              <a:rPr dirty="0" sz="1550" spc="-15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D2DCEB"/>
                </a:solidFill>
                <a:latin typeface="Tahoma"/>
                <a:cs typeface="Tahoma"/>
              </a:rPr>
              <a:t>Capstone</a:t>
            </a:r>
            <a:r>
              <a:rPr dirty="0" sz="1550" spc="-9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2DCEB"/>
                </a:solidFill>
                <a:latin typeface="Tahoma"/>
                <a:cs typeface="Tahoma"/>
              </a:rPr>
              <a:t>Project</a:t>
            </a:r>
            <a:r>
              <a:rPr dirty="0" sz="1550" spc="-114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2DCEB"/>
                </a:solidFill>
                <a:latin typeface="Tahoma"/>
                <a:cs typeface="Tahoma"/>
              </a:rPr>
              <a:t>—</a:t>
            </a:r>
            <a:r>
              <a:rPr dirty="0" sz="1550" spc="-2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2DCEB"/>
                </a:solidFill>
                <a:latin typeface="Tahoma"/>
                <a:cs typeface="Tahoma"/>
              </a:rPr>
              <a:t>Final</a:t>
            </a:r>
            <a:r>
              <a:rPr dirty="0" sz="1550" spc="-40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2DCEB"/>
                </a:solidFill>
                <a:latin typeface="Tahoma"/>
                <a:cs typeface="Tahoma"/>
              </a:rPr>
              <a:t>SRS</a:t>
            </a:r>
            <a:r>
              <a:rPr dirty="0" sz="1550" spc="-75">
                <a:solidFill>
                  <a:srgbClr val="D2DCEB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D2DCEB"/>
                </a:solidFill>
                <a:latin typeface="Tahoma"/>
                <a:cs typeface="Tahoma"/>
              </a:rPr>
              <a:t>Presentation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480" y="3848510"/>
            <a:ext cx="1591945" cy="1414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500" spc="-10" b="1">
                <a:solidFill>
                  <a:srgbClr val="008F95"/>
                </a:solidFill>
                <a:latin typeface="Trebuchet MS"/>
                <a:cs typeface="Trebuchet MS"/>
              </a:rPr>
              <a:t>Group</a:t>
            </a:r>
            <a:r>
              <a:rPr dirty="0" sz="1500" spc="-18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008F95"/>
                </a:solidFill>
                <a:latin typeface="Trebuchet MS"/>
                <a:cs typeface="Trebuchet MS"/>
              </a:rPr>
              <a:t>Members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Kunjan</a:t>
            </a:r>
            <a:r>
              <a:rPr dirty="0" sz="125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Tamang</a:t>
            </a:r>
            <a:endParaRPr sz="1250">
              <a:latin typeface="Tahoma"/>
              <a:cs typeface="Tahoma"/>
            </a:endParaRPr>
          </a:p>
          <a:p>
            <a:pPr marL="12700" marR="655320">
              <a:lnSpc>
                <a:spcPct val="125200"/>
              </a:lnSpc>
            </a:pP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Darpan</a:t>
            </a:r>
            <a:r>
              <a:rPr dirty="0" sz="125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ahoma"/>
                <a:cs typeface="Tahoma"/>
              </a:rPr>
              <a:t>Kafle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Puja</a:t>
            </a:r>
            <a:r>
              <a:rPr dirty="0" sz="125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Gurung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ts val="1880"/>
              </a:lnSpc>
              <a:spcBef>
                <a:spcPts val="20"/>
              </a:spcBef>
            </a:pPr>
            <a:r>
              <a:rPr dirty="0" sz="1250" spc="-20">
                <a:solidFill>
                  <a:srgbClr val="FFFFFF"/>
                </a:solidFill>
                <a:latin typeface="Tahoma"/>
                <a:cs typeface="Tahoma"/>
              </a:rPr>
              <a:t>Yam</a:t>
            </a:r>
            <a:r>
              <a:rPr dirty="0" sz="125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Bahadur</a:t>
            </a:r>
            <a:r>
              <a:rPr dirty="0" sz="125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Mohatra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Utsav</a:t>
            </a:r>
            <a:r>
              <a:rPr dirty="0" sz="125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Paudel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775" y="1553463"/>
            <a:ext cx="972439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100" spc="-10">
                <a:solidFill>
                  <a:srgbClr val="C3DAEF"/>
                </a:solidFill>
                <a:latin typeface="Tahoma"/>
                <a:cs typeface="Tahoma"/>
              </a:rPr>
              <a:t>Digital</a:t>
            </a:r>
            <a:r>
              <a:rPr dirty="0" sz="2100" spc="-18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C3DAEF"/>
                </a:solidFill>
                <a:latin typeface="Tahoma"/>
                <a:cs typeface="Tahoma"/>
              </a:rPr>
              <a:t>Prescription</a:t>
            </a:r>
            <a:r>
              <a:rPr dirty="0" sz="2100" spc="-195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C3DAEF"/>
                </a:solidFill>
                <a:latin typeface="Tahoma"/>
                <a:cs typeface="Tahoma"/>
              </a:rPr>
              <a:t>C</a:t>
            </a:r>
            <a:r>
              <a:rPr dirty="0" sz="2100" spc="-24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C3DAEF"/>
                </a:solidFill>
                <a:latin typeface="Tahoma"/>
                <a:cs typeface="Tahoma"/>
              </a:rPr>
              <a:t>Medication</a:t>
            </a:r>
            <a:r>
              <a:rPr dirty="0" sz="2100" spc="-195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2100" spc="-70">
                <a:solidFill>
                  <a:srgbClr val="C3DAEF"/>
                </a:solidFill>
                <a:latin typeface="Tahoma"/>
                <a:cs typeface="Tahoma"/>
              </a:rPr>
              <a:t>Tracking</a:t>
            </a:r>
            <a:r>
              <a:rPr dirty="0" sz="2100" spc="-21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C3DAEF"/>
                </a:solidFill>
                <a:latin typeface="Tahoma"/>
                <a:cs typeface="Tahoma"/>
              </a:rPr>
              <a:t>Management</a:t>
            </a:r>
            <a:r>
              <a:rPr dirty="0" sz="2100" spc="-16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C3DAEF"/>
                </a:solidFill>
                <a:latin typeface="Tahoma"/>
                <a:cs typeface="Tahoma"/>
              </a:rPr>
              <a:t>System</a:t>
            </a:r>
            <a:r>
              <a:rPr dirty="0" sz="2100" spc="-15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2100" spc="-80">
                <a:solidFill>
                  <a:srgbClr val="C3DAEF"/>
                </a:solidFill>
                <a:latin typeface="Tahoma"/>
                <a:cs typeface="Tahoma"/>
              </a:rPr>
              <a:t>(</a:t>
            </a:r>
            <a:r>
              <a:rPr dirty="0" sz="2100" spc="-70">
                <a:solidFill>
                  <a:srgbClr val="C3DAEF"/>
                </a:solidFill>
                <a:latin typeface="Tahoma"/>
                <a:cs typeface="Tahoma"/>
              </a:rPr>
              <a:t>D</a:t>
            </a:r>
            <a:r>
              <a:rPr dirty="0" sz="2100" spc="-65">
                <a:solidFill>
                  <a:srgbClr val="C3DAEF"/>
                </a:solidFill>
                <a:latin typeface="Tahoma"/>
                <a:cs typeface="Tahoma"/>
              </a:rPr>
              <a:t>P</a:t>
            </a:r>
            <a:r>
              <a:rPr dirty="0" sz="2100" spc="-1605">
                <a:solidFill>
                  <a:srgbClr val="C3DAEF"/>
                </a:solidFill>
                <a:latin typeface="Tahoma"/>
                <a:cs typeface="Tahoma"/>
              </a:rPr>
              <a:t>M</a:t>
            </a:r>
            <a:r>
              <a:rPr dirty="0" baseline="-36484" sz="5025" spc="-345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2100" spc="-1030">
                <a:solidFill>
                  <a:srgbClr val="C3DAEF"/>
                </a:solidFill>
                <a:latin typeface="Tahoma"/>
                <a:cs typeface="Tahoma"/>
              </a:rPr>
              <a:t>T</a:t>
            </a:r>
            <a:r>
              <a:rPr dirty="0" baseline="-36484" sz="5025" spc="-187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100" spc="-1605">
                <a:solidFill>
                  <a:srgbClr val="C3DAEF"/>
                </a:solidFill>
                <a:latin typeface="Tahoma"/>
                <a:cs typeface="Tahoma"/>
              </a:rPr>
              <a:t>M</a:t>
            </a:r>
            <a:r>
              <a:rPr dirty="0" baseline="-36484" sz="5025" spc="-1177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100" spc="-500">
                <a:solidFill>
                  <a:srgbClr val="C3DAEF"/>
                </a:solidFill>
                <a:latin typeface="Tahoma"/>
                <a:cs typeface="Tahoma"/>
              </a:rPr>
              <a:t>S</a:t>
            </a:r>
            <a:r>
              <a:rPr dirty="0" baseline="-36484" sz="5025" spc="-256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100" spc="-50">
                <a:solidFill>
                  <a:srgbClr val="C3DAEF"/>
                </a:solidFill>
                <a:latin typeface="Tahoma"/>
                <a:cs typeface="Tahoma"/>
              </a:rPr>
              <a:t>)</a:t>
            </a:r>
            <a:r>
              <a:rPr dirty="0" sz="2100" spc="495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baseline="-36484" sz="5025" spc="-315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baseline="-36484" sz="5025" spc="-4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baseline="-36484" sz="5025" spc="202" b="1">
                <a:solidFill>
                  <a:srgbClr val="FFFFFF"/>
                </a:solidFill>
                <a:latin typeface="Trebuchet MS"/>
                <a:cs typeface="Trebuchet MS"/>
              </a:rPr>
              <a:t>SRS</a:t>
            </a:r>
            <a:endParaRPr baseline="-36484" sz="5025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1850" y="2369756"/>
            <a:ext cx="3440429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C3DAEF"/>
                </a:solidFill>
                <a:latin typeface="Tahoma"/>
                <a:cs typeface="Tahoma"/>
              </a:rPr>
              <a:t>System</a:t>
            </a:r>
            <a:r>
              <a:rPr dirty="0" sz="1400" spc="-20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3DAEF"/>
                </a:solidFill>
                <a:latin typeface="Tahoma"/>
                <a:cs typeface="Tahoma"/>
              </a:rPr>
              <a:t>Analysis</a:t>
            </a:r>
            <a:r>
              <a:rPr dirty="0" sz="1400" spc="-12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3DAEF"/>
                </a:solidFill>
                <a:latin typeface="Tahoma"/>
                <a:cs typeface="Tahoma"/>
              </a:rPr>
              <a:t>•</a:t>
            </a:r>
            <a:r>
              <a:rPr dirty="0" sz="1400" spc="-10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3DAEF"/>
                </a:solidFill>
                <a:latin typeface="Tahoma"/>
                <a:cs typeface="Tahoma"/>
              </a:rPr>
              <a:t>Design</a:t>
            </a:r>
            <a:r>
              <a:rPr dirty="0" sz="1400" spc="-14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3DAEF"/>
                </a:solidFill>
                <a:latin typeface="Tahoma"/>
                <a:cs typeface="Tahoma"/>
              </a:rPr>
              <a:t>•</a:t>
            </a:r>
            <a:r>
              <a:rPr dirty="0" sz="1400" spc="-10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3DAEF"/>
                </a:solidFill>
                <a:latin typeface="Tahoma"/>
                <a:cs typeface="Tahoma"/>
              </a:rPr>
              <a:t>Security</a:t>
            </a:r>
            <a:r>
              <a:rPr dirty="0" sz="1400" spc="-70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3DAEF"/>
                </a:solidFill>
                <a:latin typeface="Tahoma"/>
                <a:cs typeface="Tahoma"/>
              </a:rPr>
              <a:t>•</a:t>
            </a:r>
            <a:r>
              <a:rPr dirty="0" sz="1400" spc="-175">
                <a:solidFill>
                  <a:srgbClr val="C3DAE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C3DAEF"/>
                </a:solidFill>
                <a:latin typeface="Tahoma"/>
                <a:cs typeface="Tahoma"/>
              </a:rPr>
              <a:t>Testing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7675" y="6477000"/>
            <a:ext cx="11263630" cy="119380"/>
            <a:chOff x="447675" y="6477000"/>
            <a:chExt cx="11263630" cy="11938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675" y="6477000"/>
              <a:ext cx="11263376" cy="11906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4825" y="6515100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5" name="object 15"/>
          <p:cNvSpPr txBox="1"/>
          <p:nvPr/>
        </p:nvSpPr>
        <p:spPr>
          <a:xfrm>
            <a:off x="609600" y="6604679"/>
            <a:ext cx="1407795" cy="1536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Presenter:</a:t>
            </a:r>
            <a:r>
              <a:rPr dirty="0" sz="800" spc="-45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All</a:t>
            </a:r>
            <a:r>
              <a:rPr dirty="0" sz="800" spc="-15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group</a:t>
            </a:r>
            <a:r>
              <a:rPr dirty="0" sz="800" spc="7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F6973"/>
                </a:solidFill>
                <a:latin typeface="Tahoma"/>
                <a:cs typeface="Tahoma"/>
              </a:rPr>
              <a:t>members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Presentation</a:t>
            </a:r>
            <a:r>
              <a:rPr dirty="0" spc="-240"/>
              <a:t> </a:t>
            </a:r>
            <a:r>
              <a:rPr dirty="0" spc="-114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48034" y="353440"/>
            <a:ext cx="5899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OVERVIEW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8469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complete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walkthrough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of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SRS,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design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delivery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plan.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81025" y="1285875"/>
            <a:ext cx="3567429" cy="1624330"/>
            <a:chOff x="581025" y="1285875"/>
            <a:chExt cx="3567429" cy="16243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62" y="1314241"/>
              <a:ext cx="3538675" cy="15861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2937" y="1328801"/>
              <a:ext cx="3477260" cy="1514475"/>
            </a:xfrm>
            <a:custGeom>
              <a:avLst/>
              <a:gdLst/>
              <a:ahLst/>
              <a:cxnLst/>
              <a:rect l="l" t="t" r="r" b="b"/>
              <a:pathLst>
                <a:path w="3477260" h="1514475">
                  <a:moveTo>
                    <a:pt x="3224212" y="0"/>
                  </a:moveTo>
                  <a:lnTo>
                    <a:pt x="252412" y="0"/>
                  </a:lnTo>
                  <a:lnTo>
                    <a:pt x="207043" y="4063"/>
                  </a:lnTo>
                  <a:lnTo>
                    <a:pt x="164340" y="15778"/>
                  </a:lnTo>
                  <a:lnTo>
                    <a:pt x="125018" y="34435"/>
                  </a:lnTo>
                  <a:lnTo>
                    <a:pt x="89789" y="59323"/>
                  </a:lnTo>
                  <a:lnTo>
                    <a:pt x="59367" y="89731"/>
                  </a:lnTo>
                  <a:lnTo>
                    <a:pt x="34463" y="124949"/>
                  </a:lnTo>
                  <a:lnTo>
                    <a:pt x="15792" y="164265"/>
                  </a:lnTo>
                  <a:lnTo>
                    <a:pt x="4066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6" y="1307383"/>
                  </a:lnTo>
                  <a:lnTo>
                    <a:pt x="15792" y="1350099"/>
                  </a:lnTo>
                  <a:lnTo>
                    <a:pt x="34463" y="1389431"/>
                  </a:lnTo>
                  <a:lnTo>
                    <a:pt x="59367" y="1424669"/>
                  </a:lnTo>
                  <a:lnTo>
                    <a:pt x="89789" y="1455098"/>
                  </a:lnTo>
                  <a:lnTo>
                    <a:pt x="125018" y="1480006"/>
                  </a:lnTo>
                  <a:lnTo>
                    <a:pt x="164340" y="1498680"/>
                  </a:lnTo>
                  <a:lnTo>
                    <a:pt x="207043" y="1510407"/>
                  </a:lnTo>
                  <a:lnTo>
                    <a:pt x="252412" y="1514475"/>
                  </a:lnTo>
                  <a:lnTo>
                    <a:pt x="3224212" y="1514475"/>
                  </a:lnTo>
                  <a:lnTo>
                    <a:pt x="3269597" y="1510407"/>
                  </a:lnTo>
                  <a:lnTo>
                    <a:pt x="3312312" y="1498680"/>
                  </a:lnTo>
                  <a:lnTo>
                    <a:pt x="3351645" y="1480006"/>
                  </a:lnTo>
                  <a:lnTo>
                    <a:pt x="3386882" y="1455098"/>
                  </a:lnTo>
                  <a:lnTo>
                    <a:pt x="3417311" y="1424669"/>
                  </a:lnTo>
                  <a:lnTo>
                    <a:pt x="3442219" y="1389431"/>
                  </a:lnTo>
                  <a:lnTo>
                    <a:pt x="3460893" y="1350099"/>
                  </a:lnTo>
                  <a:lnTo>
                    <a:pt x="3472621" y="1307383"/>
                  </a:lnTo>
                  <a:lnTo>
                    <a:pt x="3476688" y="1261999"/>
                  </a:lnTo>
                  <a:lnTo>
                    <a:pt x="3476688" y="252349"/>
                  </a:lnTo>
                  <a:lnTo>
                    <a:pt x="3472621" y="206968"/>
                  </a:lnTo>
                  <a:lnTo>
                    <a:pt x="3460893" y="164265"/>
                  </a:lnTo>
                  <a:lnTo>
                    <a:pt x="3442219" y="124949"/>
                  </a:lnTo>
                  <a:lnTo>
                    <a:pt x="3417311" y="89731"/>
                  </a:lnTo>
                  <a:lnTo>
                    <a:pt x="3386882" y="59323"/>
                  </a:lnTo>
                  <a:lnTo>
                    <a:pt x="3351645" y="34435"/>
                  </a:lnTo>
                  <a:lnTo>
                    <a:pt x="3312312" y="15778"/>
                  </a:lnTo>
                  <a:lnTo>
                    <a:pt x="3269597" y="4063"/>
                  </a:lnTo>
                  <a:lnTo>
                    <a:pt x="3224212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2937" y="1328801"/>
              <a:ext cx="3477260" cy="1514475"/>
            </a:xfrm>
            <a:custGeom>
              <a:avLst/>
              <a:gdLst/>
              <a:ahLst/>
              <a:cxnLst/>
              <a:rect l="l" t="t" r="r" b="b"/>
              <a:pathLst>
                <a:path w="3477260" h="1514475">
                  <a:moveTo>
                    <a:pt x="0" y="252349"/>
                  </a:moveTo>
                  <a:lnTo>
                    <a:pt x="4066" y="206968"/>
                  </a:lnTo>
                  <a:lnTo>
                    <a:pt x="15792" y="164265"/>
                  </a:lnTo>
                  <a:lnTo>
                    <a:pt x="34463" y="124949"/>
                  </a:lnTo>
                  <a:lnTo>
                    <a:pt x="59367" y="89731"/>
                  </a:lnTo>
                  <a:lnTo>
                    <a:pt x="89789" y="59323"/>
                  </a:lnTo>
                  <a:lnTo>
                    <a:pt x="125018" y="34435"/>
                  </a:lnTo>
                  <a:lnTo>
                    <a:pt x="164340" y="15778"/>
                  </a:lnTo>
                  <a:lnTo>
                    <a:pt x="207043" y="4063"/>
                  </a:lnTo>
                  <a:lnTo>
                    <a:pt x="252412" y="0"/>
                  </a:lnTo>
                  <a:lnTo>
                    <a:pt x="3224212" y="0"/>
                  </a:lnTo>
                  <a:lnTo>
                    <a:pt x="3269597" y="4063"/>
                  </a:lnTo>
                  <a:lnTo>
                    <a:pt x="3312312" y="15778"/>
                  </a:lnTo>
                  <a:lnTo>
                    <a:pt x="3351645" y="34435"/>
                  </a:lnTo>
                  <a:lnTo>
                    <a:pt x="3386882" y="59323"/>
                  </a:lnTo>
                  <a:lnTo>
                    <a:pt x="3417311" y="89731"/>
                  </a:lnTo>
                  <a:lnTo>
                    <a:pt x="3442219" y="124949"/>
                  </a:lnTo>
                  <a:lnTo>
                    <a:pt x="3460893" y="164265"/>
                  </a:lnTo>
                  <a:lnTo>
                    <a:pt x="3472621" y="206968"/>
                  </a:lnTo>
                  <a:lnTo>
                    <a:pt x="3476688" y="252349"/>
                  </a:lnTo>
                  <a:lnTo>
                    <a:pt x="3476688" y="1261999"/>
                  </a:lnTo>
                  <a:lnTo>
                    <a:pt x="3472621" y="1307383"/>
                  </a:lnTo>
                  <a:lnTo>
                    <a:pt x="3460893" y="1350099"/>
                  </a:lnTo>
                  <a:lnTo>
                    <a:pt x="3442219" y="1389431"/>
                  </a:lnTo>
                  <a:lnTo>
                    <a:pt x="3417311" y="1424669"/>
                  </a:lnTo>
                  <a:lnTo>
                    <a:pt x="3386882" y="1455098"/>
                  </a:lnTo>
                  <a:lnTo>
                    <a:pt x="3351645" y="1480006"/>
                  </a:lnTo>
                  <a:lnTo>
                    <a:pt x="3312312" y="1498680"/>
                  </a:lnTo>
                  <a:lnTo>
                    <a:pt x="3269597" y="1510407"/>
                  </a:lnTo>
                  <a:lnTo>
                    <a:pt x="3224212" y="1514475"/>
                  </a:lnTo>
                  <a:lnTo>
                    <a:pt x="252412" y="1514475"/>
                  </a:lnTo>
                  <a:lnTo>
                    <a:pt x="207043" y="1510407"/>
                  </a:lnTo>
                  <a:lnTo>
                    <a:pt x="164340" y="1498680"/>
                  </a:lnTo>
                  <a:lnTo>
                    <a:pt x="125018" y="1480006"/>
                  </a:lnTo>
                  <a:lnTo>
                    <a:pt x="89789" y="1455098"/>
                  </a:lnTo>
                  <a:lnTo>
                    <a:pt x="59367" y="1424669"/>
                  </a:lnTo>
                  <a:lnTo>
                    <a:pt x="34463" y="1389431"/>
                  </a:lnTo>
                  <a:lnTo>
                    <a:pt x="15792" y="1350099"/>
                  </a:lnTo>
                  <a:lnTo>
                    <a:pt x="4066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" y="1285875"/>
              <a:ext cx="185737" cy="16239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8175" y="1323975"/>
              <a:ext cx="76200" cy="1514475"/>
            </a:xfrm>
            <a:custGeom>
              <a:avLst/>
              <a:gdLst/>
              <a:ahLst/>
              <a:cxnLst/>
              <a:rect l="l" t="t" r="r" b="b"/>
              <a:pathLst>
                <a:path w="76200" h="1514475">
                  <a:moveTo>
                    <a:pt x="76200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76200" y="15144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20750" y="1488122"/>
            <a:ext cx="22872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4" b="1">
                <a:solidFill>
                  <a:srgbClr val="122239"/>
                </a:solidFill>
                <a:latin typeface="Trebuchet MS"/>
                <a:cs typeface="Trebuchet MS"/>
              </a:rPr>
              <a:t>1.</a:t>
            </a:r>
            <a:r>
              <a:rPr dirty="0" sz="1500" spc="-15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5" b="1">
                <a:solidFill>
                  <a:srgbClr val="122239"/>
                </a:solidFill>
                <a:latin typeface="Trebuchet MS"/>
                <a:cs typeface="Trebuchet MS"/>
              </a:rPr>
              <a:t>Business</a:t>
            </a:r>
            <a:r>
              <a:rPr dirty="0" sz="1500" spc="-19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5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Requirements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0750" y="1910036"/>
            <a:ext cx="2806065" cy="38735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Problem,</a:t>
            </a:r>
            <a:r>
              <a:rPr dirty="0" sz="1100" spc="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purpose,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objectives,</a:t>
            </a:r>
            <a:r>
              <a:rPr dirty="0" sz="1100" spc="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stakeholders,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scope,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FRs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NFRs.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14825" y="1285875"/>
            <a:ext cx="3567429" cy="1624330"/>
            <a:chOff x="4314825" y="1285875"/>
            <a:chExt cx="3567429" cy="162433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362" y="1314241"/>
              <a:ext cx="3538675" cy="15861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76801" y="1328801"/>
              <a:ext cx="3476625" cy="1514475"/>
            </a:xfrm>
            <a:custGeom>
              <a:avLst/>
              <a:gdLst/>
              <a:ahLst/>
              <a:cxnLst/>
              <a:rect l="l" t="t" r="r" b="b"/>
              <a:pathLst>
                <a:path w="3476625" h="1514475">
                  <a:moveTo>
                    <a:pt x="3224149" y="0"/>
                  </a:moveTo>
                  <a:lnTo>
                    <a:pt x="252349" y="0"/>
                  </a:lnTo>
                  <a:lnTo>
                    <a:pt x="206968" y="4063"/>
                  </a:lnTo>
                  <a:lnTo>
                    <a:pt x="164265" y="15778"/>
                  </a:lnTo>
                  <a:lnTo>
                    <a:pt x="124949" y="34435"/>
                  </a:lnTo>
                  <a:lnTo>
                    <a:pt x="89731" y="59323"/>
                  </a:lnTo>
                  <a:lnTo>
                    <a:pt x="59323" y="89731"/>
                  </a:lnTo>
                  <a:lnTo>
                    <a:pt x="34435" y="124949"/>
                  </a:lnTo>
                  <a:lnTo>
                    <a:pt x="15778" y="164265"/>
                  </a:lnTo>
                  <a:lnTo>
                    <a:pt x="4063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3" y="1307383"/>
                  </a:lnTo>
                  <a:lnTo>
                    <a:pt x="15778" y="1350099"/>
                  </a:lnTo>
                  <a:lnTo>
                    <a:pt x="34435" y="1389431"/>
                  </a:lnTo>
                  <a:lnTo>
                    <a:pt x="59323" y="1424669"/>
                  </a:lnTo>
                  <a:lnTo>
                    <a:pt x="89731" y="1455098"/>
                  </a:lnTo>
                  <a:lnTo>
                    <a:pt x="124949" y="1480006"/>
                  </a:lnTo>
                  <a:lnTo>
                    <a:pt x="164265" y="1498680"/>
                  </a:lnTo>
                  <a:lnTo>
                    <a:pt x="206968" y="1510407"/>
                  </a:lnTo>
                  <a:lnTo>
                    <a:pt x="252349" y="1514475"/>
                  </a:lnTo>
                  <a:lnTo>
                    <a:pt x="3224149" y="1514475"/>
                  </a:lnTo>
                  <a:lnTo>
                    <a:pt x="3269533" y="1510407"/>
                  </a:lnTo>
                  <a:lnTo>
                    <a:pt x="3312249" y="1498680"/>
                  </a:lnTo>
                  <a:lnTo>
                    <a:pt x="3351581" y="1480006"/>
                  </a:lnTo>
                  <a:lnTo>
                    <a:pt x="3386819" y="1455098"/>
                  </a:lnTo>
                  <a:lnTo>
                    <a:pt x="3417248" y="1424669"/>
                  </a:lnTo>
                  <a:lnTo>
                    <a:pt x="3442156" y="1389431"/>
                  </a:lnTo>
                  <a:lnTo>
                    <a:pt x="3460830" y="1350099"/>
                  </a:lnTo>
                  <a:lnTo>
                    <a:pt x="3472557" y="1307383"/>
                  </a:lnTo>
                  <a:lnTo>
                    <a:pt x="3476625" y="1261999"/>
                  </a:lnTo>
                  <a:lnTo>
                    <a:pt x="3476625" y="252349"/>
                  </a:lnTo>
                  <a:lnTo>
                    <a:pt x="3472557" y="206968"/>
                  </a:lnTo>
                  <a:lnTo>
                    <a:pt x="3460830" y="164265"/>
                  </a:lnTo>
                  <a:lnTo>
                    <a:pt x="3442156" y="124949"/>
                  </a:lnTo>
                  <a:lnTo>
                    <a:pt x="3417248" y="89731"/>
                  </a:lnTo>
                  <a:lnTo>
                    <a:pt x="3386819" y="59323"/>
                  </a:lnTo>
                  <a:lnTo>
                    <a:pt x="3351581" y="34435"/>
                  </a:lnTo>
                  <a:lnTo>
                    <a:pt x="3312249" y="15778"/>
                  </a:lnTo>
                  <a:lnTo>
                    <a:pt x="3269533" y="4063"/>
                  </a:lnTo>
                  <a:lnTo>
                    <a:pt x="322414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76801" y="1328801"/>
              <a:ext cx="3476625" cy="1514475"/>
            </a:xfrm>
            <a:custGeom>
              <a:avLst/>
              <a:gdLst/>
              <a:ahLst/>
              <a:cxnLst/>
              <a:rect l="l" t="t" r="r" b="b"/>
              <a:pathLst>
                <a:path w="3476625" h="1514475">
                  <a:moveTo>
                    <a:pt x="0" y="252349"/>
                  </a:moveTo>
                  <a:lnTo>
                    <a:pt x="4063" y="206968"/>
                  </a:lnTo>
                  <a:lnTo>
                    <a:pt x="15778" y="164265"/>
                  </a:lnTo>
                  <a:lnTo>
                    <a:pt x="34435" y="124949"/>
                  </a:lnTo>
                  <a:lnTo>
                    <a:pt x="59323" y="89731"/>
                  </a:lnTo>
                  <a:lnTo>
                    <a:pt x="89731" y="59323"/>
                  </a:lnTo>
                  <a:lnTo>
                    <a:pt x="124949" y="34435"/>
                  </a:lnTo>
                  <a:lnTo>
                    <a:pt x="164265" y="15778"/>
                  </a:lnTo>
                  <a:lnTo>
                    <a:pt x="206968" y="4063"/>
                  </a:lnTo>
                  <a:lnTo>
                    <a:pt x="252349" y="0"/>
                  </a:lnTo>
                  <a:lnTo>
                    <a:pt x="3224149" y="0"/>
                  </a:lnTo>
                  <a:lnTo>
                    <a:pt x="3269533" y="4063"/>
                  </a:lnTo>
                  <a:lnTo>
                    <a:pt x="3312249" y="15778"/>
                  </a:lnTo>
                  <a:lnTo>
                    <a:pt x="3351581" y="34435"/>
                  </a:lnTo>
                  <a:lnTo>
                    <a:pt x="3386819" y="59323"/>
                  </a:lnTo>
                  <a:lnTo>
                    <a:pt x="3417248" y="89731"/>
                  </a:lnTo>
                  <a:lnTo>
                    <a:pt x="3442156" y="124949"/>
                  </a:lnTo>
                  <a:lnTo>
                    <a:pt x="3460830" y="164265"/>
                  </a:lnTo>
                  <a:lnTo>
                    <a:pt x="3472557" y="206968"/>
                  </a:lnTo>
                  <a:lnTo>
                    <a:pt x="3476625" y="252349"/>
                  </a:lnTo>
                  <a:lnTo>
                    <a:pt x="3476625" y="1261999"/>
                  </a:lnTo>
                  <a:lnTo>
                    <a:pt x="3472557" y="1307383"/>
                  </a:lnTo>
                  <a:lnTo>
                    <a:pt x="3460830" y="1350099"/>
                  </a:lnTo>
                  <a:lnTo>
                    <a:pt x="3442156" y="1389431"/>
                  </a:lnTo>
                  <a:lnTo>
                    <a:pt x="3417248" y="1424669"/>
                  </a:lnTo>
                  <a:lnTo>
                    <a:pt x="3386819" y="1455098"/>
                  </a:lnTo>
                  <a:lnTo>
                    <a:pt x="3351581" y="1480006"/>
                  </a:lnTo>
                  <a:lnTo>
                    <a:pt x="3312249" y="1498680"/>
                  </a:lnTo>
                  <a:lnTo>
                    <a:pt x="3269533" y="1510407"/>
                  </a:lnTo>
                  <a:lnTo>
                    <a:pt x="3224149" y="1514475"/>
                  </a:lnTo>
                  <a:lnTo>
                    <a:pt x="252349" y="1514475"/>
                  </a:lnTo>
                  <a:lnTo>
                    <a:pt x="206968" y="1510407"/>
                  </a:lnTo>
                  <a:lnTo>
                    <a:pt x="164265" y="1498680"/>
                  </a:lnTo>
                  <a:lnTo>
                    <a:pt x="124949" y="1480006"/>
                  </a:lnTo>
                  <a:lnTo>
                    <a:pt x="89731" y="1455098"/>
                  </a:lnTo>
                  <a:lnTo>
                    <a:pt x="59323" y="1424669"/>
                  </a:lnTo>
                  <a:lnTo>
                    <a:pt x="34435" y="1389431"/>
                  </a:lnTo>
                  <a:lnTo>
                    <a:pt x="15778" y="1350099"/>
                  </a:lnTo>
                  <a:lnTo>
                    <a:pt x="4063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4825" y="1285875"/>
              <a:ext cx="185737" cy="16239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71975" y="1323975"/>
              <a:ext cx="76200" cy="1514475"/>
            </a:xfrm>
            <a:custGeom>
              <a:avLst/>
              <a:gdLst/>
              <a:ahLst/>
              <a:cxnLst/>
              <a:rect l="l" t="t" r="r" b="b"/>
              <a:pathLst>
                <a:path w="76200" h="1514475">
                  <a:moveTo>
                    <a:pt x="76200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76200" y="15144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54296" y="1488122"/>
            <a:ext cx="22999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4" b="1">
                <a:solidFill>
                  <a:srgbClr val="122239"/>
                </a:solidFill>
                <a:latin typeface="Trebuchet MS"/>
                <a:cs typeface="Trebuchet MS"/>
              </a:rPr>
              <a:t>2.</a:t>
            </a:r>
            <a:r>
              <a:rPr dirty="0" sz="1500" spc="-15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40" b="1">
                <a:solidFill>
                  <a:srgbClr val="122239"/>
                </a:solidFill>
                <a:latin typeface="Trebuchet MS"/>
                <a:cs typeface="Trebuchet MS"/>
              </a:rPr>
              <a:t>Design</a:t>
            </a:r>
            <a:r>
              <a:rPr dirty="0" sz="1500" spc="-18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4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User</a:t>
            </a:r>
            <a:r>
              <a:rPr dirty="0" sz="1500" spc="-12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Experience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4296" y="1910036"/>
            <a:ext cx="2935605" cy="38735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Five-layer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architecture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plus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complete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UI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showcase.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48625" y="1285875"/>
            <a:ext cx="3557904" cy="1624330"/>
            <a:chOff x="8048625" y="1285875"/>
            <a:chExt cx="3557904" cy="162433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7162" y="1314241"/>
              <a:ext cx="3529150" cy="15861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10601" y="1328801"/>
              <a:ext cx="3467100" cy="1514475"/>
            </a:xfrm>
            <a:custGeom>
              <a:avLst/>
              <a:gdLst/>
              <a:ahLst/>
              <a:cxnLst/>
              <a:rect l="l" t="t" r="r" b="b"/>
              <a:pathLst>
                <a:path w="3467100" h="1514475">
                  <a:moveTo>
                    <a:pt x="3214624" y="0"/>
                  </a:moveTo>
                  <a:lnTo>
                    <a:pt x="252349" y="0"/>
                  </a:lnTo>
                  <a:lnTo>
                    <a:pt x="206968" y="4063"/>
                  </a:lnTo>
                  <a:lnTo>
                    <a:pt x="164265" y="15778"/>
                  </a:lnTo>
                  <a:lnTo>
                    <a:pt x="124949" y="34435"/>
                  </a:lnTo>
                  <a:lnTo>
                    <a:pt x="89731" y="59323"/>
                  </a:lnTo>
                  <a:lnTo>
                    <a:pt x="59323" y="89731"/>
                  </a:lnTo>
                  <a:lnTo>
                    <a:pt x="34435" y="124949"/>
                  </a:lnTo>
                  <a:lnTo>
                    <a:pt x="15778" y="164265"/>
                  </a:lnTo>
                  <a:lnTo>
                    <a:pt x="4063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3" y="1307383"/>
                  </a:lnTo>
                  <a:lnTo>
                    <a:pt x="15778" y="1350099"/>
                  </a:lnTo>
                  <a:lnTo>
                    <a:pt x="34435" y="1389431"/>
                  </a:lnTo>
                  <a:lnTo>
                    <a:pt x="59323" y="1424669"/>
                  </a:lnTo>
                  <a:lnTo>
                    <a:pt x="89731" y="1455098"/>
                  </a:lnTo>
                  <a:lnTo>
                    <a:pt x="124949" y="1480006"/>
                  </a:lnTo>
                  <a:lnTo>
                    <a:pt x="164265" y="1498680"/>
                  </a:lnTo>
                  <a:lnTo>
                    <a:pt x="206968" y="1510407"/>
                  </a:lnTo>
                  <a:lnTo>
                    <a:pt x="252349" y="1514475"/>
                  </a:lnTo>
                  <a:lnTo>
                    <a:pt x="3214624" y="1514475"/>
                  </a:lnTo>
                  <a:lnTo>
                    <a:pt x="3260008" y="1510407"/>
                  </a:lnTo>
                  <a:lnTo>
                    <a:pt x="3302724" y="1498680"/>
                  </a:lnTo>
                  <a:lnTo>
                    <a:pt x="3342056" y="1480006"/>
                  </a:lnTo>
                  <a:lnTo>
                    <a:pt x="3377294" y="1455098"/>
                  </a:lnTo>
                  <a:lnTo>
                    <a:pt x="3407723" y="1424669"/>
                  </a:lnTo>
                  <a:lnTo>
                    <a:pt x="3432631" y="1389431"/>
                  </a:lnTo>
                  <a:lnTo>
                    <a:pt x="3451305" y="1350099"/>
                  </a:lnTo>
                  <a:lnTo>
                    <a:pt x="3463032" y="1307383"/>
                  </a:lnTo>
                  <a:lnTo>
                    <a:pt x="3467100" y="1261999"/>
                  </a:lnTo>
                  <a:lnTo>
                    <a:pt x="3467100" y="252349"/>
                  </a:lnTo>
                  <a:lnTo>
                    <a:pt x="3463032" y="206968"/>
                  </a:lnTo>
                  <a:lnTo>
                    <a:pt x="3451305" y="164265"/>
                  </a:lnTo>
                  <a:lnTo>
                    <a:pt x="3432631" y="124949"/>
                  </a:lnTo>
                  <a:lnTo>
                    <a:pt x="3407723" y="89731"/>
                  </a:lnTo>
                  <a:lnTo>
                    <a:pt x="3377294" y="59323"/>
                  </a:lnTo>
                  <a:lnTo>
                    <a:pt x="3342056" y="34435"/>
                  </a:lnTo>
                  <a:lnTo>
                    <a:pt x="3302724" y="15778"/>
                  </a:lnTo>
                  <a:lnTo>
                    <a:pt x="3260008" y="4063"/>
                  </a:lnTo>
                  <a:lnTo>
                    <a:pt x="32146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110601" y="1328801"/>
              <a:ext cx="3467100" cy="1514475"/>
            </a:xfrm>
            <a:custGeom>
              <a:avLst/>
              <a:gdLst/>
              <a:ahLst/>
              <a:cxnLst/>
              <a:rect l="l" t="t" r="r" b="b"/>
              <a:pathLst>
                <a:path w="3467100" h="1514475">
                  <a:moveTo>
                    <a:pt x="0" y="252349"/>
                  </a:moveTo>
                  <a:lnTo>
                    <a:pt x="4063" y="206968"/>
                  </a:lnTo>
                  <a:lnTo>
                    <a:pt x="15778" y="164265"/>
                  </a:lnTo>
                  <a:lnTo>
                    <a:pt x="34435" y="124949"/>
                  </a:lnTo>
                  <a:lnTo>
                    <a:pt x="59323" y="89731"/>
                  </a:lnTo>
                  <a:lnTo>
                    <a:pt x="89731" y="59323"/>
                  </a:lnTo>
                  <a:lnTo>
                    <a:pt x="124949" y="34435"/>
                  </a:lnTo>
                  <a:lnTo>
                    <a:pt x="164265" y="15778"/>
                  </a:lnTo>
                  <a:lnTo>
                    <a:pt x="206968" y="4063"/>
                  </a:lnTo>
                  <a:lnTo>
                    <a:pt x="252349" y="0"/>
                  </a:lnTo>
                  <a:lnTo>
                    <a:pt x="3214624" y="0"/>
                  </a:lnTo>
                  <a:lnTo>
                    <a:pt x="3260008" y="4063"/>
                  </a:lnTo>
                  <a:lnTo>
                    <a:pt x="3302724" y="15778"/>
                  </a:lnTo>
                  <a:lnTo>
                    <a:pt x="3342056" y="34435"/>
                  </a:lnTo>
                  <a:lnTo>
                    <a:pt x="3377294" y="59323"/>
                  </a:lnTo>
                  <a:lnTo>
                    <a:pt x="3407723" y="89731"/>
                  </a:lnTo>
                  <a:lnTo>
                    <a:pt x="3432631" y="124949"/>
                  </a:lnTo>
                  <a:lnTo>
                    <a:pt x="3451305" y="164265"/>
                  </a:lnTo>
                  <a:lnTo>
                    <a:pt x="3463032" y="206968"/>
                  </a:lnTo>
                  <a:lnTo>
                    <a:pt x="3467100" y="252349"/>
                  </a:lnTo>
                  <a:lnTo>
                    <a:pt x="3467100" y="1261999"/>
                  </a:lnTo>
                  <a:lnTo>
                    <a:pt x="3463032" y="1307383"/>
                  </a:lnTo>
                  <a:lnTo>
                    <a:pt x="3451305" y="1350099"/>
                  </a:lnTo>
                  <a:lnTo>
                    <a:pt x="3432631" y="1389431"/>
                  </a:lnTo>
                  <a:lnTo>
                    <a:pt x="3407723" y="1424669"/>
                  </a:lnTo>
                  <a:lnTo>
                    <a:pt x="3377294" y="1455098"/>
                  </a:lnTo>
                  <a:lnTo>
                    <a:pt x="3342056" y="1480006"/>
                  </a:lnTo>
                  <a:lnTo>
                    <a:pt x="3302724" y="1498680"/>
                  </a:lnTo>
                  <a:lnTo>
                    <a:pt x="3260008" y="1510407"/>
                  </a:lnTo>
                  <a:lnTo>
                    <a:pt x="3214624" y="1514475"/>
                  </a:lnTo>
                  <a:lnTo>
                    <a:pt x="252349" y="1514475"/>
                  </a:lnTo>
                  <a:lnTo>
                    <a:pt x="206968" y="1510407"/>
                  </a:lnTo>
                  <a:lnTo>
                    <a:pt x="164265" y="1498680"/>
                  </a:lnTo>
                  <a:lnTo>
                    <a:pt x="124949" y="1480006"/>
                  </a:lnTo>
                  <a:lnTo>
                    <a:pt x="89731" y="1455098"/>
                  </a:lnTo>
                  <a:lnTo>
                    <a:pt x="59323" y="1424669"/>
                  </a:lnTo>
                  <a:lnTo>
                    <a:pt x="34435" y="1389431"/>
                  </a:lnTo>
                  <a:lnTo>
                    <a:pt x="15778" y="1350099"/>
                  </a:lnTo>
                  <a:lnTo>
                    <a:pt x="4063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8625" y="1285875"/>
              <a:ext cx="176212" cy="162394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05775" y="1323975"/>
              <a:ext cx="66675" cy="1514475"/>
            </a:xfrm>
            <a:custGeom>
              <a:avLst/>
              <a:gdLst/>
              <a:ahLst/>
              <a:cxnLst/>
              <a:rect l="l" t="t" r="r" b="b"/>
              <a:pathLst>
                <a:path w="66675" h="1514475">
                  <a:moveTo>
                    <a:pt x="66675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66675" y="15144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387968" y="1488122"/>
            <a:ext cx="14592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4" b="1">
                <a:solidFill>
                  <a:srgbClr val="122239"/>
                </a:solidFill>
                <a:latin typeface="Trebuchet MS"/>
                <a:cs typeface="Trebuchet MS"/>
              </a:rPr>
              <a:t>3.</a:t>
            </a:r>
            <a:r>
              <a:rPr dirty="0" sz="1500" spc="-16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35" b="1">
                <a:solidFill>
                  <a:srgbClr val="122239"/>
                </a:solidFill>
                <a:latin typeface="Trebuchet MS"/>
                <a:cs typeface="Trebuchet MS"/>
              </a:rPr>
              <a:t>System</a:t>
            </a:r>
            <a:r>
              <a:rPr dirty="0" sz="1500" spc="-14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Models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87968" y="1910036"/>
            <a:ext cx="2930525" cy="38735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Use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case,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DFD</a:t>
            </a:r>
            <a:r>
              <a:rPr dirty="0" sz="1100" spc="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Level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0/1/2,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sequence-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diagram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reference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ERD.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57450" y="3209925"/>
            <a:ext cx="7272655" cy="1614805"/>
            <a:chOff x="2457450" y="3209925"/>
            <a:chExt cx="7272655" cy="1614805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86006" y="3238415"/>
              <a:ext cx="7243862" cy="157646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519426" y="3252851"/>
              <a:ext cx="7181850" cy="1504950"/>
            </a:xfrm>
            <a:custGeom>
              <a:avLst/>
              <a:gdLst/>
              <a:ahLst/>
              <a:cxnLst/>
              <a:rect l="l" t="t" r="r" b="b"/>
              <a:pathLst>
                <a:path w="7181850" h="1504950">
                  <a:moveTo>
                    <a:pt x="6930898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6930898" y="1504950"/>
                  </a:lnTo>
                  <a:lnTo>
                    <a:pt x="6975996" y="1500905"/>
                  </a:lnTo>
                  <a:lnTo>
                    <a:pt x="7018447" y="1489245"/>
                  </a:lnTo>
                  <a:lnTo>
                    <a:pt x="7057540" y="1470678"/>
                  </a:lnTo>
                  <a:lnTo>
                    <a:pt x="7092566" y="1445916"/>
                  </a:lnTo>
                  <a:lnTo>
                    <a:pt x="7122816" y="1415666"/>
                  </a:lnTo>
                  <a:lnTo>
                    <a:pt x="7147578" y="1380640"/>
                  </a:lnTo>
                  <a:lnTo>
                    <a:pt x="7166145" y="1341547"/>
                  </a:lnTo>
                  <a:lnTo>
                    <a:pt x="7177805" y="1299096"/>
                  </a:lnTo>
                  <a:lnTo>
                    <a:pt x="7181850" y="1253998"/>
                  </a:lnTo>
                  <a:lnTo>
                    <a:pt x="7181850" y="250825"/>
                  </a:lnTo>
                  <a:lnTo>
                    <a:pt x="7177805" y="205730"/>
                  </a:lnTo>
                  <a:lnTo>
                    <a:pt x="7166145" y="163291"/>
                  </a:lnTo>
                  <a:lnTo>
                    <a:pt x="7147578" y="124215"/>
                  </a:lnTo>
                  <a:lnTo>
                    <a:pt x="7122816" y="89209"/>
                  </a:lnTo>
                  <a:lnTo>
                    <a:pt x="7092566" y="58980"/>
                  </a:lnTo>
                  <a:lnTo>
                    <a:pt x="7057540" y="34238"/>
                  </a:lnTo>
                  <a:lnTo>
                    <a:pt x="7018447" y="15688"/>
                  </a:lnTo>
                  <a:lnTo>
                    <a:pt x="6975996" y="4040"/>
                  </a:lnTo>
                  <a:lnTo>
                    <a:pt x="693089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519426" y="3252851"/>
              <a:ext cx="7181850" cy="1504950"/>
            </a:xfrm>
            <a:custGeom>
              <a:avLst/>
              <a:gdLst/>
              <a:ahLst/>
              <a:cxnLst/>
              <a:rect l="l" t="t" r="r" b="b"/>
              <a:pathLst>
                <a:path w="7181850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6930898" y="0"/>
                  </a:lnTo>
                  <a:lnTo>
                    <a:pt x="6975996" y="4040"/>
                  </a:lnTo>
                  <a:lnTo>
                    <a:pt x="7018447" y="15688"/>
                  </a:lnTo>
                  <a:lnTo>
                    <a:pt x="7057540" y="34238"/>
                  </a:lnTo>
                  <a:lnTo>
                    <a:pt x="7092566" y="58980"/>
                  </a:lnTo>
                  <a:lnTo>
                    <a:pt x="7122816" y="89209"/>
                  </a:lnTo>
                  <a:lnTo>
                    <a:pt x="7147578" y="124215"/>
                  </a:lnTo>
                  <a:lnTo>
                    <a:pt x="7166145" y="163291"/>
                  </a:lnTo>
                  <a:lnTo>
                    <a:pt x="7177805" y="205730"/>
                  </a:lnTo>
                  <a:lnTo>
                    <a:pt x="7181850" y="250825"/>
                  </a:lnTo>
                  <a:lnTo>
                    <a:pt x="7181850" y="1253998"/>
                  </a:lnTo>
                  <a:lnTo>
                    <a:pt x="7177805" y="1299096"/>
                  </a:lnTo>
                  <a:lnTo>
                    <a:pt x="7166145" y="1341547"/>
                  </a:lnTo>
                  <a:lnTo>
                    <a:pt x="7147578" y="1380640"/>
                  </a:lnTo>
                  <a:lnTo>
                    <a:pt x="7122816" y="1415666"/>
                  </a:lnTo>
                  <a:lnTo>
                    <a:pt x="7092566" y="1445916"/>
                  </a:lnTo>
                  <a:lnTo>
                    <a:pt x="7057540" y="1470678"/>
                  </a:lnTo>
                  <a:lnTo>
                    <a:pt x="7018447" y="1489245"/>
                  </a:lnTo>
                  <a:lnTo>
                    <a:pt x="6975996" y="1500905"/>
                  </a:lnTo>
                  <a:lnTo>
                    <a:pt x="6930898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7450" y="3209925"/>
              <a:ext cx="185737" cy="161442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514600" y="3248025"/>
              <a:ext cx="76200" cy="1504950"/>
            </a:xfrm>
            <a:custGeom>
              <a:avLst/>
              <a:gdLst/>
              <a:ahLst/>
              <a:cxnLst/>
              <a:rect l="l" t="t" r="r" b="b"/>
              <a:pathLst>
                <a:path w="76200" h="1504950">
                  <a:moveTo>
                    <a:pt x="762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76200" y="1504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796539" y="3411473"/>
            <a:ext cx="5544820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4" b="1">
                <a:solidFill>
                  <a:srgbClr val="122239"/>
                </a:solidFill>
                <a:latin typeface="Trebuchet MS"/>
                <a:cs typeface="Trebuchet MS"/>
              </a:rPr>
              <a:t>4.</a:t>
            </a:r>
            <a:r>
              <a:rPr dirty="0" sz="1500" spc="-15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Privacy</a:t>
            </a:r>
            <a:r>
              <a:rPr dirty="0" sz="1500" spc="-9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4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Delivery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protection,</a:t>
            </a:r>
            <a:r>
              <a:rPr dirty="0" sz="1100" spc="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Agile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methodology,</a:t>
            </a:r>
            <a:r>
              <a:rPr dirty="0" sz="1100" spc="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testing,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implementation, feedback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conclusion.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0" name="object 40"/>
          <p:cNvSpPr txBox="1"/>
          <p:nvPr/>
        </p:nvSpPr>
        <p:spPr>
          <a:xfrm>
            <a:off x="609600" y="6604679"/>
            <a:ext cx="1407795" cy="1536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Presenter:</a:t>
            </a:r>
            <a:r>
              <a:rPr dirty="0" sz="800" spc="-45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All</a:t>
            </a:r>
            <a:r>
              <a:rPr dirty="0" sz="800" spc="-15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group</a:t>
            </a:r>
            <a:r>
              <a:rPr dirty="0" sz="800" spc="7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F6973"/>
                </a:solidFill>
                <a:latin typeface="Tahoma"/>
                <a:cs typeface="Tahoma"/>
              </a:rPr>
              <a:t>members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20"/>
              <a:t>Problem</a:t>
            </a:r>
            <a:r>
              <a:rPr dirty="0" spc="-280"/>
              <a:t> </a:t>
            </a:r>
            <a:r>
              <a:rPr dirty="0" spc="-125"/>
              <a:t>Statement</a:t>
            </a:r>
            <a:r>
              <a:rPr dirty="0" spc="-250"/>
              <a:t> </a:t>
            </a:r>
            <a:r>
              <a:rPr dirty="0" spc="600"/>
              <a:t>s</a:t>
            </a:r>
            <a:r>
              <a:rPr dirty="0" spc="-220"/>
              <a:t> </a:t>
            </a:r>
            <a:r>
              <a:rPr dirty="0" spc="-10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0101" y="353440"/>
            <a:ext cx="1086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" b="1">
                <a:solidFill>
                  <a:srgbClr val="008F95"/>
                </a:solidFill>
                <a:latin typeface="Trebuchet MS"/>
                <a:cs typeface="Trebuchet MS"/>
              </a:rPr>
              <a:t>BUSINESS</a:t>
            </a:r>
            <a:r>
              <a:rPr dirty="0" sz="900" spc="14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CONTEXT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3304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Why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clinic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needs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centralized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digital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solution.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20320">
              <a:lnSpc>
                <a:spcPct val="100800"/>
              </a:lnSpc>
              <a:spcBef>
                <a:spcPts val="85"/>
              </a:spcBef>
            </a:pPr>
            <a:r>
              <a:rPr dirty="0"/>
              <a:t>Current</a:t>
            </a:r>
            <a:r>
              <a:rPr dirty="0" spc="-225"/>
              <a:t> </a:t>
            </a:r>
            <a:r>
              <a:rPr dirty="0"/>
              <a:t>prescription</a:t>
            </a:r>
            <a:r>
              <a:rPr dirty="0" spc="-180"/>
              <a:t> </a:t>
            </a:r>
            <a:r>
              <a:rPr dirty="0" spc="-10"/>
              <a:t>and</a:t>
            </a:r>
            <a:r>
              <a:rPr dirty="0" spc="-120"/>
              <a:t> </a:t>
            </a:r>
            <a:r>
              <a:rPr dirty="0"/>
              <a:t>medication</a:t>
            </a:r>
            <a:r>
              <a:rPr dirty="0" spc="-180"/>
              <a:t> </a:t>
            </a:r>
            <a:r>
              <a:rPr dirty="0"/>
              <a:t>records</a:t>
            </a:r>
            <a:r>
              <a:rPr dirty="0" spc="-135"/>
              <a:t> </a:t>
            </a:r>
            <a:r>
              <a:rPr dirty="0" spc="-45"/>
              <a:t>are</a:t>
            </a:r>
            <a:r>
              <a:rPr dirty="0" spc="-135"/>
              <a:t> </a:t>
            </a:r>
            <a:r>
              <a:rPr dirty="0" spc="-50"/>
              <a:t>largely</a:t>
            </a:r>
            <a:r>
              <a:rPr dirty="0" spc="-155"/>
              <a:t> </a:t>
            </a:r>
            <a:r>
              <a:rPr dirty="0" spc="-10"/>
              <a:t>paper-based.</a:t>
            </a:r>
          </a:p>
          <a:p>
            <a:pPr marL="12700" marR="5080">
              <a:lnSpc>
                <a:spcPct val="100800"/>
              </a:lnSpc>
              <a:spcBef>
                <a:spcPts val="675"/>
              </a:spcBef>
            </a:pPr>
            <a:r>
              <a:rPr dirty="0"/>
              <a:t>Manual</a:t>
            </a:r>
            <a:r>
              <a:rPr dirty="0" spc="-165"/>
              <a:t> </a:t>
            </a:r>
            <a:r>
              <a:rPr dirty="0"/>
              <a:t>processing</a:t>
            </a:r>
            <a:r>
              <a:rPr dirty="0" spc="-114"/>
              <a:t> </a:t>
            </a:r>
            <a:r>
              <a:rPr dirty="0"/>
              <a:t>is</a:t>
            </a:r>
            <a:r>
              <a:rPr dirty="0" spc="-120"/>
              <a:t> </a:t>
            </a:r>
            <a:r>
              <a:rPr dirty="0" spc="-10"/>
              <a:t>time-</a:t>
            </a:r>
            <a:r>
              <a:rPr dirty="0"/>
              <a:t>consuming</a:t>
            </a:r>
            <a:r>
              <a:rPr dirty="0" spc="-114"/>
              <a:t> </a:t>
            </a:r>
            <a:r>
              <a:rPr dirty="0" spc="-10"/>
              <a:t>and</a:t>
            </a:r>
            <a:r>
              <a:rPr dirty="0" spc="-185"/>
              <a:t> </a:t>
            </a:r>
            <a:r>
              <a:rPr dirty="0"/>
              <a:t>can</a:t>
            </a:r>
            <a:r>
              <a:rPr dirty="0" spc="-165"/>
              <a:t> </a:t>
            </a:r>
            <a:r>
              <a:rPr dirty="0"/>
              <a:t>introduce</a:t>
            </a:r>
            <a:r>
              <a:rPr dirty="0" spc="-200"/>
              <a:t> </a:t>
            </a:r>
            <a:r>
              <a:rPr dirty="0" spc="-10"/>
              <a:t>data-</a:t>
            </a:r>
            <a:r>
              <a:rPr dirty="0" spc="-40"/>
              <a:t>entry</a:t>
            </a:r>
            <a:r>
              <a:rPr dirty="0" spc="-155"/>
              <a:t> </a:t>
            </a:r>
            <a:r>
              <a:rPr dirty="0" spc="-10"/>
              <a:t>errors.</a:t>
            </a:r>
          </a:p>
          <a:p>
            <a:pPr marL="12700" marR="509270">
              <a:lnSpc>
                <a:spcPct val="100800"/>
              </a:lnSpc>
              <a:spcBef>
                <a:spcPts val="680"/>
              </a:spcBef>
            </a:pPr>
            <a:r>
              <a:rPr dirty="0" spc="-25"/>
              <a:t>Paper</a:t>
            </a:r>
            <a:r>
              <a:rPr dirty="0" spc="-125"/>
              <a:t> </a:t>
            </a:r>
            <a:r>
              <a:rPr dirty="0"/>
              <a:t>records</a:t>
            </a:r>
            <a:r>
              <a:rPr dirty="0" spc="-95"/>
              <a:t> </a:t>
            </a:r>
            <a:r>
              <a:rPr dirty="0" spc="-35"/>
              <a:t>provide</a:t>
            </a:r>
            <a:r>
              <a:rPr dirty="0" spc="-175"/>
              <a:t> </a:t>
            </a:r>
            <a:r>
              <a:rPr dirty="0"/>
              <a:t>limited</a:t>
            </a:r>
            <a:r>
              <a:rPr dirty="0" spc="-160"/>
              <a:t> </a:t>
            </a:r>
            <a:r>
              <a:rPr dirty="0" spc="-25"/>
              <a:t>security,</a:t>
            </a:r>
            <a:r>
              <a:rPr dirty="0" spc="-110"/>
              <a:t> </a:t>
            </a:r>
            <a:r>
              <a:rPr dirty="0"/>
              <a:t>accountability</a:t>
            </a:r>
            <a:r>
              <a:rPr dirty="0" spc="-110"/>
              <a:t> </a:t>
            </a:r>
            <a:r>
              <a:rPr dirty="0" spc="-25"/>
              <a:t>and </a:t>
            </a:r>
            <a:r>
              <a:rPr dirty="0" spc="-10"/>
              <a:t>monitoring.</a:t>
            </a:r>
          </a:p>
          <a:p>
            <a:pPr marL="12700" marR="66040">
              <a:lnSpc>
                <a:spcPct val="100800"/>
              </a:lnSpc>
              <a:spcBef>
                <a:spcPts val="675"/>
              </a:spcBef>
            </a:pPr>
            <a:r>
              <a:rPr dirty="0"/>
              <a:t>Prescription,</a:t>
            </a:r>
            <a:r>
              <a:rPr dirty="0" spc="-150"/>
              <a:t> </a:t>
            </a:r>
            <a:r>
              <a:rPr dirty="0"/>
              <a:t>dispensing</a:t>
            </a:r>
            <a:r>
              <a:rPr dirty="0" spc="-204"/>
              <a:t> </a:t>
            </a:r>
            <a:r>
              <a:rPr dirty="0" spc="-10"/>
              <a:t>and</a:t>
            </a:r>
            <a:r>
              <a:rPr dirty="0" spc="-190"/>
              <a:t> </a:t>
            </a:r>
            <a:r>
              <a:rPr dirty="0" spc="-35"/>
              <a:t>inventory</a:t>
            </a:r>
            <a:r>
              <a:rPr dirty="0" spc="-225"/>
              <a:t> </a:t>
            </a:r>
            <a:r>
              <a:rPr dirty="0"/>
              <a:t>activities</a:t>
            </a:r>
            <a:r>
              <a:rPr dirty="0" spc="-130"/>
              <a:t> </a:t>
            </a:r>
            <a:r>
              <a:rPr dirty="0" spc="-45"/>
              <a:t>are</a:t>
            </a:r>
            <a:r>
              <a:rPr dirty="0" spc="-130"/>
              <a:t> </a:t>
            </a:r>
            <a:r>
              <a:rPr dirty="0"/>
              <a:t>difficult</a:t>
            </a:r>
            <a:r>
              <a:rPr dirty="0" spc="-135"/>
              <a:t> </a:t>
            </a:r>
            <a:r>
              <a:rPr dirty="0" spc="-25"/>
              <a:t>to </a:t>
            </a:r>
            <a:r>
              <a:rPr dirty="0" spc="-10"/>
              <a:t>coordinate</a:t>
            </a:r>
            <a:r>
              <a:rPr dirty="0" spc="-25"/>
              <a:t> </a:t>
            </a:r>
            <a:r>
              <a:rPr dirty="0"/>
              <a:t>across</a:t>
            </a:r>
            <a:r>
              <a:rPr dirty="0" spc="-125"/>
              <a:t> </a:t>
            </a:r>
            <a:r>
              <a:rPr dirty="0" spc="-10"/>
              <a:t>roles.</a:t>
            </a:r>
          </a:p>
          <a:p>
            <a:pPr marL="12700" marR="220345">
              <a:lnSpc>
                <a:spcPct val="100899"/>
              </a:lnSpc>
              <a:spcBef>
                <a:spcPts val="675"/>
              </a:spcBef>
            </a:pPr>
            <a:r>
              <a:rPr dirty="0" spc="-70"/>
              <a:t>The</a:t>
            </a:r>
            <a:r>
              <a:rPr dirty="0" spc="-215"/>
              <a:t> </a:t>
            </a:r>
            <a:r>
              <a:rPr dirty="0"/>
              <a:t>proposed</a:t>
            </a:r>
            <a:r>
              <a:rPr dirty="0" spc="-195"/>
              <a:t> </a:t>
            </a:r>
            <a:r>
              <a:rPr dirty="0" spc="-20"/>
              <a:t>DPMTMS</a:t>
            </a:r>
            <a:r>
              <a:rPr dirty="0" spc="-204"/>
              <a:t> </a:t>
            </a:r>
            <a:r>
              <a:rPr dirty="0"/>
              <a:t>centralizes</a:t>
            </a:r>
            <a:r>
              <a:rPr dirty="0" spc="-135"/>
              <a:t> </a:t>
            </a:r>
            <a:r>
              <a:rPr dirty="0"/>
              <a:t>prescription,</a:t>
            </a:r>
            <a:r>
              <a:rPr dirty="0" spc="-229"/>
              <a:t> </a:t>
            </a:r>
            <a:r>
              <a:rPr dirty="0" spc="-10"/>
              <a:t>medication, </a:t>
            </a:r>
            <a:r>
              <a:rPr dirty="0" spc="-60"/>
              <a:t>inventory,</a:t>
            </a:r>
            <a:r>
              <a:rPr dirty="0" spc="-110"/>
              <a:t> </a:t>
            </a:r>
            <a:r>
              <a:rPr dirty="0"/>
              <a:t>notifications</a:t>
            </a:r>
            <a:r>
              <a:rPr dirty="0" spc="-170"/>
              <a:t> </a:t>
            </a:r>
            <a:r>
              <a:rPr dirty="0" spc="-10"/>
              <a:t>and</a:t>
            </a:r>
            <a:r>
              <a:rPr dirty="0" spc="-70"/>
              <a:t> </a:t>
            </a:r>
            <a:r>
              <a:rPr dirty="0" spc="-10"/>
              <a:t>records.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7581900" y="1561972"/>
            <a:ext cx="3653154" cy="2033905"/>
            <a:chOff x="7581900" y="1561972"/>
            <a:chExt cx="3653154" cy="203390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0438" y="1590482"/>
              <a:ext cx="3624398" cy="19956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43876" y="1605025"/>
              <a:ext cx="3562350" cy="1924050"/>
            </a:xfrm>
            <a:custGeom>
              <a:avLst/>
              <a:gdLst/>
              <a:ahLst/>
              <a:cxnLst/>
              <a:rect l="l" t="t" r="r" b="b"/>
              <a:pathLst>
                <a:path w="3562350" h="1924050">
                  <a:moveTo>
                    <a:pt x="3241548" y="0"/>
                  </a:moveTo>
                  <a:lnTo>
                    <a:pt x="320675" y="0"/>
                  </a:lnTo>
                  <a:lnTo>
                    <a:pt x="273274" y="3475"/>
                  </a:lnTo>
                  <a:lnTo>
                    <a:pt x="228037" y="13572"/>
                  </a:lnTo>
                  <a:lnTo>
                    <a:pt x="185460" y="29794"/>
                  </a:lnTo>
                  <a:lnTo>
                    <a:pt x="146037" y="51647"/>
                  </a:lnTo>
                  <a:lnTo>
                    <a:pt x="110263" y="78635"/>
                  </a:lnTo>
                  <a:lnTo>
                    <a:pt x="78635" y="110263"/>
                  </a:lnTo>
                  <a:lnTo>
                    <a:pt x="51647" y="146037"/>
                  </a:lnTo>
                  <a:lnTo>
                    <a:pt x="29794" y="185460"/>
                  </a:lnTo>
                  <a:lnTo>
                    <a:pt x="13572" y="228037"/>
                  </a:lnTo>
                  <a:lnTo>
                    <a:pt x="3475" y="273274"/>
                  </a:lnTo>
                  <a:lnTo>
                    <a:pt x="0" y="320675"/>
                  </a:lnTo>
                  <a:lnTo>
                    <a:pt x="0" y="1603248"/>
                  </a:lnTo>
                  <a:lnTo>
                    <a:pt x="3475" y="1650648"/>
                  </a:lnTo>
                  <a:lnTo>
                    <a:pt x="13572" y="1695885"/>
                  </a:lnTo>
                  <a:lnTo>
                    <a:pt x="29794" y="1738462"/>
                  </a:lnTo>
                  <a:lnTo>
                    <a:pt x="51647" y="1777885"/>
                  </a:lnTo>
                  <a:lnTo>
                    <a:pt x="78635" y="1813659"/>
                  </a:lnTo>
                  <a:lnTo>
                    <a:pt x="110263" y="1845287"/>
                  </a:lnTo>
                  <a:lnTo>
                    <a:pt x="146037" y="1872275"/>
                  </a:lnTo>
                  <a:lnTo>
                    <a:pt x="185460" y="1894128"/>
                  </a:lnTo>
                  <a:lnTo>
                    <a:pt x="228037" y="1910350"/>
                  </a:lnTo>
                  <a:lnTo>
                    <a:pt x="273274" y="1920447"/>
                  </a:lnTo>
                  <a:lnTo>
                    <a:pt x="320675" y="1923923"/>
                  </a:lnTo>
                  <a:lnTo>
                    <a:pt x="3241548" y="1923923"/>
                  </a:lnTo>
                  <a:lnTo>
                    <a:pt x="3288951" y="1920447"/>
                  </a:lnTo>
                  <a:lnTo>
                    <a:pt x="3334196" y="1910350"/>
                  </a:lnTo>
                  <a:lnTo>
                    <a:pt x="3376786" y="1894128"/>
                  </a:lnTo>
                  <a:lnTo>
                    <a:pt x="3416224" y="1872275"/>
                  </a:lnTo>
                  <a:lnTo>
                    <a:pt x="3452014" y="1845287"/>
                  </a:lnTo>
                  <a:lnTo>
                    <a:pt x="3483659" y="1813659"/>
                  </a:lnTo>
                  <a:lnTo>
                    <a:pt x="3510664" y="1777885"/>
                  </a:lnTo>
                  <a:lnTo>
                    <a:pt x="3532532" y="1738462"/>
                  </a:lnTo>
                  <a:lnTo>
                    <a:pt x="3548766" y="1695885"/>
                  </a:lnTo>
                  <a:lnTo>
                    <a:pt x="3558871" y="1650648"/>
                  </a:lnTo>
                  <a:lnTo>
                    <a:pt x="3562350" y="1603248"/>
                  </a:lnTo>
                  <a:lnTo>
                    <a:pt x="3562350" y="320675"/>
                  </a:lnTo>
                  <a:lnTo>
                    <a:pt x="3558871" y="273274"/>
                  </a:lnTo>
                  <a:lnTo>
                    <a:pt x="3548766" y="228037"/>
                  </a:lnTo>
                  <a:lnTo>
                    <a:pt x="3532532" y="185460"/>
                  </a:lnTo>
                  <a:lnTo>
                    <a:pt x="3510664" y="146037"/>
                  </a:lnTo>
                  <a:lnTo>
                    <a:pt x="3483659" y="110263"/>
                  </a:lnTo>
                  <a:lnTo>
                    <a:pt x="3452014" y="78635"/>
                  </a:lnTo>
                  <a:lnTo>
                    <a:pt x="3416224" y="51647"/>
                  </a:lnTo>
                  <a:lnTo>
                    <a:pt x="3376786" y="29794"/>
                  </a:lnTo>
                  <a:lnTo>
                    <a:pt x="3334196" y="13572"/>
                  </a:lnTo>
                  <a:lnTo>
                    <a:pt x="3288951" y="3475"/>
                  </a:lnTo>
                  <a:lnTo>
                    <a:pt x="32415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643876" y="1605025"/>
              <a:ext cx="3562350" cy="1924050"/>
            </a:xfrm>
            <a:custGeom>
              <a:avLst/>
              <a:gdLst/>
              <a:ahLst/>
              <a:cxnLst/>
              <a:rect l="l" t="t" r="r" b="b"/>
              <a:pathLst>
                <a:path w="3562350" h="1924050">
                  <a:moveTo>
                    <a:pt x="0" y="320675"/>
                  </a:moveTo>
                  <a:lnTo>
                    <a:pt x="3475" y="273274"/>
                  </a:lnTo>
                  <a:lnTo>
                    <a:pt x="13572" y="228037"/>
                  </a:lnTo>
                  <a:lnTo>
                    <a:pt x="29794" y="185460"/>
                  </a:lnTo>
                  <a:lnTo>
                    <a:pt x="51647" y="146037"/>
                  </a:lnTo>
                  <a:lnTo>
                    <a:pt x="78635" y="110263"/>
                  </a:lnTo>
                  <a:lnTo>
                    <a:pt x="110263" y="78635"/>
                  </a:lnTo>
                  <a:lnTo>
                    <a:pt x="146037" y="51647"/>
                  </a:lnTo>
                  <a:lnTo>
                    <a:pt x="185460" y="29794"/>
                  </a:lnTo>
                  <a:lnTo>
                    <a:pt x="228037" y="13572"/>
                  </a:lnTo>
                  <a:lnTo>
                    <a:pt x="273274" y="3475"/>
                  </a:lnTo>
                  <a:lnTo>
                    <a:pt x="320675" y="0"/>
                  </a:lnTo>
                  <a:lnTo>
                    <a:pt x="3241548" y="0"/>
                  </a:lnTo>
                  <a:lnTo>
                    <a:pt x="3288951" y="3475"/>
                  </a:lnTo>
                  <a:lnTo>
                    <a:pt x="3334196" y="13572"/>
                  </a:lnTo>
                  <a:lnTo>
                    <a:pt x="3376786" y="29794"/>
                  </a:lnTo>
                  <a:lnTo>
                    <a:pt x="3416224" y="51647"/>
                  </a:lnTo>
                  <a:lnTo>
                    <a:pt x="3452014" y="78635"/>
                  </a:lnTo>
                  <a:lnTo>
                    <a:pt x="3483659" y="110263"/>
                  </a:lnTo>
                  <a:lnTo>
                    <a:pt x="3510664" y="146037"/>
                  </a:lnTo>
                  <a:lnTo>
                    <a:pt x="3532532" y="185460"/>
                  </a:lnTo>
                  <a:lnTo>
                    <a:pt x="3548766" y="228037"/>
                  </a:lnTo>
                  <a:lnTo>
                    <a:pt x="3558871" y="273274"/>
                  </a:lnTo>
                  <a:lnTo>
                    <a:pt x="3562350" y="320675"/>
                  </a:lnTo>
                  <a:lnTo>
                    <a:pt x="3562350" y="1603248"/>
                  </a:lnTo>
                  <a:lnTo>
                    <a:pt x="3558871" y="1650648"/>
                  </a:lnTo>
                  <a:lnTo>
                    <a:pt x="3548766" y="1695885"/>
                  </a:lnTo>
                  <a:lnTo>
                    <a:pt x="3532532" y="1738462"/>
                  </a:lnTo>
                  <a:lnTo>
                    <a:pt x="3510664" y="1777885"/>
                  </a:lnTo>
                  <a:lnTo>
                    <a:pt x="3483659" y="1813659"/>
                  </a:lnTo>
                  <a:lnTo>
                    <a:pt x="3452014" y="1845287"/>
                  </a:lnTo>
                  <a:lnTo>
                    <a:pt x="3416224" y="1872275"/>
                  </a:lnTo>
                  <a:lnTo>
                    <a:pt x="3376786" y="1894128"/>
                  </a:lnTo>
                  <a:lnTo>
                    <a:pt x="3334196" y="1910350"/>
                  </a:lnTo>
                  <a:lnTo>
                    <a:pt x="3288951" y="1920447"/>
                  </a:lnTo>
                  <a:lnTo>
                    <a:pt x="3241548" y="1923923"/>
                  </a:lnTo>
                  <a:lnTo>
                    <a:pt x="320675" y="1923923"/>
                  </a:lnTo>
                  <a:lnTo>
                    <a:pt x="273274" y="1920447"/>
                  </a:lnTo>
                  <a:lnTo>
                    <a:pt x="228037" y="1910350"/>
                  </a:lnTo>
                  <a:lnTo>
                    <a:pt x="185460" y="1894128"/>
                  </a:lnTo>
                  <a:lnTo>
                    <a:pt x="146037" y="1872275"/>
                  </a:lnTo>
                  <a:lnTo>
                    <a:pt x="110263" y="1845287"/>
                  </a:lnTo>
                  <a:lnTo>
                    <a:pt x="78635" y="1813659"/>
                  </a:lnTo>
                  <a:lnTo>
                    <a:pt x="51647" y="1777885"/>
                  </a:lnTo>
                  <a:lnTo>
                    <a:pt x="29794" y="1738462"/>
                  </a:lnTo>
                  <a:lnTo>
                    <a:pt x="13572" y="1695885"/>
                  </a:lnTo>
                  <a:lnTo>
                    <a:pt x="3475" y="1650648"/>
                  </a:lnTo>
                  <a:lnTo>
                    <a:pt x="0" y="1603248"/>
                  </a:lnTo>
                  <a:lnTo>
                    <a:pt x="0" y="3206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1900" y="1561972"/>
              <a:ext cx="176212" cy="20336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639050" y="1600199"/>
              <a:ext cx="66675" cy="1924050"/>
            </a:xfrm>
            <a:custGeom>
              <a:avLst/>
              <a:gdLst/>
              <a:ahLst/>
              <a:cxnLst/>
              <a:rect l="l" t="t" r="r" b="b"/>
              <a:pathLst>
                <a:path w="66675" h="1924050">
                  <a:moveTo>
                    <a:pt x="66675" y="0"/>
                  </a:moveTo>
                  <a:lnTo>
                    <a:pt x="0" y="0"/>
                  </a:lnTo>
                  <a:lnTo>
                    <a:pt x="0" y="1924050"/>
                  </a:lnTo>
                  <a:lnTo>
                    <a:pt x="66675" y="19240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921243" y="1762823"/>
            <a:ext cx="2854960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5" b="1">
                <a:solidFill>
                  <a:srgbClr val="122239"/>
                </a:solidFill>
                <a:latin typeface="Trebuchet MS"/>
                <a:cs typeface="Trebuchet MS"/>
              </a:rPr>
              <a:t>Target</a:t>
            </a:r>
            <a:r>
              <a:rPr dirty="0" sz="1500" spc="-17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outcome</a:t>
            </a:r>
            <a:endParaRPr sz="1500">
              <a:latin typeface="Trebuchet MS"/>
              <a:cs typeface="Trebuchet MS"/>
            </a:endParaRPr>
          </a:p>
          <a:p>
            <a:pPr algn="just" marL="12700" marR="5080">
              <a:lnSpc>
                <a:spcPct val="105200"/>
              </a:lnSpc>
              <a:spcBef>
                <a:spcPts val="1550"/>
              </a:spcBef>
            </a:pP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Improve</a:t>
            </a:r>
            <a:r>
              <a:rPr dirty="0" sz="1100" spc="2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accuracy,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security,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accessibility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operational</a:t>
            </a:r>
            <a:r>
              <a:rPr dirty="0" sz="1100" spc="1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efficiency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while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reducing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manual workload.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81900" y="3714750"/>
            <a:ext cx="3653154" cy="1338580"/>
            <a:chOff x="7581900" y="3714750"/>
            <a:chExt cx="3653154" cy="133858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10438" y="3743223"/>
              <a:ext cx="3624398" cy="130026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643876" y="3757676"/>
              <a:ext cx="3562350" cy="1228725"/>
            </a:xfrm>
            <a:custGeom>
              <a:avLst/>
              <a:gdLst/>
              <a:ahLst/>
              <a:cxnLst/>
              <a:rect l="l" t="t" r="r" b="b"/>
              <a:pathLst>
                <a:path w="3562350" h="1228725">
                  <a:moveTo>
                    <a:pt x="3357499" y="0"/>
                  </a:moveTo>
                  <a:lnTo>
                    <a:pt x="204724" y="0"/>
                  </a:lnTo>
                  <a:lnTo>
                    <a:pt x="157753" y="5402"/>
                  </a:lnTo>
                  <a:lnTo>
                    <a:pt x="114651" y="20792"/>
                  </a:lnTo>
                  <a:lnTo>
                    <a:pt x="76641" y="44946"/>
                  </a:lnTo>
                  <a:lnTo>
                    <a:pt x="44946" y="76641"/>
                  </a:lnTo>
                  <a:lnTo>
                    <a:pt x="20792" y="114651"/>
                  </a:lnTo>
                  <a:lnTo>
                    <a:pt x="5402" y="157753"/>
                  </a:lnTo>
                  <a:lnTo>
                    <a:pt x="0" y="204724"/>
                  </a:lnTo>
                  <a:lnTo>
                    <a:pt x="0" y="1023874"/>
                  </a:lnTo>
                  <a:lnTo>
                    <a:pt x="5402" y="1070851"/>
                  </a:lnTo>
                  <a:lnTo>
                    <a:pt x="20792" y="1113971"/>
                  </a:lnTo>
                  <a:lnTo>
                    <a:pt x="44946" y="1152006"/>
                  </a:lnTo>
                  <a:lnTo>
                    <a:pt x="76641" y="1183728"/>
                  </a:lnTo>
                  <a:lnTo>
                    <a:pt x="114651" y="1207907"/>
                  </a:lnTo>
                  <a:lnTo>
                    <a:pt x="157753" y="1223315"/>
                  </a:lnTo>
                  <a:lnTo>
                    <a:pt x="204724" y="1228725"/>
                  </a:lnTo>
                  <a:lnTo>
                    <a:pt x="3357499" y="1228725"/>
                  </a:lnTo>
                  <a:lnTo>
                    <a:pt x="3404476" y="1223315"/>
                  </a:lnTo>
                  <a:lnTo>
                    <a:pt x="3447596" y="1207907"/>
                  </a:lnTo>
                  <a:lnTo>
                    <a:pt x="3485631" y="1183728"/>
                  </a:lnTo>
                  <a:lnTo>
                    <a:pt x="3517353" y="1152006"/>
                  </a:lnTo>
                  <a:lnTo>
                    <a:pt x="3541532" y="1113971"/>
                  </a:lnTo>
                  <a:lnTo>
                    <a:pt x="3556940" y="1070851"/>
                  </a:lnTo>
                  <a:lnTo>
                    <a:pt x="3562350" y="1023874"/>
                  </a:lnTo>
                  <a:lnTo>
                    <a:pt x="3562350" y="204724"/>
                  </a:lnTo>
                  <a:lnTo>
                    <a:pt x="3556940" y="157753"/>
                  </a:lnTo>
                  <a:lnTo>
                    <a:pt x="3541532" y="114651"/>
                  </a:lnTo>
                  <a:lnTo>
                    <a:pt x="3517353" y="76641"/>
                  </a:lnTo>
                  <a:lnTo>
                    <a:pt x="3485631" y="44946"/>
                  </a:lnTo>
                  <a:lnTo>
                    <a:pt x="3447596" y="20792"/>
                  </a:lnTo>
                  <a:lnTo>
                    <a:pt x="3404476" y="5402"/>
                  </a:lnTo>
                  <a:lnTo>
                    <a:pt x="335749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643876" y="3757676"/>
              <a:ext cx="3562350" cy="1228725"/>
            </a:xfrm>
            <a:custGeom>
              <a:avLst/>
              <a:gdLst/>
              <a:ahLst/>
              <a:cxnLst/>
              <a:rect l="l" t="t" r="r" b="b"/>
              <a:pathLst>
                <a:path w="3562350" h="1228725">
                  <a:moveTo>
                    <a:pt x="0" y="204724"/>
                  </a:moveTo>
                  <a:lnTo>
                    <a:pt x="5402" y="157753"/>
                  </a:lnTo>
                  <a:lnTo>
                    <a:pt x="20792" y="114651"/>
                  </a:lnTo>
                  <a:lnTo>
                    <a:pt x="44946" y="76641"/>
                  </a:lnTo>
                  <a:lnTo>
                    <a:pt x="76641" y="44946"/>
                  </a:lnTo>
                  <a:lnTo>
                    <a:pt x="114651" y="20792"/>
                  </a:lnTo>
                  <a:lnTo>
                    <a:pt x="157753" y="5402"/>
                  </a:lnTo>
                  <a:lnTo>
                    <a:pt x="204724" y="0"/>
                  </a:lnTo>
                  <a:lnTo>
                    <a:pt x="3357499" y="0"/>
                  </a:lnTo>
                  <a:lnTo>
                    <a:pt x="3404476" y="5402"/>
                  </a:lnTo>
                  <a:lnTo>
                    <a:pt x="3447596" y="20792"/>
                  </a:lnTo>
                  <a:lnTo>
                    <a:pt x="3485631" y="44946"/>
                  </a:lnTo>
                  <a:lnTo>
                    <a:pt x="3517353" y="76641"/>
                  </a:lnTo>
                  <a:lnTo>
                    <a:pt x="3541532" y="114651"/>
                  </a:lnTo>
                  <a:lnTo>
                    <a:pt x="3556940" y="157753"/>
                  </a:lnTo>
                  <a:lnTo>
                    <a:pt x="3562350" y="204724"/>
                  </a:lnTo>
                  <a:lnTo>
                    <a:pt x="3562350" y="1023874"/>
                  </a:lnTo>
                  <a:lnTo>
                    <a:pt x="3556940" y="1070851"/>
                  </a:lnTo>
                  <a:lnTo>
                    <a:pt x="3541532" y="1113971"/>
                  </a:lnTo>
                  <a:lnTo>
                    <a:pt x="3517353" y="1152006"/>
                  </a:lnTo>
                  <a:lnTo>
                    <a:pt x="3485631" y="1183728"/>
                  </a:lnTo>
                  <a:lnTo>
                    <a:pt x="3447596" y="1207907"/>
                  </a:lnTo>
                  <a:lnTo>
                    <a:pt x="3404476" y="1223315"/>
                  </a:lnTo>
                  <a:lnTo>
                    <a:pt x="3357499" y="1228725"/>
                  </a:lnTo>
                  <a:lnTo>
                    <a:pt x="204724" y="1228725"/>
                  </a:lnTo>
                  <a:lnTo>
                    <a:pt x="157753" y="1223315"/>
                  </a:lnTo>
                  <a:lnTo>
                    <a:pt x="114651" y="1207907"/>
                  </a:lnTo>
                  <a:lnTo>
                    <a:pt x="76641" y="1183728"/>
                  </a:lnTo>
                  <a:lnTo>
                    <a:pt x="44946" y="1152006"/>
                  </a:lnTo>
                  <a:lnTo>
                    <a:pt x="20792" y="1113971"/>
                  </a:lnTo>
                  <a:lnTo>
                    <a:pt x="5402" y="1070851"/>
                  </a:lnTo>
                  <a:lnTo>
                    <a:pt x="0" y="1023874"/>
                  </a:lnTo>
                  <a:lnTo>
                    <a:pt x="0" y="20472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81900" y="3714750"/>
              <a:ext cx="176212" cy="13381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39050" y="3752850"/>
              <a:ext cx="66675" cy="1228725"/>
            </a:xfrm>
            <a:custGeom>
              <a:avLst/>
              <a:gdLst/>
              <a:ahLst/>
              <a:cxnLst/>
              <a:rect l="l" t="t" r="r" b="b"/>
              <a:pathLst>
                <a:path w="66675" h="1228725">
                  <a:moveTo>
                    <a:pt x="66675" y="0"/>
                  </a:moveTo>
                  <a:lnTo>
                    <a:pt x="0" y="0"/>
                  </a:lnTo>
                  <a:lnTo>
                    <a:pt x="0" y="1228725"/>
                  </a:lnTo>
                  <a:lnTo>
                    <a:pt x="66675" y="12287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921243" y="3914711"/>
            <a:ext cx="2205990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122239"/>
                </a:solidFill>
                <a:latin typeface="Trebuchet MS"/>
                <a:cs typeface="Trebuchet MS"/>
              </a:rPr>
              <a:t>Primary</a:t>
            </a: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122239"/>
                </a:solidFill>
                <a:latin typeface="Trebuchet MS"/>
                <a:cs typeface="Trebuchet MS"/>
              </a:rPr>
              <a:t>users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200"/>
              </a:lnSpc>
              <a:spcBef>
                <a:spcPts val="151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Doctors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Patients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Pharmacists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Administrators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70"/>
              <a:t>Project</a:t>
            </a:r>
            <a:r>
              <a:rPr dirty="0" spc="-265"/>
              <a:t> </a:t>
            </a:r>
            <a:r>
              <a:rPr dirty="0" spc="-105"/>
              <a:t>Purpose</a:t>
            </a:r>
            <a:r>
              <a:rPr dirty="0" spc="-310"/>
              <a:t> </a:t>
            </a:r>
            <a:r>
              <a:rPr dirty="0" spc="600"/>
              <a:t>s</a:t>
            </a:r>
            <a:r>
              <a:rPr dirty="0" spc="-225"/>
              <a:t> </a:t>
            </a:r>
            <a:r>
              <a:rPr dirty="0" spc="-10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0101" y="353440"/>
            <a:ext cx="1086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" b="1">
                <a:solidFill>
                  <a:srgbClr val="008F95"/>
                </a:solidFill>
                <a:latin typeface="Trebuchet MS"/>
                <a:cs typeface="Trebuchet MS"/>
              </a:rPr>
              <a:t>BUSINESS</a:t>
            </a:r>
            <a:r>
              <a:rPr dirty="0" sz="900" spc="14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CONTEXT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3428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What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proposed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DPMTMS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designed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achieve.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81025" y="1200022"/>
            <a:ext cx="5491480" cy="1976755"/>
            <a:chOff x="581025" y="1200022"/>
            <a:chExt cx="5491480" cy="19767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75" y="1228530"/>
              <a:ext cx="5462699" cy="193851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2937" y="1243075"/>
              <a:ext cx="5401310" cy="1866900"/>
            </a:xfrm>
            <a:custGeom>
              <a:avLst/>
              <a:gdLst/>
              <a:ahLst/>
              <a:cxnLst/>
              <a:rect l="l" t="t" r="r" b="b"/>
              <a:pathLst>
                <a:path w="5401310" h="1866900">
                  <a:moveTo>
                    <a:pt x="5089461" y="0"/>
                  </a:moveTo>
                  <a:lnTo>
                    <a:pt x="311150" y="0"/>
                  </a:lnTo>
                  <a:lnTo>
                    <a:pt x="265170" y="3371"/>
                  </a:lnTo>
                  <a:lnTo>
                    <a:pt x="221285" y="13164"/>
                  </a:lnTo>
                  <a:lnTo>
                    <a:pt x="179976" y="28900"/>
                  </a:lnTo>
                  <a:lnTo>
                    <a:pt x="141725" y="50099"/>
                  </a:lnTo>
                  <a:lnTo>
                    <a:pt x="107012" y="76281"/>
                  </a:lnTo>
                  <a:lnTo>
                    <a:pt x="76319" y="106966"/>
                  </a:lnTo>
                  <a:lnTo>
                    <a:pt x="50128" y="141674"/>
                  </a:lnTo>
                  <a:lnTo>
                    <a:pt x="28919" y="179927"/>
                  </a:lnTo>
                  <a:lnTo>
                    <a:pt x="13173" y="221243"/>
                  </a:lnTo>
                  <a:lnTo>
                    <a:pt x="3373" y="265144"/>
                  </a:lnTo>
                  <a:lnTo>
                    <a:pt x="0" y="311150"/>
                  </a:lnTo>
                  <a:lnTo>
                    <a:pt x="0" y="1555623"/>
                  </a:lnTo>
                  <a:lnTo>
                    <a:pt x="3373" y="1601628"/>
                  </a:lnTo>
                  <a:lnTo>
                    <a:pt x="13173" y="1645529"/>
                  </a:lnTo>
                  <a:lnTo>
                    <a:pt x="28919" y="1686845"/>
                  </a:lnTo>
                  <a:lnTo>
                    <a:pt x="50128" y="1725098"/>
                  </a:lnTo>
                  <a:lnTo>
                    <a:pt x="76319" y="1759806"/>
                  </a:lnTo>
                  <a:lnTo>
                    <a:pt x="107012" y="1790491"/>
                  </a:lnTo>
                  <a:lnTo>
                    <a:pt x="141725" y="1816673"/>
                  </a:lnTo>
                  <a:lnTo>
                    <a:pt x="179976" y="1837872"/>
                  </a:lnTo>
                  <a:lnTo>
                    <a:pt x="221285" y="1853608"/>
                  </a:lnTo>
                  <a:lnTo>
                    <a:pt x="265170" y="1863401"/>
                  </a:lnTo>
                  <a:lnTo>
                    <a:pt x="311150" y="1866773"/>
                  </a:lnTo>
                  <a:lnTo>
                    <a:pt x="5089461" y="1866773"/>
                  </a:lnTo>
                  <a:lnTo>
                    <a:pt x="5135469" y="1863401"/>
                  </a:lnTo>
                  <a:lnTo>
                    <a:pt x="5179378" y="1853608"/>
                  </a:lnTo>
                  <a:lnTo>
                    <a:pt x="5220707" y="1837872"/>
                  </a:lnTo>
                  <a:lnTo>
                    <a:pt x="5258974" y="1816673"/>
                  </a:lnTo>
                  <a:lnTo>
                    <a:pt x="5293700" y="1790491"/>
                  </a:lnTo>
                  <a:lnTo>
                    <a:pt x="5324402" y="1759806"/>
                  </a:lnTo>
                  <a:lnTo>
                    <a:pt x="5350601" y="1725098"/>
                  </a:lnTo>
                  <a:lnTo>
                    <a:pt x="5371814" y="1686845"/>
                  </a:lnTo>
                  <a:lnTo>
                    <a:pt x="5387562" y="1645529"/>
                  </a:lnTo>
                  <a:lnTo>
                    <a:pt x="5397364" y="1601628"/>
                  </a:lnTo>
                  <a:lnTo>
                    <a:pt x="5400738" y="1555623"/>
                  </a:lnTo>
                  <a:lnTo>
                    <a:pt x="5400738" y="311150"/>
                  </a:lnTo>
                  <a:lnTo>
                    <a:pt x="5397364" y="265144"/>
                  </a:lnTo>
                  <a:lnTo>
                    <a:pt x="5387562" y="221243"/>
                  </a:lnTo>
                  <a:lnTo>
                    <a:pt x="5371814" y="179927"/>
                  </a:lnTo>
                  <a:lnTo>
                    <a:pt x="5350601" y="141674"/>
                  </a:lnTo>
                  <a:lnTo>
                    <a:pt x="5324402" y="106966"/>
                  </a:lnTo>
                  <a:lnTo>
                    <a:pt x="5293700" y="76281"/>
                  </a:lnTo>
                  <a:lnTo>
                    <a:pt x="5258974" y="50099"/>
                  </a:lnTo>
                  <a:lnTo>
                    <a:pt x="5220707" y="28900"/>
                  </a:lnTo>
                  <a:lnTo>
                    <a:pt x="5179378" y="13164"/>
                  </a:lnTo>
                  <a:lnTo>
                    <a:pt x="5135469" y="3371"/>
                  </a:lnTo>
                  <a:lnTo>
                    <a:pt x="508946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2937" y="1243075"/>
              <a:ext cx="5401310" cy="1866900"/>
            </a:xfrm>
            <a:custGeom>
              <a:avLst/>
              <a:gdLst/>
              <a:ahLst/>
              <a:cxnLst/>
              <a:rect l="l" t="t" r="r" b="b"/>
              <a:pathLst>
                <a:path w="5401310" h="1866900">
                  <a:moveTo>
                    <a:pt x="0" y="311150"/>
                  </a:moveTo>
                  <a:lnTo>
                    <a:pt x="3373" y="265144"/>
                  </a:lnTo>
                  <a:lnTo>
                    <a:pt x="13173" y="221243"/>
                  </a:lnTo>
                  <a:lnTo>
                    <a:pt x="28919" y="179927"/>
                  </a:lnTo>
                  <a:lnTo>
                    <a:pt x="50128" y="141674"/>
                  </a:lnTo>
                  <a:lnTo>
                    <a:pt x="76319" y="106966"/>
                  </a:lnTo>
                  <a:lnTo>
                    <a:pt x="107012" y="76281"/>
                  </a:lnTo>
                  <a:lnTo>
                    <a:pt x="141725" y="50099"/>
                  </a:lnTo>
                  <a:lnTo>
                    <a:pt x="179976" y="28900"/>
                  </a:lnTo>
                  <a:lnTo>
                    <a:pt x="221285" y="13164"/>
                  </a:lnTo>
                  <a:lnTo>
                    <a:pt x="265170" y="3371"/>
                  </a:lnTo>
                  <a:lnTo>
                    <a:pt x="311150" y="0"/>
                  </a:lnTo>
                  <a:lnTo>
                    <a:pt x="5089461" y="0"/>
                  </a:lnTo>
                  <a:lnTo>
                    <a:pt x="5135469" y="3371"/>
                  </a:lnTo>
                  <a:lnTo>
                    <a:pt x="5179378" y="13164"/>
                  </a:lnTo>
                  <a:lnTo>
                    <a:pt x="5220707" y="28900"/>
                  </a:lnTo>
                  <a:lnTo>
                    <a:pt x="5258974" y="50099"/>
                  </a:lnTo>
                  <a:lnTo>
                    <a:pt x="5293700" y="76281"/>
                  </a:lnTo>
                  <a:lnTo>
                    <a:pt x="5324402" y="106966"/>
                  </a:lnTo>
                  <a:lnTo>
                    <a:pt x="5350601" y="141674"/>
                  </a:lnTo>
                  <a:lnTo>
                    <a:pt x="5371814" y="179927"/>
                  </a:lnTo>
                  <a:lnTo>
                    <a:pt x="5387562" y="221243"/>
                  </a:lnTo>
                  <a:lnTo>
                    <a:pt x="5397364" y="265144"/>
                  </a:lnTo>
                  <a:lnTo>
                    <a:pt x="5400738" y="311150"/>
                  </a:lnTo>
                  <a:lnTo>
                    <a:pt x="5400738" y="1555623"/>
                  </a:lnTo>
                  <a:lnTo>
                    <a:pt x="5397364" y="1601628"/>
                  </a:lnTo>
                  <a:lnTo>
                    <a:pt x="5387562" y="1645529"/>
                  </a:lnTo>
                  <a:lnTo>
                    <a:pt x="5371814" y="1686845"/>
                  </a:lnTo>
                  <a:lnTo>
                    <a:pt x="5350601" y="1725098"/>
                  </a:lnTo>
                  <a:lnTo>
                    <a:pt x="5324402" y="1759806"/>
                  </a:lnTo>
                  <a:lnTo>
                    <a:pt x="5293700" y="1790491"/>
                  </a:lnTo>
                  <a:lnTo>
                    <a:pt x="5258974" y="1816673"/>
                  </a:lnTo>
                  <a:lnTo>
                    <a:pt x="5220707" y="1837872"/>
                  </a:lnTo>
                  <a:lnTo>
                    <a:pt x="5179378" y="1853608"/>
                  </a:lnTo>
                  <a:lnTo>
                    <a:pt x="5135469" y="1863401"/>
                  </a:lnTo>
                  <a:lnTo>
                    <a:pt x="5089461" y="1866773"/>
                  </a:lnTo>
                  <a:lnTo>
                    <a:pt x="311150" y="1866773"/>
                  </a:lnTo>
                  <a:lnTo>
                    <a:pt x="265170" y="1863401"/>
                  </a:lnTo>
                  <a:lnTo>
                    <a:pt x="221285" y="1853608"/>
                  </a:lnTo>
                  <a:lnTo>
                    <a:pt x="179976" y="1837872"/>
                  </a:lnTo>
                  <a:lnTo>
                    <a:pt x="141725" y="1816673"/>
                  </a:lnTo>
                  <a:lnTo>
                    <a:pt x="107012" y="1790491"/>
                  </a:lnTo>
                  <a:lnTo>
                    <a:pt x="76319" y="1759806"/>
                  </a:lnTo>
                  <a:lnTo>
                    <a:pt x="50128" y="1725098"/>
                  </a:lnTo>
                  <a:lnTo>
                    <a:pt x="28919" y="1686845"/>
                  </a:lnTo>
                  <a:lnTo>
                    <a:pt x="13173" y="1645529"/>
                  </a:lnTo>
                  <a:lnTo>
                    <a:pt x="3373" y="1601628"/>
                  </a:lnTo>
                  <a:lnTo>
                    <a:pt x="0" y="1555623"/>
                  </a:lnTo>
                  <a:lnTo>
                    <a:pt x="0" y="3111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" y="1200022"/>
              <a:ext cx="185737" cy="197650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8175" y="1238249"/>
              <a:ext cx="76200" cy="1866900"/>
            </a:xfrm>
            <a:custGeom>
              <a:avLst/>
              <a:gdLst/>
              <a:ahLst/>
              <a:cxnLst/>
              <a:rect l="l" t="t" r="r" b="b"/>
              <a:pathLst>
                <a:path w="76200" h="1866900">
                  <a:moveTo>
                    <a:pt x="76200" y="0"/>
                  </a:moveTo>
                  <a:lnTo>
                    <a:pt x="0" y="0"/>
                  </a:lnTo>
                  <a:lnTo>
                    <a:pt x="0" y="1866900"/>
                  </a:lnTo>
                  <a:lnTo>
                    <a:pt x="76200" y="18669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20750" y="1396682"/>
            <a:ext cx="6946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Purpose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0750" y="1817814"/>
            <a:ext cx="453072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Create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100" spc="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secure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online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workflow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create,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verify,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dispense,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monitor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stock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digital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prescriptions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while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reducing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manual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work.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15050" y="1200022"/>
            <a:ext cx="5481955" cy="1976755"/>
            <a:chOff x="6115050" y="1200022"/>
            <a:chExt cx="5481955" cy="197675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3600" y="1228530"/>
              <a:ext cx="5453174" cy="193851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77026" y="1243075"/>
              <a:ext cx="5391150" cy="1866900"/>
            </a:xfrm>
            <a:custGeom>
              <a:avLst/>
              <a:gdLst/>
              <a:ahLst/>
              <a:cxnLst/>
              <a:rect l="l" t="t" r="r" b="b"/>
              <a:pathLst>
                <a:path w="5391150" h="1866900">
                  <a:moveTo>
                    <a:pt x="5079873" y="0"/>
                  </a:moveTo>
                  <a:lnTo>
                    <a:pt x="311150" y="0"/>
                  </a:lnTo>
                  <a:lnTo>
                    <a:pt x="265144" y="3371"/>
                  </a:lnTo>
                  <a:lnTo>
                    <a:pt x="221243" y="13164"/>
                  </a:lnTo>
                  <a:lnTo>
                    <a:pt x="179927" y="28900"/>
                  </a:lnTo>
                  <a:lnTo>
                    <a:pt x="141674" y="50099"/>
                  </a:lnTo>
                  <a:lnTo>
                    <a:pt x="106966" y="76281"/>
                  </a:lnTo>
                  <a:lnTo>
                    <a:pt x="76281" y="106966"/>
                  </a:lnTo>
                  <a:lnTo>
                    <a:pt x="50099" y="141674"/>
                  </a:lnTo>
                  <a:lnTo>
                    <a:pt x="28900" y="179927"/>
                  </a:lnTo>
                  <a:lnTo>
                    <a:pt x="13164" y="221243"/>
                  </a:lnTo>
                  <a:lnTo>
                    <a:pt x="3371" y="265144"/>
                  </a:lnTo>
                  <a:lnTo>
                    <a:pt x="0" y="311150"/>
                  </a:lnTo>
                  <a:lnTo>
                    <a:pt x="0" y="1555623"/>
                  </a:lnTo>
                  <a:lnTo>
                    <a:pt x="3371" y="1601628"/>
                  </a:lnTo>
                  <a:lnTo>
                    <a:pt x="13164" y="1645529"/>
                  </a:lnTo>
                  <a:lnTo>
                    <a:pt x="28900" y="1686845"/>
                  </a:lnTo>
                  <a:lnTo>
                    <a:pt x="50099" y="1725098"/>
                  </a:lnTo>
                  <a:lnTo>
                    <a:pt x="76281" y="1759806"/>
                  </a:lnTo>
                  <a:lnTo>
                    <a:pt x="106966" y="1790491"/>
                  </a:lnTo>
                  <a:lnTo>
                    <a:pt x="141674" y="1816673"/>
                  </a:lnTo>
                  <a:lnTo>
                    <a:pt x="179927" y="1837872"/>
                  </a:lnTo>
                  <a:lnTo>
                    <a:pt x="221243" y="1853608"/>
                  </a:lnTo>
                  <a:lnTo>
                    <a:pt x="265144" y="1863401"/>
                  </a:lnTo>
                  <a:lnTo>
                    <a:pt x="311150" y="1866773"/>
                  </a:lnTo>
                  <a:lnTo>
                    <a:pt x="5079873" y="1866773"/>
                  </a:lnTo>
                  <a:lnTo>
                    <a:pt x="5125881" y="1863401"/>
                  </a:lnTo>
                  <a:lnTo>
                    <a:pt x="5169790" y="1853608"/>
                  </a:lnTo>
                  <a:lnTo>
                    <a:pt x="5211118" y="1837872"/>
                  </a:lnTo>
                  <a:lnTo>
                    <a:pt x="5249386" y="1816673"/>
                  </a:lnTo>
                  <a:lnTo>
                    <a:pt x="5284111" y="1790491"/>
                  </a:lnTo>
                  <a:lnTo>
                    <a:pt x="5314814" y="1759806"/>
                  </a:lnTo>
                  <a:lnTo>
                    <a:pt x="5341012" y="1725098"/>
                  </a:lnTo>
                  <a:lnTo>
                    <a:pt x="5362226" y="1686845"/>
                  </a:lnTo>
                  <a:lnTo>
                    <a:pt x="5377974" y="1645529"/>
                  </a:lnTo>
                  <a:lnTo>
                    <a:pt x="5387775" y="1601628"/>
                  </a:lnTo>
                  <a:lnTo>
                    <a:pt x="5391150" y="1555623"/>
                  </a:lnTo>
                  <a:lnTo>
                    <a:pt x="5391150" y="311150"/>
                  </a:lnTo>
                  <a:lnTo>
                    <a:pt x="5387775" y="265144"/>
                  </a:lnTo>
                  <a:lnTo>
                    <a:pt x="5377974" y="221243"/>
                  </a:lnTo>
                  <a:lnTo>
                    <a:pt x="5362226" y="179927"/>
                  </a:lnTo>
                  <a:lnTo>
                    <a:pt x="5341012" y="141674"/>
                  </a:lnTo>
                  <a:lnTo>
                    <a:pt x="5314814" y="106966"/>
                  </a:lnTo>
                  <a:lnTo>
                    <a:pt x="5284111" y="76281"/>
                  </a:lnTo>
                  <a:lnTo>
                    <a:pt x="5249386" y="50099"/>
                  </a:lnTo>
                  <a:lnTo>
                    <a:pt x="5211118" y="28900"/>
                  </a:lnTo>
                  <a:lnTo>
                    <a:pt x="5169790" y="13164"/>
                  </a:lnTo>
                  <a:lnTo>
                    <a:pt x="5125881" y="3371"/>
                  </a:lnTo>
                  <a:lnTo>
                    <a:pt x="50798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77026" y="1243075"/>
              <a:ext cx="5391150" cy="1866900"/>
            </a:xfrm>
            <a:custGeom>
              <a:avLst/>
              <a:gdLst/>
              <a:ahLst/>
              <a:cxnLst/>
              <a:rect l="l" t="t" r="r" b="b"/>
              <a:pathLst>
                <a:path w="5391150" h="1866900">
                  <a:moveTo>
                    <a:pt x="0" y="311150"/>
                  </a:moveTo>
                  <a:lnTo>
                    <a:pt x="3371" y="265144"/>
                  </a:lnTo>
                  <a:lnTo>
                    <a:pt x="13164" y="221243"/>
                  </a:lnTo>
                  <a:lnTo>
                    <a:pt x="28900" y="179927"/>
                  </a:lnTo>
                  <a:lnTo>
                    <a:pt x="50099" y="141674"/>
                  </a:lnTo>
                  <a:lnTo>
                    <a:pt x="76281" y="106966"/>
                  </a:lnTo>
                  <a:lnTo>
                    <a:pt x="106966" y="76281"/>
                  </a:lnTo>
                  <a:lnTo>
                    <a:pt x="141674" y="50099"/>
                  </a:lnTo>
                  <a:lnTo>
                    <a:pt x="179927" y="28900"/>
                  </a:lnTo>
                  <a:lnTo>
                    <a:pt x="221243" y="13164"/>
                  </a:lnTo>
                  <a:lnTo>
                    <a:pt x="265144" y="3371"/>
                  </a:lnTo>
                  <a:lnTo>
                    <a:pt x="311150" y="0"/>
                  </a:lnTo>
                  <a:lnTo>
                    <a:pt x="5079873" y="0"/>
                  </a:lnTo>
                  <a:lnTo>
                    <a:pt x="5125881" y="3371"/>
                  </a:lnTo>
                  <a:lnTo>
                    <a:pt x="5169790" y="13164"/>
                  </a:lnTo>
                  <a:lnTo>
                    <a:pt x="5211118" y="28900"/>
                  </a:lnTo>
                  <a:lnTo>
                    <a:pt x="5249386" y="50099"/>
                  </a:lnTo>
                  <a:lnTo>
                    <a:pt x="5284111" y="76281"/>
                  </a:lnTo>
                  <a:lnTo>
                    <a:pt x="5314814" y="106966"/>
                  </a:lnTo>
                  <a:lnTo>
                    <a:pt x="5341012" y="141674"/>
                  </a:lnTo>
                  <a:lnTo>
                    <a:pt x="5362226" y="179927"/>
                  </a:lnTo>
                  <a:lnTo>
                    <a:pt x="5377974" y="221243"/>
                  </a:lnTo>
                  <a:lnTo>
                    <a:pt x="5387775" y="265144"/>
                  </a:lnTo>
                  <a:lnTo>
                    <a:pt x="5391150" y="311150"/>
                  </a:lnTo>
                  <a:lnTo>
                    <a:pt x="5391150" y="1555623"/>
                  </a:lnTo>
                  <a:lnTo>
                    <a:pt x="5387775" y="1601628"/>
                  </a:lnTo>
                  <a:lnTo>
                    <a:pt x="5377974" y="1645529"/>
                  </a:lnTo>
                  <a:lnTo>
                    <a:pt x="5362226" y="1686845"/>
                  </a:lnTo>
                  <a:lnTo>
                    <a:pt x="5341012" y="1725098"/>
                  </a:lnTo>
                  <a:lnTo>
                    <a:pt x="5314814" y="1759806"/>
                  </a:lnTo>
                  <a:lnTo>
                    <a:pt x="5284111" y="1790491"/>
                  </a:lnTo>
                  <a:lnTo>
                    <a:pt x="5249386" y="1816673"/>
                  </a:lnTo>
                  <a:lnTo>
                    <a:pt x="5211118" y="1837872"/>
                  </a:lnTo>
                  <a:lnTo>
                    <a:pt x="5169790" y="1853608"/>
                  </a:lnTo>
                  <a:lnTo>
                    <a:pt x="5125881" y="1863401"/>
                  </a:lnTo>
                  <a:lnTo>
                    <a:pt x="5079873" y="1866773"/>
                  </a:lnTo>
                  <a:lnTo>
                    <a:pt x="311150" y="1866773"/>
                  </a:lnTo>
                  <a:lnTo>
                    <a:pt x="265144" y="1863401"/>
                  </a:lnTo>
                  <a:lnTo>
                    <a:pt x="221243" y="1853608"/>
                  </a:lnTo>
                  <a:lnTo>
                    <a:pt x="179927" y="1837872"/>
                  </a:lnTo>
                  <a:lnTo>
                    <a:pt x="141674" y="1816673"/>
                  </a:lnTo>
                  <a:lnTo>
                    <a:pt x="106966" y="1790491"/>
                  </a:lnTo>
                  <a:lnTo>
                    <a:pt x="76281" y="1759806"/>
                  </a:lnTo>
                  <a:lnTo>
                    <a:pt x="50099" y="1725098"/>
                  </a:lnTo>
                  <a:lnTo>
                    <a:pt x="28900" y="1686845"/>
                  </a:lnTo>
                  <a:lnTo>
                    <a:pt x="13164" y="1645529"/>
                  </a:lnTo>
                  <a:lnTo>
                    <a:pt x="3371" y="1601628"/>
                  </a:lnTo>
                  <a:lnTo>
                    <a:pt x="0" y="1555623"/>
                  </a:lnTo>
                  <a:lnTo>
                    <a:pt x="0" y="3111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5050" y="1200022"/>
              <a:ext cx="185737" cy="197650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172200" y="1238249"/>
              <a:ext cx="76200" cy="1866900"/>
            </a:xfrm>
            <a:custGeom>
              <a:avLst/>
              <a:gdLst/>
              <a:ahLst/>
              <a:cxnLst/>
              <a:rect l="l" t="t" r="r" b="b"/>
              <a:pathLst>
                <a:path w="76200" h="1866900">
                  <a:moveTo>
                    <a:pt x="76200" y="0"/>
                  </a:moveTo>
                  <a:lnTo>
                    <a:pt x="0" y="0"/>
                  </a:lnTo>
                  <a:lnTo>
                    <a:pt x="0" y="1866900"/>
                  </a:lnTo>
                  <a:lnTo>
                    <a:pt x="76200" y="18669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457060" y="1396682"/>
            <a:ext cx="21297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122239"/>
                </a:solidFill>
                <a:latin typeface="Trebuchet MS"/>
                <a:cs typeface="Trebuchet MS"/>
              </a:rPr>
              <a:t>Prescription</a:t>
            </a:r>
            <a:r>
              <a:rPr dirty="0" sz="1500" spc="-18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3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50" b="1">
                <a:solidFill>
                  <a:srgbClr val="122239"/>
                </a:solidFill>
                <a:latin typeface="Trebuchet MS"/>
                <a:cs typeface="Trebuchet MS"/>
              </a:rPr>
              <a:t>medication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57060" y="1817814"/>
            <a:ext cx="450151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Digitally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generate/sign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prescriptions;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track</a:t>
            </a:r>
            <a:r>
              <a:rPr dirty="0" sz="1100" spc="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medication and</a:t>
            </a:r>
            <a:r>
              <a:rPr dirty="0" sz="1100" spc="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prescription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status;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support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dispensing.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1025" y="3390900"/>
            <a:ext cx="5491480" cy="1986280"/>
            <a:chOff x="581025" y="3390900"/>
            <a:chExt cx="5491480" cy="198628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575" y="3419407"/>
              <a:ext cx="5462699" cy="194803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2937" y="3433826"/>
              <a:ext cx="5401310" cy="1876425"/>
            </a:xfrm>
            <a:custGeom>
              <a:avLst/>
              <a:gdLst/>
              <a:ahLst/>
              <a:cxnLst/>
              <a:rect l="l" t="t" r="r" b="b"/>
              <a:pathLst>
                <a:path w="5401310" h="1876425">
                  <a:moveTo>
                    <a:pt x="5087937" y="0"/>
                  </a:moveTo>
                  <a:lnTo>
                    <a:pt x="312737" y="0"/>
                  </a:lnTo>
                  <a:lnTo>
                    <a:pt x="266523" y="3389"/>
                  </a:lnTo>
                  <a:lnTo>
                    <a:pt x="222414" y="13235"/>
                  </a:lnTo>
                  <a:lnTo>
                    <a:pt x="180895" y="29055"/>
                  </a:lnTo>
                  <a:lnTo>
                    <a:pt x="142448" y="50364"/>
                  </a:lnTo>
                  <a:lnTo>
                    <a:pt x="107558" y="76681"/>
                  </a:lnTo>
                  <a:lnTo>
                    <a:pt x="76709" y="107522"/>
                  </a:lnTo>
                  <a:lnTo>
                    <a:pt x="50383" y="142404"/>
                  </a:lnTo>
                  <a:lnTo>
                    <a:pt x="29066" y="180843"/>
                  </a:lnTo>
                  <a:lnTo>
                    <a:pt x="13241" y="222356"/>
                  </a:lnTo>
                  <a:lnTo>
                    <a:pt x="3390" y="266461"/>
                  </a:lnTo>
                  <a:lnTo>
                    <a:pt x="0" y="312674"/>
                  </a:lnTo>
                  <a:lnTo>
                    <a:pt x="0" y="1563624"/>
                  </a:lnTo>
                  <a:lnTo>
                    <a:pt x="3390" y="1609839"/>
                  </a:lnTo>
                  <a:lnTo>
                    <a:pt x="13241" y="1653952"/>
                  </a:lnTo>
                  <a:lnTo>
                    <a:pt x="29066" y="1695477"/>
                  </a:lnTo>
                  <a:lnTo>
                    <a:pt x="50383" y="1733931"/>
                  </a:lnTo>
                  <a:lnTo>
                    <a:pt x="76709" y="1768830"/>
                  </a:lnTo>
                  <a:lnTo>
                    <a:pt x="107558" y="1799688"/>
                  </a:lnTo>
                  <a:lnTo>
                    <a:pt x="142448" y="1826021"/>
                  </a:lnTo>
                  <a:lnTo>
                    <a:pt x="180895" y="1847346"/>
                  </a:lnTo>
                  <a:lnTo>
                    <a:pt x="222414" y="1863178"/>
                  </a:lnTo>
                  <a:lnTo>
                    <a:pt x="266523" y="1873032"/>
                  </a:lnTo>
                  <a:lnTo>
                    <a:pt x="312737" y="1876425"/>
                  </a:lnTo>
                  <a:lnTo>
                    <a:pt x="5087937" y="1876425"/>
                  </a:lnTo>
                  <a:lnTo>
                    <a:pt x="5134153" y="1873032"/>
                  </a:lnTo>
                  <a:lnTo>
                    <a:pt x="5178265" y="1863178"/>
                  </a:lnTo>
                  <a:lnTo>
                    <a:pt x="5219791" y="1847346"/>
                  </a:lnTo>
                  <a:lnTo>
                    <a:pt x="5258245" y="1826021"/>
                  </a:lnTo>
                  <a:lnTo>
                    <a:pt x="5293143" y="1799688"/>
                  </a:lnTo>
                  <a:lnTo>
                    <a:pt x="5324001" y="1768830"/>
                  </a:lnTo>
                  <a:lnTo>
                    <a:pt x="5350335" y="1733931"/>
                  </a:lnTo>
                  <a:lnTo>
                    <a:pt x="5371660" y="1695477"/>
                  </a:lnTo>
                  <a:lnTo>
                    <a:pt x="5387491" y="1653952"/>
                  </a:lnTo>
                  <a:lnTo>
                    <a:pt x="5397346" y="1609839"/>
                  </a:lnTo>
                  <a:lnTo>
                    <a:pt x="5400738" y="1563624"/>
                  </a:lnTo>
                  <a:lnTo>
                    <a:pt x="5400738" y="312674"/>
                  </a:lnTo>
                  <a:lnTo>
                    <a:pt x="5397346" y="266461"/>
                  </a:lnTo>
                  <a:lnTo>
                    <a:pt x="5387491" y="222356"/>
                  </a:lnTo>
                  <a:lnTo>
                    <a:pt x="5371660" y="180843"/>
                  </a:lnTo>
                  <a:lnTo>
                    <a:pt x="5350335" y="142404"/>
                  </a:lnTo>
                  <a:lnTo>
                    <a:pt x="5324001" y="107522"/>
                  </a:lnTo>
                  <a:lnTo>
                    <a:pt x="5293143" y="76681"/>
                  </a:lnTo>
                  <a:lnTo>
                    <a:pt x="5258245" y="50364"/>
                  </a:lnTo>
                  <a:lnTo>
                    <a:pt x="5219791" y="29055"/>
                  </a:lnTo>
                  <a:lnTo>
                    <a:pt x="5178265" y="13235"/>
                  </a:lnTo>
                  <a:lnTo>
                    <a:pt x="5134153" y="3389"/>
                  </a:lnTo>
                  <a:lnTo>
                    <a:pt x="5087937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2937" y="3433826"/>
              <a:ext cx="5401310" cy="1876425"/>
            </a:xfrm>
            <a:custGeom>
              <a:avLst/>
              <a:gdLst/>
              <a:ahLst/>
              <a:cxnLst/>
              <a:rect l="l" t="t" r="r" b="b"/>
              <a:pathLst>
                <a:path w="5401310" h="1876425">
                  <a:moveTo>
                    <a:pt x="0" y="312674"/>
                  </a:moveTo>
                  <a:lnTo>
                    <a:pt x="3390" y="266461"/>
                  </a:lnTo>
                  <a:lnTo>
                    <a:pt x="13241" y="222356"/>
                  </a:lnTo>
                  <a:lnTo>
                    <a:pt x="29066" y="180843"/>
                  </a:lnTo>
                  <a:lnTo>
                    <a:pt x="50383" y="142404"/>
                  </a:lnTo>
                  <a:lnTo>
                    <a:pt x="76709" y="107522"/>
                  </a:lnTo>
                  <a:lnTo>
                    <a:pt x="107558" y="76681"/>
                  </a:lnTo>
                  <a:lnTo>
                    <a:pt x="142448" y="50364"/>
                  </a:lnTo>
                  <a:lnTo>
                    <a:pt x="180895" y="29055"/>
                  </a:lnTo>
                  <a:lnTo>
                    <a:pt x="222414" y="13235"/>
                  </a:lnTo>
                  <a:lnTo>
                    <a:pt x="266523" y="3389"/>
                  </a:lnTo>
                  <a:lnTo>
                    <a:pt x="312737" y="0"/>
                  </a:lnTo>
                  <a:lnTo>
                    <a:pt x="5087937" y="0"/>
                  </a:lnTo>
                  <a:lnTo>
                    <a:pt x="5134153" y="3389"/>
                  </a:lnTo>
                  <a:lnTo>
                    <a:pt x="5178265" y="13235"/>
                  </a:lnTo>
                  <a:lnTo>
                    <a:pt x="5219791" y="29055"/>
                  </a:lnTo>
                  <a:lnTo>
                    <a:pt x="5258245" y="50364"/>
                  </a:lnTo>
                  <a:lnTo>
                    <a:pt x="5293143" y="76681"/>
                  </a:lnTo>
                  <a:lnTo>
                    <a:pt x="5324001" y="107522"/>
                  </a:lnTo>
                  <a:lnTo>
                    <a:pt x="5350335" y="142404"/>
                  </a:lnTo>
                  <a:lnTo>
                    <a:pt x="5371660" y="180843"/>
                  </a:lnTo>
                  <a:lnTo>
                    <a:pt x="5387491" y="222356"/>
                  </a:lnTo>
                  <a:lnTo>
                    <a:pt x="5397346" y="266461"/>
                  </a:lnTo>
                  <a:lnTo>
                    <a:pt x="5400738" y="312674"/>
                  </a:lnTo>
                  <a:lnTo>
                    <a:pt x="5400738" y="1563624"/>
                  </a:lnTo>
                  <a:lnTo>
                    <a:pt x="5397346" y="1609839"/>
                  </a:lnTo>
                  <a:lnTo>
                    <a:pt x="5387491" y="1653952"/>
                  </a:lnTo>
                  <a:lnTo>
                    <a:pt x="5371660" y="1695477"/>
                  </a:lnTo>
                  <a:lnTo>
                    <a:pt x="5350335" y="1733931"/>
                  </a:lnTo>
                  <a:lnTo>
                    <a:pt x="5324001" y="1768830"/>
                  </a:lnTo>
                  <a:lnTo>
                    <a:pt x="5293143" y="1799688"/>
                  </a:lnTo>
                  <a:lnTo>
                    <a:pt x="5258245" y="1826021"/>
                  </a:lnTo>
                  <a:lnTo>
                    <a:pt x="5219791" y="1847346"/>
                  </a:lnTo>
                  <a:lnTo>
                    <a:pt x="5178265" y="1863178"/>
                  </a:lnTo>
                  <a:lnTo>
                    <a:pt x="5134153" y="1873032"/>
                  </a:lnTo>
                  <a:lnTo>
                    <a:pt x="5087937" y="1876425"/>
                  </a:lnTo>
                  <a:lnTo>
                    <a:pt x="312737" y="1876425"/>
                  </a:lnTo>
                  <a:lnTo>
                    <a:pt x="266523" y="1873032"/>
                  </a:lnTo>
                  <a:lnTo>
                    <a:pt x="222414" y="1863178"/>
                  </a:lnTo>
                  <a:lnTo>
                    <a:pt x="180895" y="1847346"/>
                  </a:lnTo>
                  <a:lnTo>
                    <a:pt x="142448" y="1826021"/>
                  </a:lnTo>
                  <a:lnTo>
                    <a:pt x="107558" y="1799688"/>
                  </a:lnTo>
                  <a:lnTo>
                    <a:pt x="76709" y="1768830"/>
                  </a:lnTo>
                  <a:lnTo>
                    <a:pt x="50383" y="1733931"/>
                  </a:lnTo>
                  <a:lnTo>
                    <a:pt x="29066" y="1695477"/>
                  </a:lnTo>
                  <a:lnTo>
                    <a:pt x="13241" y="1653952"/>
                  </a:lnTo>
                  <a:lnTo>
                    <a:pt x="3390" y="1609839"/>
                  </a:lnTo>
                  <a:lnTo>
                    <a:pt x="0" y="1563624"/>
                  </a:lnTo>
                  <a:lnTo>
                    <a:pt x="0" y="3126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025" y="3390900"/>
              <a:ext cx="185737" cy="198602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38175" y="3429000"/>
              <a:ext cx="76200" cy="1876425"/>
            </a:xfrm>
            <a:custGeom>
              <a:avLst/>
              <a:gdLst/>
              <a:ahLst/>
              <a:cxnLst/>
              <a:rect l="l" t="t" r="r" b="b"/>
              <a:pathLst>
                <a:path w="76200" h="1876425">
                  <a:moveTo>
                    <a:pt x="76200" y="0"/>
                  </a:moveTo>
                  <a:lnTo>
                    <a:pt x="0" y="0"/>
                  </a:lnTo>
                  <a:lnTo>
                    <a:pt x="0" y="1876425"/>
                  </a:lnTo>
                  <a:lnTo>
                    <a:pt x="76200" y="18764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20750" y="3594036"/>
            <a:ext cx="14592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122239"/>
                </a:solidFill>
                <a:latin typeface="Trebuchet MS"/>
                <a:cs typeface="Trebuchet MS"/>
              </a:rPr>
              <a:t>Inventory</a:t>
            </a:r>
            <a:r>
              <a:rPr dirty="0" sz="1500" spc="-16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3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30" b="1">
                <a:solidFill>
                  <a:srgbClr val="122239"/>
                </a:solidFill>
                <a:latin typeface="Trebuchet MS"/>
                <a:cs typeface="Trebuchet MS"/>
              </a:rPr>
              <a:t>alerts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0750" y="4015485"/>
            <a:ext cx="4688840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Automatically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update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stock;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warn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about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low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stock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expiring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medicines;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send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reminders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alerts.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15050" y="3390900"/>
            <a:ext cx="5481955" cy="1986280"/>
            <a:chOff x="6115050" y="3390900"/>
            <a:chExt cx="5481955" cy="1986280"/>
          </a:xfrm>
        </p:grpSpPr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43600" y="3419407"/>
              <a:ext cx="5453174" cy="19480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177026" y="3433826"/>
              <a:ext cx="5391150" cy="1876425"/>
            </a:xfrm>
            <a:custGeom>
              <a:avLst/>
              <a:gdLst/>
              <a:ahLst/>
              <a:cxnLst/>
              <a:rect l="l" t="t" r="r" b="b"/>
              <a:pathLst>
                <a:path w="5391150" h="1876425">
                  <a:moveTo>
                    <a:pt x="5078349" y="0"/>
                  </a:moveTo>
                  <a:lnTo>
                    <a:pt x="312674" y="0"/>
                  </a:lnTo>
                  <a:lnTo>
                    <a:pt x="266461" y="3389"/>
                  </a:lnTo>
                  <a:lnTo>
                    <a:pt x="222356" y="13235"/>
                  </a:lnTo>
                  <a:lnTo>
                    <a:pt x="180843" y="29055"/>
                  </a:lnTo>
                  <a:lnTo>
                    <a:pt x="142404" y="50364"/>
                  </a:lnTo>
                  <a:lnTo>
                    <a:pt x="107522" y="76681"/>
                  </a:lnTo>
                  <a:lnTo>
                    <a:pt x="76681" y="107522"/>
                  </a:lnTo>
                  <a:lnTo>
                    <a:pt x="50364" y="142404"/>
                  </a:lnTo>
                  <a:lnTo>
                    <a:pt x="29055" y="180843"/>
                  </a:lnTo>
                  <a:lnTo>
                    <a:pt x="13235" y="222356"/>
                  </a:lnTo>
                  <a:lnTo>
                    <a:pt x="3389" y="266461"/>
                  </a:lnTo>
                  <a:lnTo>
                    <a:pt x="0" y="312674"/>
                  </a:lnTo>
                  <a:lnTo>
                    <a:pt x="0" y="1563624"/>
                  </a:lnTo>
                  <a:lnTo>
                    <a:pt x="3389" y="1609839"/>
                  </a:lnTo>
                  <a:lnTo>
                    <a:pt x="13235" y="1653952"/>
                  </a:lnTo>
                  <a:lnTo>
                    <a:pt x="29055" y="1695477"/>
                  </a:lnTo>
                  <a:lnTo>
                    <a:pt x="50364" y="1733931"/>
                  </a:lnTo>
                  <a:lnTo>
                    <a:pt x="76681" y="1768830"/>
                  </a:lnTo>
                  <a:lnTo>
                    <a:pt x="107522" y="1799688"/>
                  </a:lnTo>
                  <a:lnTo>
                    <a:pt x="142404" y="1826021"/>
                  </a:lnTo>
                  <a:lnTo>
                    <a:pt x="180843" y="1847346"/>
                  </a:lnTo>
                  <a:lnTo>
                    <a:pt x="222356" y="1863178"/>
                  </a:lnTo>
                  <a:lnTo>
                    <a:pt x="266461" y="1873032"/>
                  </a:lnTo>
                  <a:lnTo>
                    <a:pt x="312674" y="1876425"/>
                  </a:lnTo>
                  <a:lnTo>
                    <a:pt x="5078349" y="1876425"/>
                  </a:lnTo>
                  <a:lnTo>
                    <a:pt x="5124564" y="1873032"/>
                  </a:lnTo>
                  <a:lnTo>
                    <a:pt x="5168677" y="1863178"/>
                  </a:lnTo>
                  <a:lnTo>
                    <a:pt x="5210202" y="1847346"/>
                  </a:lnTo>
                  <a:lnTo>
                    <a:pt x="5248656" y="1826021"/>
                  </a:lnTo>
                  <a:lnTo>
                    <a:pt x="5283555" y="1799688"/>
                  </a:lnTo>
                  <a:lnTo>
                    <a:pt x="5314413" y="1768830"/>
                  </a:lnTo>
                  <a:lnTo>
                    <a:pt x="5340746" y="1733931"/>
                  </a:lnTo>
                  <a:lnTo>
                    <a:pt x="5362071" y="1695477"/>
                  </a:lnTo>
                  <a:lnTo>
                    <a:pt x="5377903" y="1653952"/>
                  </a:lnTo>
                  <a:lnTo>
                    <a:pt x="5387757" y="1609839"/>
                  </a:lnTo>
                  <a:lnTo>
                    <a:pt x="5391150" y="1563624"/>
                  </a:lnTo>
                  <a:lnTo>
                    <a:pt x="5391150" y="312674"/>
                  </a:lnTo>
                  <a:lnTo>
                    <a:pt x="5387757" y="266461"/>
                  </a:lnTo>
                  <a:lnTo>
                    <a:pt x="5377903" y="222356"/>
                  </a:lnTo>
                  <a:lnTo>
                    <a:pt x="5362071" y="180843"/>
                  </a:lnTo>
                  <a:lnTo>
                    <a:pt x="5340746" y="142404"/>
                  </a:lnTo>
                  <a:lnTo>
                    <a:pt x="5314413" y="107522"/>
                  </a:lnTo>
                  <a:lnTo>
                    <a:pt x="5283555" y="76681"/>
                  </a:lnTo>
                  <a:lnTo>
                    <a:pt x="5248656" y="50364"/>
                  </a:lnTo>
                  <a:lnTo>
                    <a:pt x="5210202" y="29055"/>
                  </a:lnTo>
                  <a:lnTo>
                    <a:pt x="5168677" y="13235"/>
                  </a:lnTo>
                  <a:lnTo>
                    <a:pt x="5124564" y="3389"/>
                  </a:lnTo>
                  <a:lnTo>
                    <a:pt x="507834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177026" y="3433826"/>
              <a:ext cx="5391150" cy="1876425"/>
            </a:xfrm>
            <a:custGeom>
              <a:avLst/>
              <a:gdLst/>
              <a:ahLst/>
              <a:cxnLst/>
              <a:rect l="l" t="t" r="r" b="b"/>
              <a:pathLst>
                <a:path w="5391150" h="1876425">
                  <a:moveTo>
                    <a:pt x="0" y="312674"/>
                  </a:moveTo>
                  <a:lnTo>
                    <a:pt x="3389" y="266461"/>
                  </a:lnTo>
                  <a:lnTo>
                    <a:pt x="13235" y="222356"/>
                  </a:lnTo>
                  <a:lnTo>
                    <a:pt x="29055" y="180843"/>
                  </a:lnTo>
                  <a:lnTo>
                    <a:pt x="50364" y="142404"/>
                  </a:lnTo>
                  <a:lnTo>
                    <a:pt x="76681" y="107522"/>
                  </a:lnTo>
                  <a:lnTo>
                    <a:pt x="107522" y="76681"/>
                  </a:lnTo>
                  <a:lnTo>
                    <a:pt x="142404" y="50364"/>
                  </a:lnTo>
                  <a:lnTo>
                    <a:pt x="180843" y="29055"/>
                  </a:lnTo>
                  <a:lnTo>
                    <a:pt x="222356" y="13235"/>
                  </a:lnTo>
                  <a:lnTo>
                    <a:pt x="266461" y="3389"/>
                  </a:lnTo>
                  <a:lnTo>
                    <a:pt x="312674" y="0"/>
                  </a:lnTo>
                  <a:lnTo>
                    <a:pt x="5078349" y="0"/>
                  </a:lnTo>
                  <a:lnTo>
                    <a:pt x="5124564" y="3389"/>
                  </a:lnTo>
                  <a:lnTo>
                    <a:pt x="5168677" y="13235"/>
                  </a:lnTo>
                  <a:lnTo>
                    <a:pt x="5210202" y="29055"/>
                  </a:lnTo>
                  <a:lnTo>
                    <a:pt x="5248656" y="50364"/>
                  </a:lnTo>
                  <a:lnTo>
                    <a:pt x="5283555" y="76681"/>
                  </a:lnTo>
                  <a:lnTo>
                    <a:pt x="5314413" y="107522"/>
                  </a:lnTo>
                  <a:lnTo>
                    <a:pt x="5340746" y="142404"/>
                  </a:lnTo>
                  <a:lnTo>
                    <a:pt x="5362071" y="180843"/>
                  </a:lnTo>
                  <a:lnTo>
                    <a:pt x="5377903" y="222356"/>
                  </a:lnTo>
                  <a:lnTo>
                    <a:pt x="5387757" y="266461"/>
                  </a:lnTo>
                  <a:lnTo>
                    <a:pt x="5391150" y="312674"/>
                  </a:lnTo>
                  <a:lnTo>
                    <a:pt x="5391150" y="1563624"/>
                  </a:lnTo>
                  <a:lnTo>
                    <a:pt x="5387757" y="1609839"/>
                  </a:lnTo>
                  <a:lnTo>
                    <a:pt x="5377903" y="1653952"/>
                  </a:lnTo>
                  <a:lnTo>
                    <a:pt x="5362071" y="1695477"/>
                  </a:lnTo>
                  <a:lnTo>
                    <a:pt x="5340746" y="1733931"/>
                  </a:lnTo>
                  <a:lnTo>
                    <a:pt x="5314413" y="1768830"/>
                  </a:lnTo>
                  <a:lnTo>
                    <a:pt x="5283555" y="1799688"/>
                  </a:lnTo>
                  <a:lnTo>
                    <a:pt x="5248656" y="1826021"/>
                  </a:lnTo>
                  <a:lnTo>
                    <a:pt x="5210202" y="1847346"/>
                  </a:lnTo>
                  <a:lnTo>
                    <a:pt x="5168677" y="1863178"/>
                  </a:lnTo>
                  <a:lnTo>
                    <a:pt x="5124564" y="1873032"/>
                  </a:lnTo>
                  <a:lnTo>
                    <a:pt x="5078349" y="1876425"/>
                  </a:lnTo>
                  <a:lnTo>
                    <a:pt x="312674" y="1876425"/>
                  </a:lnTo>
                  <a:lnTo>
                    <a:pt x="266461" y="1873032"/>
                  </a:lnTo>
                  <a:lnTo>
                    <a:pt x="222356" y="1863178"/>
                  </a:lnTo>
                  <a:lnTo>
                    <a:pt x="180843" y="1847346"/>
                  </a:lnTo>
                  <a:lnTo>
                    <a:pt x="142404" y="1826021"/>
                  </a:lnTo>
                  <a:lnTo>
                    <a:pt x="107522" y="1799688"/>
                  </a:lnTo>
                  <a:lnTo>
                    <a:pt x="76681" y="1768830"/>
                  </a:lnTo>
                  <a:lnTo>
                    <a:pt x="50364" y="1733931"/>
                  </a:lnTo>
                  <a:lnTo>
                    <a:pt x="29055" y="1695477"/>
                  </a:lnTo>
                  <a:lnTo>
                    <a:pt x="13235" y="1653952"/>
                  </a:lnTo>
                  <a:lnTo>
                    <a:pt x="3389" y="1609839"/>
                  </a:lnTo>
                  <a:lnTo>
                    <a:pt x="0" y="1563624"/>
                  </a:lnTo>
                  <a:lnTo>
                    <a:pt x="0" y="3126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15050" y="3390900"/>
              <a:ext cx="185737" cy="198602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172200" y="3429000"/>
              <a:ext cx="76200" cy="1876425"/>
            </a:xfrm>
            <a:custGeom>
              <a:avLst/>
              <a:gdLst/>
              <a:ahLst/>
              <a:cxnLst/>
              <a:rect l="l" t="t" r="r" b="b"/>
              <a:pathLst>
                <a:path w="76200" h="1876425">
                  <a:moveTo>
                    <a:pt x="76200" y="0"/>
                  </a:moveTo>
                  <a:lnTo>
                    <a:pt x="0" y="0"/>
                  </a:lnTo>
                  <a:lnTo>
                    <a:pt x="0" y="1876425"/>
                  </a:lnTo>
                  <a:lnTo>
                    <a:pt x="76200" y="18764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457060" y="3594036"/>
            <a:ext cx="1631314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Security</a:t>
            </a:r>
            <a:r>
              <a:rPr dirty="0" sz="1500" spc="-17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4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75" b="1">
                <a:solidFill>
                  <a:srgbClr val="122239"/>
                </a:solidFill>
                <a:latin typeface="Trebuchet MS"/>
                <a:cs typeface="Trebuchet MS"/>
              </a:rPr>
              <a:t>reporting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6457060" y="4015485"/>
            <a:ext cx="469709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Use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RBAC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trails;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protect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sensitive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data;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generate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PDF/CSV/Excel reports.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Stakeholders</a:t>
            </a:r>
            <a:r>
              <a:rPr dirty="0" spc="-290"/>
              <a:t> </a:t>
            </a:r>
            <a:r>
              <a:rPr dirty="0" spc="600"/>
              <a:t>s</a:t>
            </a:r>
            <a:r>
              <a:rPr dirty="0" spc="-215"/>
              <a:t> </a:t>
            </a:r>
            <a:r>
              <a:rPr dirty="0" spc="-90"/>
              <a:t>Role</a:t>
            </a:r>
            <a:r>
              <a:rPr dirty="0" spc="-300"/>
              <a:t> </a:t>
            </a:r>
            <a:r>
              <a:rPr dirty="0" spc="-65"/>
              <a:t>Responsibilities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76255" y="353440"/>
            <a:ext cx="86486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REQUIREMENTS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2978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core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design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principle.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81025" y="1200150"/>
            <a:ext cx="5396230" cy="1519555"/>
            <a:chOff x="581025" y="1200150"/>
            <a:chExt cx="5396230" cy="15195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75" y="1228635"/>
              <a:ext cx="5367450" cy="14812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2937" y="1243076"/>
              <a:ext cx="5306060" cy="1409700"/>
            </a:xfrm>
            <a:custGeom>
              <a:avLst/>
              <a:gdLst/>
              <a:ahLst/>
              <a:cxnLst/>
              <a:rect l="l" t="t" r="r" b="b"/>
              <a:pathLst>
                <a:path w="5306060" h="1409700">
                  <a:moveTo>
                    <a:pt x="5070411" y="0"/>
                  </a:moveTo>
                  <a:lnTo>
                    <a:pt x="234950" y="0"/>
                  </a:lnTo>
                  <a:lnTo>
                    <a:pt x="187600" y="4771"/>
                  </a:lnTo>
                  <a:lnTo>
                    <a:pt x="143498" y="18458"/>
                  </a:lnTo>
                  <a:lnTo>
                    <a:pt x="103588" y="40116"/>
                  </a:lnTo>
                  <a:lnTo>
                    <a:pt x="68816" y="68802"/>
                  </a:lnTo>
                  <a:lnTo>
                    <a:pt x="40126" y="103571"/>
                  </a:lnTo>
                  <a:lnTo>
                    <a:pt x="18464" y="143482"/>
                  </a:lnTo>
                  <a:lnTo>
                    <a:pt x="4773" y="187589"/>
                  </a:lnTo>
                  <a:lnTo>
                    <a:pt x="0" y="234950"/>
                  </a:lnTo>
                  <a:lnTo>
                    <a:pt x="0" y="1174623"/>
                  </a:lnTo>
                  <a:lnTo>
                    <a:pt x="4773" y="1221989"/>
                  </a:lnTo>
                  <a:lnTo>
                    <a:pt x="18464" y="1266110"/>
                  </a:lnTo>
                  <a:lnTo>
                    <a:pt x="40126" y="1306041"/>
                  </a:lnTo>
                  <a:lnTo>
                    <a:pt x="68816" y="1340834"/>
                  </a:lnTo>
                  <a:lnTo>
                    <a:pt x="103588" y="1369543"/>
                  </a:lnTo>
                  <a:lnTo>
                    <a:pt x="143498" y="1391221"/>
                  </a:lnTo>
                  <a:lnTo>
                    <a:pt x="187600" y="1404922"/>
                  </a:lnTo>
                  <a:lnTo>
                    <a:pt x="234950" y="1409700"/>
                  </a:lnTo>
                  <a:lnTo>
                    <a:pt x="5070411" y="1409700"/>
                  </a:lnTo>
                  <a:lnTo>
                    <a:pt x="5117777" y="1404922"/>
                  </a:lnTo>
                  <a:lnTo>
                    <a:pt x="5161899" y="1391221"/>
                  </a:lnTo>
                  <a:lnTo>
                    <a:pt x="5201829" y="1369543"/>
                  </a:lnTo>
                  <a:lnTo>
                    <a:pt x="5236622" y="1340834"/>
                  </a:lnTo>
                  <a:lnTo>
                    <a:pt x="5265331" y="1306041"/>
                  </a:lnTo>
                  <a:lnTo>
                    <a:pt x="5287009" y="1266110"/>
                  </a:lnTo>
                  <a:lnTo>
                    <a:pt x="5300711" y="1221989"/>
                  </a:lnTo>
                  <a:lnTo>
                    <a:pt x="5305488" y="1174623"/>
                  </a:lnTo>
                  <a:lnTo>
                    <a:pt x="5305488" y="234950"/>
                  </a:lnTo>
                  <a:lnTo>
                    <a:pt x="5300711" y="187589"/>
                  </a:lnTo>
                  <a:lnTo>
                    <a:pt x="5287009" y="143482"/>
                  </a:lnTo>
                  <a:lnTo>
                    <a:pt x="5265331" y="103571"/>
                  </a:lnTo>
                  <a:lnTo>
                    <a:pt x="5236622" y="68802"/>
                  </a:lnTo>
                  <a:lnTo>
                    <a:pt x="5201829" y="40116"/>
                  </a:lnTo>
                  <a:lnTo>
                    <a:pt x="5161899" y="18458"/>
                  </a:lnTo>
                  <a:lnTo>
                    <a:pt x="5117777" y="4771"/>
                  </a:lnTo>
                  <a:lnTo>
                    <a:pt x="507041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2937" y="1243076"/>
              <a:ext cx="5306060" cy="1409700"/>
            </a:xfrm>
            <a:custGeom>
              <a:avLst/>
              <a:gdLst/>
              <a:ahLst/>
              <a:cxnLst/>
              <a:rect l="l" t="t" r="r" b="b"/>
              <a:pathLst>
                <a:path w="5306060" h="1409700">
                  <a:moveTo>
                    <a:pt x="0" y="234950"/>
                  </a:moveTo>
                  <a:lnTo>
                    <a:pt x="4773" y="187589"/>
                  </a:lnTo>
                  <a:lnTo>
                    <a:pt x="18464" y="143482"/>
                  </a:lnTo>
                  <a:lnTo>
                    <a:pt x="40126" y="103571"/>
                  </a:lnTo>
                  <a:lnTo>
                    <a:pt x="68816" y="68802"/>
                  </a:lnTo>
                  <a:lnTo>
                    <a:pt x="103588" y="40116"/>
                  </a:lnTo>
                  <a:lnTo>
                    <a:pt x="143498" y="18458"/>
                  </a:lnTo>
                  <a:lnTo>
                    <a:pt x="187600" y="4771"/>
                  </a:lnTo>
                  <a:lnTo>
                    <a:pt x="234950" y="0"/>
                  </a:lnTo>
                  <a:lnTo>
                    <a:pt x="5070411" y="0"/>
                  </a:lnTo>
                  <a:lnTo>
                    <a:pt x="5117777" y="4771"/>
                  </a:lnTo>
                  <a:lnTo>
                    <a:pt x="5161899" y="18458"/>
                  </a:lnTo>
                  <a:lnTo>
                    <a:pt x="5201829" y="40116"/>
                  </a:lnTo>
                  <a:lnTo>
                    <a:pt x="5236622" y="68802"/>
                  </a:lnTo>
                  <a:lnTo>
                    <a:pt x="5265331" y="103571"/>
                  </a:lnTo>
                  <a:lnTo>
                    <a:pt x="5287009" y="143482"/>
                  </a:lnTo>
                  <a:lnTo>
                    <a:pt x="5300711" y="187589"/>
                  </a:lnTo>
                  <a:lnTo>
                    <a:pt x="5305488" y="234950"/>
                  </a:lnTo>
                  <a:lnTo>
                    <a:pt x="5305488" y="1174623"/>
                  </a:lnTo>
                  <a:lnTo>
                    <a:pt x="5300711" y="1221989"/>
                  </a:lnTo>
                  <a:lnTo>
                    <a:pt x="5287009" y="1266110"/>
                  </a:lnTo>
                  <a:lnTo>
                    <a:pt x="5265331" y="1306041"/>
                  </a:lnTo>
                  <a:lnTo>
                    <a:pt x="5236622" y="1340834"/>
                  </a:lnTo>
                  <a:lnTo>
                    <a:pt x="5201829" y="1369543"/>
                  </a:lnTo>
                  <a:lnTo>
                    <a:pt x="5161899" y="1391221"/>
                  </a:lnTo>
                  <a:lnTo>
                    <a:pt x="5117777" y="1404922"/>
                  </a:lnTo>
                  <a:lnTo>
                    <a:pt x="5070411" y="1409700"/>
                  </a:lnTo>
                  <a:lnTo>
                    <a:pt x="234950" y="1409700"/>
                  </a:lnTo>
                  <a:lnTo>
                    <a:pt x="187600" y="1404922"/>
                  </a:lnTo>
                  <a:lnTo>
                    <a:pt x="143498" y="1391221"/>
                  </a:lnTo>
                  <a:lnTo>
                    <a:pt x="103588" y="1369543"/>
                  </a:lnTo>
                  <a:lnTo>
                    <a:pt x="68816" y="1340834"/>
                  </a:lnTo>
                  <a:lnTo>
                    <a:pt x="40126" y="1306041"/>
                  </a:lnTo>
                  <a:lnTo>
                    <a:pt x="18464" y="1266110"/>
                  </a:lnTo>
                  <a:lnTo>
                    <a:pt x="4773" y="1221989"/>
                  </a:lnTo>
                  <a:lnTo>
                    <a:pt x="0" y="1174623"/>
                  </a:lnTo>
                  <a:lnTo>
                    <a:pt x="0" y="2349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" y="1200150"/>
              <a:ext cx="185737" cy="15191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8175" y="1238250"/>
              <a:ext cx="76200" cy="1409700"/>
            </a:xfrm>
            <a:custGeom>
              <a:avLst/>
              <a:gdLst/>
              <a:ahLst/>
              <a:cxnLst/>
              <a:rect l="l" t="t" r="r" b="b"/>
              <a:pathLst>
                <a:path w="76200" h="1409700">
                  <a:moveTo>
                    <a:pt x="76200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76200" y="1409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20750" y="1396682"/>
            <a:ext cx="96520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Doctor</a:t>
            </a:r>
            <a:r>
              <a:rPr dirty="0" sz="1500" spc="-20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122239"/>
                </a:solidFill>
                <a:latin typeface="Trebuchet MS"/>
                <a:cs typeface="Trebuchet MS"/>
              </a:rPr>
              <a:t>/</a:t>
            </a:r>
            <a:r>
              <a:rPr dirty="0" sz="1500" spc="-114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5" b="1">
                <a:solidFill>
                  <a:srgbClr val="122239"/>
                </a:solidFill>
                <a:latin typeface="Trebuchet MS"/>
                <a:cs typeface="Trebuchet MS"/>
              </a:rPr>
              <a:t>GP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0750" y="1817814"/>
            <a:ext cx="463994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Create,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edit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digitally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sign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prescriptions;</a:t>
            </a:r>
            <a:r>
              <a:rPr dirty="0" sz="11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view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patient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records;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manage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clinical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notes.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62675" y="1200150"/>
            <a:ext cx="5396230" cy="1519555"/>
            <a:chOff x="6162675" y="1200150"/>
            <a:chExt cx="5396230" cy="151955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1225" y="1228635"/>
              <a:ext cx="5367450" cy="14812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24651" y="1243076"/>
              <a:ext cx="5305425" cy="1409700"/>
            </a:xfrm>
            <a:custGeom>
              <a:avLst/>
              <a:gdLst/>
              <a:ahLst/>
              <a:cxnLst/>
              <a:rect l="l" t="t" r="r" b="b"/>
              <a:pathLst>
                <a:path w="5305425" h="1409700">
                  <a:moveTo>
                    <a:pt x="5070348" y="0"/>
                  </a:moveTo>
                  <a:lnTo>
                    <a:pt x="234950" y="0"/>
                  </a:lnTo>
                  <a:lnTo>
                    <a:pt x="187589" y="4771"/>
                  </a:lnTo>
                  <a:lnTo>
                    <a:pt x="143482" y="18458"/>
                  </a:lnTo>
                  <a:lnTo>
                    <a:pt x="103571" y="40116"/>
                  </a:lnTo>
                  <a:lnTo>
                    <a:pt x="68802" y="68802"/>
                  </a:lnTo>
                  <a:lnTo>
                    <a:pt x="40116" y="103571"/>
                  </a:lnTo>
                  <a:lnTo>
                    <a:pt x="18458" y="143482"/>
                  </a:lnTo>
                  <a:lnTo>
                    <a:pt x="4771" y="187589"/>
                  </a:lnTo>
                  <a:lnTo>
                    <a:pt x="0" y="234950"/>
                  </a:lnTo>
                  <a:lnTo>
                    <a:pt x="0" y="1174623"/>
                  </a:lnTo>
                  <a:lnTo>
                    <a:pt x="4771" y="1221989"/>
                  </a:lnTo>
                  <a:lnTo>
                    <a:pt x="18458" y="1266110"/>
                  </a:lnTo>
                  <a:lnTo>
                    <a:pt x="40116" y="1306041"/>
                  </a:lnTo>
                  <a:lnTo>
                    <a:pt x="68802" y="1340834"/>
                  </a:lnTo>
                  <a:lnTo>
                    <a:pt x="103571" y="1369543"/>
                  </a:lnTo>
                  <a:lnTo>
                    <a:pt x="143482" y="1391221"/>
                  </a:lnTo>
                  <a:lnTo>
                    <a:pt x="187589" y="1404922"/>
                  </a:lnTo>
                  <a:lnTo>
                    <a:pt x="234950" y="1409700"/>
                  </a:lnTo>
                  <a:lnTo>
                    <a:pt x="5070348" y="1409700"/>
                  </a:lnTo>
                  <a:lnTo>
                    <a:pt x="5117714" y="1404922"/>
                  </a:lnTo>
                  <a:lnTo>
                    <a:pt x="5161835" y="1391221"/>
                  </a:lnTo>
                  <a:lnTo>
                    <a:pt x="5201766" y="1369543"/>
                  </a:lnTo>
                  <a:lnTo>
                    <a:pt x="5236559" y="1340834"/>
                  </a:lnTo>
                  <a:lnTo>
                    <a:pt x="5265268" y="1306041"/>
                  </a:lnTo>
                  <a:lnTo>
                    <a:pt x="5286946" y="1266110"/>
                  </a:lnTo>
                  <a:lnTo>
                    <a:pt x="5300647" y="1221989"/>
                  </a:lnTo>
                  <a:lnTo>
                    <a:pt x="5305425" y="1174623"/>
                  </a:lnTo>
                  <a:lnTo>
                    <a:pt x="5305425" y="234950"/>
                  </a:lnTo>
                  <a:lnTo>
                    <a:pt x="5300647" y="187589"/>
                  </a:lnTo>
                  <a:lnTo>
                    <a:pt x="5286946" y="143482"/>
                  </a:lnTo>
                  <a:lnTo>
                    <a:pt x="5265268" y="103571"/>
                  </a:lnTo>
                  <a:lnTo>
                    <a:pt x="5236559" y="68802"/>
                  </a:lnTo>
                  <a:lnTo>
                    <a:pt x="5201766" y="40116"/>
                  </a:lnTo>
                  <a:lnTo>
                    <a:pt x="5161835" y="18458"/>
                  </a:lnTo>
                  <a:lnTo>
                    <a:pt x="5117714" y="4771"/>
                  </a:lnTo>
                  <a:lnTo>
                    <a:pt x="50703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24651" y="1243076"/>
              <a:ext cx="5305425" cy="1409700"/>
            </a:xfrm>
            <a:custGeom>
              <a:avLst/>
              <a:gdLst/>
              <a:ahLst/>
              <a:cxnLst/>
              <a:rect l="l" t="t" r="r" b="b"/>
              <a:pathLst>
                <a:path w="5305425" h="1409700">
                  <a:moveTo>
                    <a:pt x="0" y="234950"/>
                  </a:moveTo>
                  <a:lnTo>
                    <a:pt x="4771" y="187589"/>
                  </a:lnTo>
                  <a:lnTo>
                    <a:pt x="18458" y="143482"/>
                  </a:lnTo>
                  <a:lnTo>
                    <a:pt x="40116" y="103571"/>
                  </a:lnTo>
                  <a:lnTo>
                    <a:pt x="68802" y="68802"/>
                  </a:lnTo>
                  <a:lnTo>
                    <a:pt x="103571" y="40116"/>
                  </a:lnTo>
                  <a:lnTo>
                    <a:pt x="143482" y="18458"/>
                  </a:lnTo>
                  <a:lnTo>
                    <a:pt x="187589" y="4771"/>
                  </a:lnTo>
                  <a:lnTo>
                    <a:pt x="234950" y="0"/>
                  </a:lnTo>
                  <a:lnTo>
                    <a:pt x="5070348" y="0"/>
                  </a:lnTo>
                  <a:lnTo>
                    <a:pt x="5117714" y="4771"/>
                  </a:lnTo>
                  <a:lnTo>
                    <a:pt x="5161835" y="18458"/>
                  </a:lnTo>
                  <a:lnTo>
                    <a:pt x="5201766" y="40116"/>
                  </a:lnTo>
                  <a:lnTo>
                    <a:pt x="5236559" y="68802"/>
                  </a:lnTo>
                  <a:lnTo>
                    <a:pt x="5265268" y="103571"/>
                  </a:lnTo>
                  <a:lnTo>
                    <a:pt x="5286946" y="143482"/>
                  </a:lnTo>
                  <a:lnTo>
                    <a:pt x="5300647" y="187589"/>
                  </a:lnTo>
                  <a:lnTo>
                    <a:pt x="5305425" y="234950"/>
                  </a:lnTo>
                  <a:lnTo>
                    <a:pt x="5305425" y="1174623"/>
                  </a:lnTo>
                  <a:lnTo>
                    <a:pt x="5300647" y="1221989"/>
                  </a:lnTo>
                  <a:lnTo>
                    <a:pt x="5286946" y="1266110"/>
                  </a:lnTo>
                  <a:lnTo>
                    <a:pt x="5265268" y="1306041"/>
                  </a:lnTo>
                  <a:lnTo>
                    <a:pt x="5236559" y="1340834"/>
                  </a:lnTo>
                  <a:lnTo>
                    <a:pt x="5201766" y="1369543"/>
                  </a:lnTo>
                  <a:lnTo>
                    <a:pt x="5161835" y="1391221"/>
                  </a:lnTo>
                  <a:lnTo>
                    <a:pt x="5117714" y="1404922"/>
                  </a:lnTo>
                  <a:lnTo>
                    <a:pt x="5070348" y="1409700"/>
                  </a:lnTo>
                  <a:lnTo>
                    <a:pt x="234950" y="1409700"/>
                  </a:lnTo>
                  <a:lnTo>
                    <a:pt x="187589" y="1404922"/>
                  </a:lnTo>
                  <a:lnTo>
                    <a:pt x="143482" y="1391221"/>
                  </a:lnTo>
                  <a:lnTo>
                    <a:pt x="103571" y="1369543"/>
                  </a:lnTo>
                  <a:lnTo>
                    <a:pt x="68802" y="1340834"/>
                  </a:lnTo>
                  <a:lnTo>
                    <a:pt x="40116" y="1306041"/>
                  </a:lnTo>
                  <a:lnTo>
                    <a:pt x="18458" y="1266110"/>
                  </a:lnTo>
                  <a:lnTo>
                    <a:pt x="4771" y="1221989"/>
                  </a:lnTo>
                  <a:lnTo>
                    <a:pt x="0" y="1174623"/>
                  </a:lnTo>
                  <a:lnTo>
                    <a:pt x="0" y="2349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62675" y="1200150"/>
              <a:ext cx="176212" cy="15191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9825" y="1238250"/>
              <a:ext cx="66675" cy="1409700"/>
            </a:xfrm>
            <a:custGeom>
              <a:avLst/>
              <a:gdLst/>
              <a:ahLst/>
              <a:cxnLst/>
              <a:rect l="l" t="t" r="r" b="b"/>
              <a:pathLst>
                <a:path w="66675" h="1409700">
                  <a:moveTo>
                    <a:pt x="66675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66675" y="14097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02781" y="1396682"/>
            <a:ext cx="6051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122239"/>
                </a:solidFill>
                <a:latin typeface="Trebuchet MS"/>
                <a:cs typeface="Trebuchet MS"/>
              </a:rPr>
              <a:t>Patient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02781" y="1817814"/>
            <a:ext cx="466407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View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prescriptions;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receive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reminders;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track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taken/missed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doses;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request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renewals;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update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profile.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1025" y="2933700"/>
            <a:ext cx="5396230" cy="1529080"/>
            <a:chOff x="581025" y="2933700"/>
            <a:chExt cx="5396230" cy="152908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575" y="2962185"/>
              <a:ext cx="5367450" cy="149074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2937" y="2976626"/>
              <a:ext cx="5306060" cy="1419225"/>
            </a:xfrm>
            <a:custGeom>
              <a:avLst/>
              <a:gdLst/>
              <a:ahLst/>
              <a:cxnLst/>
              <a:rect l="l" t="t" r="r" b="b"/>
              <a:pathLst>
                <a:path w="5306060" h="1419225">
                  <a:moveTo>
                    <a:pt x="5068887" y="0"/>
                  </a:moveTo>
                  <a:lnTo>
                    <a:pt x="236537" y="0"/>
                  </a:lnTo>
                  <a:lnTo>
                    <a:pt x="188868" y="4800"/>
                  </a:lnTo>
                  <a:lnTo>
                    <a:pt x="144468" y="18571"/>
                  </a:lnTo>
                  <a:lnTo>
                    <a:pt x="104288" y="40364"/>
                  </a:lnTo>
                  <a:lnTo>
                    <a:pt x="69281" y="69230"/>
                  </a:lnTo>
                  <a:lnTo>
                    <a:pt x="40397" y="104223"/>
                  </a:lnTo>
                  <a:lnTo>
                    <a:pt x="18588" y="144393"/>
                  </a:lnTo>
                  <a:lnTo>
                    <a:pt x="4805" y="188792"/>
                  </a:lnTo>
                  <a:lnTo>
                    <a:pt x="0" y="236474"/>
                  </a:lnTo>
                  <a:lnTo>
                    <a:pt x="0" y="1182624"/>
                  </a:lnTo>
                  <a:lnTo>
                    <a:pt x="4805" y="1230310"/>
                  </a:lnTo>
                  <a:lnTo>
                    <a:pt x="18588" y="1274724"/>
                  </a:lnTo>
                  <a:lnTo>
                    <a:pt x="40397" y="1314915"/>
                  </a:lnTo>
                  <a:lnTo>
                    <a:pt x="69281" y="1349930"/>
                  </a:lnTo>
                  <a:lnTo>
                    <a:pt x="104288" y="1378820"/>
                  </a:lnTo>
                  <a:lnTo>
                    <a:pt x="144468" y="1400633"/>
                  </a:lnTo>
                  <a:lnTo>
                    <a:pt x="188868" y="1414418"/>
                  </a:lnTo>
                  <a:lnTo>
                    <a:pt x="236537" y="1419225"/>
                  </a:lnTo>
                  <a:lnTo>
                    <a:pt x="5068887" y="1419225"/>
                  </a:lnTo>
                  <a:lnTo>
                    <a:pt x="5116574" y="1414418"/>
                  </a:lnTo>
                  <a:lnTo>
                    <a:pt x="5160988" y="1400633"/>
                  </a:lnTo>
                  <a:lnTo>
                    <a:pt x="5201178" y="1378820"/>
                  </a:lnTo>
                  <a:lnTo>
                    <a:pt x="5236194" y="1349930"/>
                  </a:lnTo>
                  <a:lnTo>
                    <a:pt x="5265083" y="1314915"/>
                  </a:lnTo>
                  <a:lnTo>
                    <a:pt x="5286896" y="1274724"/>
                  </a:lnTo>
                  <a:lnTo>
                    <a:pt x="5300682" y="1230310"/>
                  </a:lnTo>
                  <a:lnTo>
                    <a:pt x="5305488" y="1182624"/>
                  </a:lnTo>
                  <a:lnTo>
                    <a:pt x="5305488" y="236474"/>
                  </a:lnTo>
                  <a:lnTo>
                    <a:pt x="5300682" y="188792"/>
                  </a:lnTo>
                  <a:lnTo>
                    <a:pt x="5286896" y="144393"/>
                  </a:lnTo>
                  <a:lnTo>
                    <a:pt x="5265083" y="104223"/>
                  </a:lnTo>
                  <a:lnTo>
                    <a:pt x="5236194" y="69230"/>
                  </a:lnTo>
                  <a:lnTo>
                    <a:pt x="5201178" y="40364"/>
                  </a:lnTo>
                  <a:lnTo>
                    <a:pt x="5160988" y="18571"/>
                  </a:lnTo>
                  <a:lnTo>
                    <a:pt x="5116574" y="4800"/>
                  </a:lnTo>
                  <a:lnTo>
                    <a:pt x="5068887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2937" y="2976626"/>
              <a:ext cx="5306060" cy="1419225"/>
            </a:xfrm>
            <a:custGeom>
              <a:avLst/>
              <a:gdLst/>
              <a:ahLst/>
              <a:cxnLst/>
              <a:rect l="l" t="t" r="r" b="b"/>
              <a:pathLst>
                <a:path w="5306060" h="1419225">
                  <a:moveTo>
                    <a:pt x="0" y="236474"/>
                  </a:moveTo>
                  <a:lnTo>
                    <a:pt x="4805" y="188792"/>
                  </a:lnTo>
                  <a:lnTo>
                    <a:pt x="18588" y="144393"/>
                  </a:lnTo>
                  <a:lnTo>
                    <a:pt x="40397" y="104223"/>
                  </a:lnTo>
                  <a:lnTo>
                    <a:pt x="69281" y="69230"/>
                  </a:lnTo>
                  <a:lnTo>
                    <a:pt x="104288" y="40364"/>
                  </a:lnTo>
                  <a:lnTo>
                    <a:pt x="144468" y="18571"/>
                  </a:lnTo>
                  <a:lnTo>
                    <a:pt x="188868" y="4800"/>
                  </a:lnTo>
                  <a:lnTo>
                    <a:pt x="236537" y="0"/>
                  </a:lnTo>
                  <a:lnTo>
                    <a:pt x="5068887" y="0"/>
                  </a:lnTo>
                  <a:lnTo>
                    <a:pt x="5116574" y="4800"/>
                  </a:lnTo>
                  <a:lnTo>
                    <a:pt x="5160988" y="18571"/>
                  </a:lnTo>
                  <a:lnTo>
                    <a:pt x="5201178" y="40364"/>
                  </a:lnTo>
                  <a:lnTo>
                    <a:pt x="5236194" y="69230"/>
                  </a:lnTo>
                  <a:lnTo>
                    <a:pt x="5265083" y="104223"/>
                  </a:lnTo>
                  <a:lnTo>
                    <a:pt x="5286896" y="144393"/>
                  </a:lnTo>
                  <a:lnTo>
                    <a:pt x="5300682" y="188792"/>
                  </a:lnTo>
                  <a:lnTo>
                    <a:pt x="5305488" y="236474"/>
                  </a:lnTo>
                  <a:lnTo>
                    <a:pt x="5305488" y="1182624"/>
                  </a:lnTo>
                  <a:lnTo>
                    <a:pt x="5300682" y="1230310"/>
                  </a:lnTo>
                  <a:lnTo>
                    <a:pt x="5286896" y="1274724"/>
                  </a:lnTo>
                  <a:lnTo>
                    <a:pt x="5265083" y="1314915"/>
                  </a:lnTo>
                  <a:lnTo>
                    <a:pt x="5236194" y="1349930"/>
                  </a:lnTo>
                  <a:lnTo>
                    <a:pt x="5201178" y="1378820"/>
                  </a:lnTo>
                  <a:lnTo>
                    <a:pt x="5160988" y="1400633"/>
                  </a:lnTo>
                  <a:lnTo>
                    <a:pt x="5116574" y="1414418"/>
                  </a:lnTo>
                  <a:lnTo>
                    <a:pt x="5068887" y="1419225"/>
                  </a:lnTo>
                  <a:lnTo>
                    <a:pt x="236537" y="1419225"/>
                  </a:lnTo>
                  <a:lnTo>
                    <a:pt x="188868" y="1414418"/>
                  </a:lnTo>
                  <a:lnTo>
                    <a:pt x="144468" y="1400633"/>
                  </a:lnTo>
                  <a:lnTo>
                    <a:pt x="104288" y="1378820"/>
                  </a:lnTo>
                  <a:lnTo>
                    <a:pt x="69281" y="1349930"/>
                  </a:lnTo>
                  <a:lnTo>
                    <a:pt x="40397" y="1314915"/>
                  </a:lnTo>
                  <a:lnTo>
                    <a:pt x="18588" y="1274724"/>
                  </a:lnTo>
                  <a:lnTo>
                    <a:pt x="4805" y="1230310"/>
                  </a:lnTo>
                  <a:lnTo>
                    <a:pt x="0" y="1182624"/>
                  </a:lnTo>
                  <a:lnTo>
                    <a:pt x="0" y="2364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1025" y="2933700"/>
              <a:ext cx="185737" cy="15286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38175" y="2971800"/>
              <a:ext cx="76200" cy="1419225"/>
            </a:xfrm>
            <a:custGeom>
              <a:avLst/>
              <a:gdLst/>
              <a:ahLst/>
              <a:cxnLst/>
              <a:rect l="l" t="t" r="r" b="b"/>
              <a:pathLst>
                <a:path w="76200" h="1419225">
                  <a:moveTo>
                    <a:pt x="76200" y="0"/>
                  </a:moveTo>
                  <a:lnTo>
                    <a:pt x="0" y="0"/>
                  </a:lnTo>
                  <a:lnTo>
                    <a:pt x="0" y="1419225"/>
                  </a:lnTo>
                  <a:lnTo>
                    <a:pt x="76200" y="14192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20750" y="3136328"/>
            <a:ext cx="95504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5" b="1">
                <a:solidFill>
                  <a:srgbClr val="122239"/>
                </a:solidFill>
                <a:latin typeface="Trebuchet MS"/>
                <a:cs typeface="Trebuchet MS"/>
              </a:rPr>
              <a:t>Pharmacist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0750" y="3557651"/>
            <a:ext cx="445325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Verify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prescriptions;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record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dispensing;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manage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medicine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batches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inventory;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generate</a:t>
            </a:r>
            <a:r>
              <a:rPr dirty="0" sz="11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reports.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62675" y="2933700"/>
            <a:ext cx="5396230" cy="1529080"/>
            <a:chOff x="6162675" y="2933700"/>
            <a:chExt cx="5396230" cy="1529080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1225" y="2962185"/>
              <a:ext cx="5367450" cy="149074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224651" y="2976626"/>
              <a:ext cx="5305425" cy="1419225"/>
            </a:xfrm>
            <a:custGeom>
              <a:avLst/>
              <a:gdLst/>
              <a:ahLst/>
              <a:cxnLst/>
              <a:rect l="l" t="t" r="r" b="b"/>
              <a:pathLst>
                <a:path w="5305425" h="1419225">
                  <a:moveTo>
                    <a:pt x="5068824" y="0"/>
                  </a:moveTo>
                  <a:lnTo>
                    <a:pt x="236474" y="0"/>
                  </a:lnTo>
                  <a:lnTo>
                    <a:pt x="188792" y="4800"/>
                  </a:lnTo>
                  <a:lnTo>
                    <a:pt x="144393" y="18571"/>
                  </a:lnTo>
                  <a:lnTo>
                    <a:pt x="104223" y="40364"/>
                  </a:lnTo>
                  <a:lnTo>
                    <a:pt x="69230" y="69230"/>
                  </a:lnTo>
                  <a:lnTo>
                    <a:pt x="40364" y="104223"/>
                  </a:lnTo>
                  <a:lnTo>
                    <a:pt x="18571" y="144393"/>
                  </a:lnTo>
                  <a:lnTo>
                    <a:pt x="4800" y="188792"/>
                  </a:lnTo>
                  <a:lnTo>
                    <a:pt x="0" y="236474"/>
                  </a:lnTo>
                  <a:lnTo>
                    <a:pt x="0" y="1182624"/>
                  </a:lnTo>
                  <a:lnTo>
                    <a:pt x="4800" y="1230310"/>
                  </a:lnTo>
                  <a:lnTo>
                    <a:pt x="18571" y="1274724"/>
                  </a:lnTo>
                  <a:lnTo>
                    <a:pt x="40364" y="1314915"/>
                  </a:lnTo>
                  <a:lnTo>
                    <a:pt x="69230" y="1349930"/>
                  </a:lnTo>
                  <a:lnTo>
                    <a:pt x="104223" y="1378820"/>
                  </a:lnTo>
                  <a:lnTo>
                    <a:pt x="144393" y="1400633"/>
                  </a:lnTo>
                  <a:lnTo>
                    <a:pt x="188792" y="1414418"/>
                  </a:lnTo>
                  <a:lnTo>
                    <a:pt x="236474" y="1419225"/>
                  </a:lnTo>
                  <a:lnTo>
                    <a:pt x="5068824" y="1419225"/>
                  </a:lnTo>
                  <a:lnTo>
                    <a:pt x="5116510" y="1414418"/>
                  </a:lnTo>
                  <a:lnTo>
                    <a:pt x="5160924" y="1400633"/>
                  </a:lnTo>
                  <a:lnTo>
                    <a:pt x="5201115" y="1378820"/>
                  </a:lnTo>
                  <a:lnTo>
                    <a:pt x="5236130" y="1349930"/>
                  </a:lnTo>
                  <a:lnTo>
                    <a:pt x="5265020" y="1314915"/>
                  </a:lnTo>
                  <a:lnTo>
                    <a:pt x="5286833" y="1274724"/>
                  </a:lnTo>
                  <a:lnTo>
                    <a:pt x="5300618" y="1230310"/>
                  </a:lnTo>
                  <a:lnTo>
                    <a:pt x="5305425" y="1182624"/>
                  </a:lnTo>
                  <a:lnTo>
                    <a:pt x="5305425" y="236474"/>
                  </a:lnTo>
                  <a:lnTo>
                    <a:pt x="5300618" y="188792"/>
                  </a:lnTo>
                  <a:lnTo>
                    <a:pt x="5286833" y="144393"/>
                  </a:lnTo>
                  <a:lnTo>
                    <a:pt x="5265020" y="104223"/>
                  </a:lnTo>
                  <a:lnTo>
                    <a:pt x="5236130" y="69230"/>
                  </a:lnTo>
                  <a:lnTo>
                    <a:pt x="5201115" y="40364"/>
                  </a:lnTo>
                  <a:lnTo>
                    <a:pt x="5160924" y="18571"/>
                  </a:lnTo>
                  <a:lnTo>
                    <a:pt x="5116510" y="4800"/>
                  </a:lnTo>
                  <a:lnTo>
                    <a:pt x="50688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24651" y="2976626"/>
              <a:ext cx="5305425" cy="1419225"/>
            </a:xfrm>
            <a:custGeom>
              <a:avLst/>
              <a:gdLst/>
              <a:ahLst/>
              <a:cxnLst/>
              <a:rect l="l" t="t" r="r" b="b"/>
              <a:pathLst>
                <a:path w="5305425" h="1419225">
                  <a:moveTo>
                    <a:pt x="0" y="236474"/>
                  </a:moveTo>
                  <a:lnTo>
                    <a:pt x="4800" y="188792"/>
                  </a:lnTo>
                  <a:lnTo>
                    <a:pt x="18571" y="144393"/>
                  </a:lnTo>
                  <a:lnTo>
                    <a:pt x="40364" y="104223"/>
                  </a:lnTo>
                  <a:lnTo>
                    <a:pt x="69230" y="69230"/>
                  </a:lnTo>
                  <a:lnTo>
                    <a:pt x="104223" y="40364"/>
                  </a:lnTo>
                  <a:lnTo>
                    <a:pt x="144393" y="18571"/>
                  </a:lnTo>
                  <a:lnTo>
                    <a:pt x="188792" y="4800"/>
                  </a:lnTo>
                  <a:lnTo>
                    <a:pt x="236474" y="0"/>
                  </a:lnTo>
                  <a:lnTo>
                    <a:pt x="5068824" y="0"/>
                  </a:lnTo>
                  <a:lnTo>
                    <a:pt x="5116510" y="4800"/>
                  </a:lnTo>
                  <a:lnTo>
                    <a:pt x="5160924" y="18571"/>
                  </a:lnTo>
                  <a:lnTo>
                    <a:pt x="5201115" y="40364"/>
                  </a:lnTo>
                  <a:lnTo>
                    <a:pt x="5236130" y="69230"/>
                  </a:lnTo>
                  <a:lnTo>
                    <a:pt x="5265020" y="104223"/>
                  </a:lnTo>
                  <a:lnTo>
                    <a:pt x="5286833" y="144393"/>
                  </a:lnTo>
                  <a:lnTo>
                    <a:pt x="5300618" y="188792"/>
                  </a:lnTo>
                  <a:lnTo>
                    <a:pt x="5305425" y="236474"/>
                  </a:lnTo>
                  <a:lnTo>
                    <a:pt x="5305425" y="1182624"/>
                  </a:lnTo>
                  <a:lnTo>
                    <a:pt x="5300618" y="1230310"/>
                  </a:lnTo>
                  <a:lnTo>
                    <a:pt x="5286833" y="1274724"/>
                  </a:lnTo>
                  <a:lnTo>
                    <a:pt x="5265020" y="1314915"/>
                  </a:lnTo>
                  <a:lnTo>
                    <a:pt x="5236130" y="1349930"/>
                  </a:lnTo>
                  <a:lnTo>
                    <a:pt x="5201115" y="1378820"/>
                  </a:lnTo>
                  <a:lnTo>
                    <a:pt x="5160924" y="1400633"/>
                  </a:lnTo>
                  <a:lnTo>
                    <a:pt x="5116510" y="1414418"/>
                  </a:lnTo>
                  <a:lnTo>
                    <a:pt x="5068824" y="1419225"/>
                  </a:lnTo>
                  <a:lnTo>
                    <a:pt x="236474" y="1419225"/>
                  </a:lnTo>
                  <a:lnTo>
                    <a:pt x="188792" y="1414418"/>
                  </a:lnTo>
                  <a:lnTo>
                    <a:pt x="144393" y="1400633"/>
                  </a:lnTo>
                  <a:lnTo>
                    <a:pt x="104223" y="1378820"/>
                  </a:lnTo>
                  <a:lnTo>
                    <a:pt x="69230" y="1349930"/>
                  </a:lnTo>
                  <a:lnTo>
                    <a:pt x="40364" y="1314915"/>
                  </a:lnTo>
                  <a:lnTo>
                    <a:pt x="18571" y="1274724"/>
                  </a:lnTo>
                  <a:lnTo>
                    <a:pt x="4800" y="1230310"/>
                  </a:lnTo>
                  <a:lnTo>
                    <a:pt x="0" y="1182624"/>
                  </a:lnTo>
                  <a:lnTo>
                    <a:pt x="0" y="2364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62675" y="2933700"/>
              <a:ext cx="176212" cy="15286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19825" y="2971800"/>
              <a:ext cx="66675" cy="1419225"/>
            </a:xfrm>
            <a:custGeom>
              <a:avLst/>
              <a:gdLst/>
              <a:ahLst/>
              <a:cxnLst/>
              <a:rect l="l" t="t" r="r" b="b"/>
              <a:pathLst>
                <a:path w="66675" h="1419225">
                  <a:moveTo>
                    <a:pt x="66675" y="0"/>
                  </a:moveTo>
                  <a:lnTo>
                    <a:pt x="0" y="0"/>
                  </a:lnTo>
                  <a:lnTo>
                    <a:pt x="0" y="1419225"/>
                  </a:lnTo>
                  <a:lnTo>
                    <a:pt x="66675" y="14192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502781" y="3136328"/>
            <a:ext cx="114109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Administrator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6502781" y="3557651"/>
            <a:ext cx="4705350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Manage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users,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roles,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permissions,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settings,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logs,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reports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system security.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7262" y="4807294"/>
            <a:ext cx="7281545" cy="63563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RBAC</a:t>
            </a:r>
            <a:r>
              <a:rPr dirty="0" sz="14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ensures</a:t>
            </a:r>
            <a:r>
              <a:rPr dirty="0" sz="14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users</a:t>
            </a:r>
            <a:r>
              <a:rPr dirty="0" sz="14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only</a:t>
            </a:r>
            <a:r>
              <a:rPr dirty="0" sz="14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dirty="0" sz="1400" spc="-1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functions</a:t>
            </a:r>
            <a:r>
              <a:rPr dirty="0" sz="14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22C39"/>
                </a:solidFill>
                <a:latin typeface="Tahoma"/>
                <a:cs typeface="Tahoma"/>
              </a:rPr>
              <a:t>relevant</a:t>
            </a:r>
            <a:r>
              <a:rPr dirty="0" sz="14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4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their</a:t>
            </a:r>
            <a:r>
              <a:rPr dirty="0" sz="14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responsibilities.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Sensitive</a:t>
            </a:r>
            <a:r>
              <a:rPr dirty="0" sz="14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clinical</a:t>
            </a:r>
            <a:r>
              <a:rPr dirty="0" sz="14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information</a:t>
            </a:r>
            <a:r>
              <a:rPr dirty="0" sz="14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4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protected</a:t>
            </a:r>
            <a:r>
              <a:rPr dirty="0" sz="14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22C39"/>
                </a:solidFill>
                <a:latin typeface="Tahoma"/>
                <a:cs typeface="Tahoma"/>
              </a:rPr>
              <a:t>through</a:t>
            </a:r>
            <a:r>
              <a:rPr dirty="0" sz="14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encryption,</a:t>
            </a:r>
            <a:r>
              <a:rPr dirty="0" sz="14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authentication</a:t>
            </a:r>
            <a:r>
              <a:rPr dirty="0" sz="14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4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400" spc="-1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logging.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70"/>
              <a:t>Project</a:t>
            </a:r>
            <a:r>
              <a:rPr dirty="0" spc="-254"/>
              <a:t> </a:t>
            </a:r>
            <a:r>
              <a:rPr dirty="0" spc="-110"/>
              <a:t>Scope,</a:t>
            </a:r>
            <a:r>
              <a:rPr dirty="0" spc="-210"/>
              <a:t> </a:t>
            </a:r>
            <a:r>
              <a:rPr dirty="0" spc="-125"/>
              <a:t>Limitations</a:t>
            </a:r>
            <a:r>
              <a:rPr dirty="0" spc="-210"/>
              <a:t> </a:t>
            </a:r>
            <a:r>
              <a:rPr dirty="0" spc="600"/>
              <a:t>s</a:t>
            </a:r>
            <a:r>
              <a:rPr dirty="0" spc="-295"/>
              <a:t> </a:t>
            </a:r>
            <a:r>
              <a:rPr dirty="0" spc="-70"/>
              <a:t>Deliverables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76255" y="353440"/>
            <a:ext cx="86486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REQUIREMENTS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712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defines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what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included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what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remains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outside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scope.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200022"/>
            <a:ext cx="3748404" cy="2167255"/>
            <a:chOff x="533400" y="1200022"/>
            <a:chExt cx="3748404" cy="21672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9" y="1228536"/>
              <a:ext cx="3719647" cy="21290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243075"/>
              <a:ext cx="3658235" cy="2057400"/>
            </a:xfrm>
            <a:custGeom>
              <a:avLst/>
              <a:gdLst/>
              <a:ahLst/>
              <a:cxnLst/>
              <a:rect l="l" t="t" r="r" b="b"/>
              <a:pathLst>
                <a:path w="3658235" h="2057400">
                  <a:moveTo>
                    <a:pt x="3314636" y="0"/>
                  </a:moveTo>
                  <a:lnTo>
                    <a:pt x="342912" y="0"/>
                  </a:lnTo>
                  <a:lnTo>
                    <a:pt x="296382" y="3128"/>
                  </a:lnTo>
                  <a:lnTo>
                    <a:pt x="251753" y="12241"/>
                  </a:lnTo>
                  <a:lnTo>
                    <a:pt x="209436" y="26931"/>
                  </a:lnTo>
                  <a:lnTo>
                    <a:pt x="169839" y="46792"/>
                  </a:lnTo>
                  <a:lnTo>
                    <a:pt x="133370" y="71415"/>
                  </a:lnTo>
                  <a:lnTo>
                    <a:pt x="100437" y="100393"/>
                  </a:lnTo>
                  <a:lnTo>
                    <a:pt x="71451" y="133319"/>
                  </a:lnTo>
                  <a:lnTo>
                    <a:pt x="46818" y="169784"/>
                  </a:lnTo>
                  <a:lnTo>
                    <a:pt x="26948" y="209383"/>
                  </a:lnTo>
                  <a:lnTo>
                    <a:pt x="12249" y="251706"/>
                  </a:lnTo>
                  <a:lnTo>
                    <a:pt x="3130" y="296348"/>
                  </a:lnTo>
                  <a:lnTo>
                    <a:pt x="0" y="342900"/>
                  </a:lnTo>
                  <a:lnTo>
                    <a:pt x="0" y="1714373"/>
                  </a:lnTo>
                  <a:lnTo>
                    <a:pt x="3130" y="1760924"/>
                  </a:lnTo>
                  <a:lnTo>
                    <a:pt x="12249" y="1805566"/>
                  </a:lnTo>
                  <a:lnTo>
                    <a:pt x="26948" y="1847889"/>
                  </a:lnTo>
                  <a:lnTo>
                    <a:pt x="46818" y="1887488"/>
                  </a:lnTo>
                  <a:lnTo>
                    <a:pt x="71451" y="1923953"/>
                  </a:lnTo>
                  <a:lnTo>
                    <a:pt x="100437" y="1956879"/>
                  </a:lnTo>
                  <a:lnTo>
                    <a:pt x="133370" y="1985857"/>
                  </a:lnTo>
                  <a:lnTo>
                    <a:pt x="169839" y="2010480"/>
                  </a:lnTo>
                  <a:lnTo>
                    <a:pt x="209436" y="2030341"/>
                  </a:lnTo>
                  <a:lnTo>
                    <a:pt x="251753" y="2045031"/>
                  </a:lnTo>
                  <a:lnTo>
                    <a:pt x="296382" y="2054144"/>
                  </a:lnTo>
                  <a:lnTo>
                    <a:pt x="342912" y="2057273"/>
                  </a:lnTo>
                  <a:lnTo>
                    <a:pt x="3314636" y="2057273"/>
                  </a:lnTo>
                  <a:lnTo>
                    <a:pt x="3361190" y="2054144"/>
                  </a:lnTo>
                  <a:lnTo>
                    <a:pt x="3405838" y="2045031"/>
                  </a:lnTo>
                  <a:lnTo>
                    <a:pt x="3448173" y="2030341"/>
                  </a:lnTo>
                  <a:lnTo>
                    <a:pt x="3487784" y="2010480"/>
                  </a:lnTo>
                  <a:lnTo>
                    <a:pt x="3524265" y="1985857"/>
                  </a:lnTo>
                  <a:lnTo>
                    <a:pt x="3557206" y="1956879"/>
                  </a:lnTo>
                  <a:lnTo>
                    <a:pt x="3586200" y="1923953"/>
                  </a:lnTo>
                  <a:lnTo>
                    <a:pt x="3610838" y="1887488"/>
                  </a:lnTo>
                  <a:lnTo>
                    <a:pt x="3630711" y="1847889"/>
                  </a:lnTo>
                  <a:lnTo>
                    <a:pt x="3645412" y="1805566"/>
                  </a:lnTo>
                  <a:lnTo>
                    <a:pt x="3654532" y="1760924"/>
                  </a:lnTo>
                  <a:lnTo>
                    <a:pt x="3657663" y="1714373"/>
                  </a:lnTo>
                  <a:lnTo>
                    <a:pt x="3657663" y="342900"/>
                  </a:lnTo>
                  <a:lnTo>
                    <a:pt x="3654532" y="296348"/>
                  </a:lnTo>
                  <a:lnTo>
                    <a:pt x="3645412" y="251706"/>
                  </a:lnTo>
                  <a:lnTo>
                    <a:pt x="3630711" y="209383"/>
                  </a:lnTo>
                  <a:lnTo>
                    <a:pt x="3610838" y="169784"/>
                  </a:lnTo>
                  <a:lnTo>
                    <a:pt x="3586200" y="133319"/>
                  </a:lnTo>
                  <a:lnTo>
                    <a:pt x="3557206" y="100393"/>
                  </a:lnTo>
                  <a:lnTo>
                    <a:pt x="3524265" y="71415"/>
                  </a:lnTo>
                  <a:lnTo>
                    <a:pt x="3487784" y="46792"/>
                  </a:lnTo>
                  <a:lnTo>
                    <a:pt x="3448173" y="26931"/>
                  </a:lnTo>
                  <a:lnTo>
                    <a:pt x="3405838" y="12241"/>
                  </a:lnTo>
                  <a:lnTo>
                    <a:pt x="3361190" y="3128"/>
                  </a:lnTo>
                  <a:lnTo>
                    <a:pt x="3314636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243075"/>
              <a:ext cx="3658235" cy="2057400"/>
            </a:xfrm>
            <a:custGeom>
              <a:avLst/>
              <a:gdLst/>
              <a:ahLst/>
              <a:cxnLst/>
              <a:rect l="l" t="t" r="r" b="b"/>
              <a:pathLst>
                <a:path w="3658235" h="2057400">
                  <a:moveTo>
                    <a:pt x="0" y="342900"/>
                  </a:moveTo>
                  <a:lnTo>
                    <a:pt x="3130" y="296348"/>
                  </a:lnTo>
                  <a:lnTo>
                    <a:pt x="12249" y="251706"/>
                  </a:lnTo>
                  <a:lnTo>
                    <a:pt x="26948" y="209383"/>
                  </a:lnTo>
                  <a:lnTo>
                    <a:pt x="46818" y="169784"/>
                  </a:lnTo>
                  <a:lnTo>
                    <a:pt x="71451" y="133319"/>
                  </a:lnTo>
                  <a:lnTo>
                    <a:pt x="100437" y="100393"/>
                  </a:lnTo>
                  <a:lnTo>
                    <a:pt x="133370" y="71415"/>
                  </a:lnTo>
                  <a:lnTo>
                    <a:pt x="169839" y="46792"/>
                  </a:lnTo>
                  <a:lnTo>
                    <a:pt x="209436" y="26931"/>
                  </a:lnTo>
                  <a:lnTo>
                    <a:pt x="251753" y="12241"/>
                  </a:lnTo>
                  <a:lnTo>
                    <a:pt x="296382" y="3128"/>
                  </a:lnTo>
                  <a:lnTo>
                    <a:pt x="342912" y="0"/>
                  </a:lnTo>
                  <a:lnTo>
                    <a:pt x="3314636" y="0"/>
                  </a:lnTo>
                  <a:lnTo>
                    <a:pt x="3361190" y="3128"/>
                  </a:lnTo>
                  <a:lnTo>
                    <a:pt x="3405838" y="12241"/>
                  </a:lnTo>
                  <a:lnTo>
                    <a:pt x="3448173" y="26931"/>
                  </a:lnTo>
                  <a:lnTo>
                    <a:pt x="3487784" y="46792"/>
                  </a:lnTo>
                  <a:lnTo>
                    <a:pt x="3524265" y="71415"/>
                  </a:lnTo>
                  <a:lnTo>
                    <a:pt x="3557206" y="100393"/>
                  </a:lnTo>
                  <a:lnTo>
                    <a:pt x="3586200" y="133319"/>
                  </a:lnTo>
                  <a:lnTo>
                    <a:pt x="3610838" y="169784"/>
                  </a:lnTo>
                  <a:lnTo>
                    <a:pt x="3630711" y="209383"/>
                  </a:lnTo>
                  <a:lnTo>
                    <a:pt x="3645412" y="251706"/>
                  </a:lnTo>
                  <a:lnTo>
                    <a:pt x="3654532" y="296348"/>
                  </a:lnTo>
                  <a:lnTo>
                    <a:pt x="3657663" y="342900"/>
                  </a:lnTo>
                  <a:lnTo>
                    <a:pt x="3657663" y="1714373"/>
                  </a:lnTo>
                  <a:lnTo>
                    <a:pt x="3654532" y="1760924"/>
                  </a:lnTo>
                  <a:lnTo>
                    <a:pt x="3645412" y="1805566"/>
                  </a:lnTo>
                  <a:lnTo>
                    <a:pt x="3630711" y="1847889"/>
                  </a:lnTo>
                  <a:lnTo>
                    <a:pt x="3610838" y="1887488"/>
                  </a:lnTo>
                  <a:lnTo>
                    <a:pt x="3586200" y="1923953"/>
                  </a:lnTo>
                  <a:lnTo>
                    <a:pt x="3557206" y="1956879"/>
                  </a:lnTo>
                  <a:lnTo>
                    <a:pt x="3524265" y="1985857"/>
                  </a:lnTo>
                  <a:lnTo>
                    <a:pt x="3487784" y="2010480"/>
                  </a:lnTo>
                  <a:lnTo>
                    <a:pt x="3448173" y="2030341"/>
                  </a:lnTo>
                  <a:lnTo>
                    <a:pt x="3405838" y="2045031"/>
                  </a:lnTo>
                  <a:lnTo>
                    <a:pt x="3361190" y="2054144"/>
                  </a:lnTo>
                  <a:lnTo>
                    <a:pt x="3314636" y="2057273"/>
                  </a:lnTo>
                  <a:lnTo>
                    <a:pt x="342912" y="2057273"/>
                  </a:lnTo>
                  <a:lnTo>
                    <a:pt x="296382" y="2054144"/>
                  </a:lnTo>
                  <a:lnTo>
                    <a:pt x="251753" y="2045031"/>
                  </a:lnTo>
                  <a:lnTo>
                    <a:pt x="209436" y="2030341"/>
                  </a:lnTo>
                  <a:lnTo>
                    <a:pt x="169839" y="2010480"/>
                  </a:lnTo>
                  <a:lnTo>
                    <a:pt x="133370" y="1985857"/>
                  </a:lnTo>
                  <a:lnTo>
                    <a:pt x="100437" y="1956879"/>
                  </a:lnTo>
                  <a:lnTo>
                    <a:pt x="71451" y="1923953"/>
                  </a:lnTo>
                  <a:lnTo>
                    <a:pt x="46818" y="1887488"/>
                  </a:lnTo>
                  <a:lnTo>
                    <a:pt x="26948" y="1847889"/>
                  </a:lnTo>
                  <a:lnTo>
                    <a:pt x="12249" y="1805566"/>
                  </a:lnTo>
                  <a:lnTo>
                    <a:pt x="3130" y="1760924"/>
                  </a:lnTo>
                  <a:lnTo>
                    <a:pt x="0" y="1714373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200022"/>
              <a:ext cx="185737" cy="216700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238249"/>
              <a:ext cx="76200" cy="2057400"/>
            </a:xfrm>
            <a:custGeom>
              <a:avLst/>
              <a:gdLst/>
              <a:ahLst/>
              <a:cxnLst/>
              <a:rect l="l" t="t" r="r" b="b"/>
              <a:pathLst>
                <a:path w="76200" h="2057400">
                  <a:moveTo>
                    <a:pt x="76200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76200" y="20574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96682"/>
            <a:ext cx="7042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122239"/>
                </a:solidFill>
                <a:latin typeface="Trebuchet MS"/>
                <a:cs typeface="Trebuchet MS"/>
              </a:rPr>
              <a:t>In</a:t>
            </a:r>
            <a:r>
              <a:rPr dirty="0" sz="1500" spc="-12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5" b="1">
                <a:solidFill>
                  <a:srgbClr val="122239"/>
                </a:solidFill>
                <a:latin typeface="Trebuchet MS"/>
                <a:cs typeface="Trebuchet MS"/>
              </a:rPr>
              <a:t>scope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5030" y="1817814"/>
            <a:ext cx="2966720" cy="560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User/role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management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digital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prescriptions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dispensing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inventory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reminders/alerts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reports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security/audit.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81500" y="1200022"/>
            <a:ext cx="3748404" cy="2167255"/>
            <a:chOff x="4381500" y="1200022"/>
            <a:chExt cx="3748404" cy="216725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0039" y="1228536"/>
              <a:ext cx="3719647" cy="212900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43476" y="1243075"/>
              <a:ext cx="3657600" cy="2057400"/>
            </a:xfrm>
            <a:custGeom>
              <a:avLst/>
              <a:gdLst/>
              <a:ahLst/>
              <a:cxnLst/>
              <a:rect l="l" t="t" r="r" b="b"/>
              <a:pathLst>
                <a:path w="3657600" h="2057400">
                  <a:moveTo>
                    <a:pt x="3314573" y="0"/>
                  </a:moveTo>
                  <a:lnTo>
                    <a:pt x="342900" y="0"/>
                  </a:lnTo>
                  <a:lnTo>
                    <a:pt x="296348" y="3128"/>
                  </a:lnTo>
                  <a:lnTo>
                    <a:pt x="251706" y="12241"/>
                  </a:lnTo>
                  <a:lnTo>
                    <a:pt x="209383" y="26931"/>
                  </a:lnTo>
                  <a:lnTo>
                    <a:pt x="169784" y="46792"/>
                  </a:lnTo>
                  <a:lnTo>
                    <a:pt x="133319" y="71415"/>
                  </a:lnTo>
                  <a:lnTo>
                    <a:pt x="100393" y="100393"/>
                  </a:lnTo>
                  <a:lnTo>
                    <a:pt x="71415" y="133319"/>
                  </a:lnTo>
                  <a:lnTo>
                    <a:pt x="46792" y="169784"/>
                  </a:lnTo>
                  <a:lnTo>
                    <a:pt x="26931" y="209383"/>
                  </a:lnTo>
                  <a:lnTo>
                    <a:pt x="12241" y="251706"/>
                  </a:lnTo>
                  <a:lnTo>
                    <a:pt x="3128" y="296348"/>
                  </a:lnTo>
                  <a:lnTo>
                    <a:pt x="0" y="342900"/>
                  </a:lnTo>
                  <a:lnTo>
                    <a:pt x="0" y="1714373"/>
                  </a:lnTo>
                  <a:lnTo>
                    <a:pt x="3128" y="1760924"/>
                  </a:lnTo>
                  <a:lnTo>
                    <a:pt x="12241" y="1805566"/>
                  </a:lnTo>
                  <a:lnTo>
                    <a:pt x="26931" y="1847889"/>
                  </a:lnTo>
                  <a:lnTo>
                    <a:pt x="46792" y="1887488"/>
                  </a:lnTo>
                  <a:lnTo>
                    <a:pt x="71415" y="1923953"/>
                  </a:lnTo>
                  <a:lnTo>
                    <a:pt x="100393" y="1956879"/>
                  </a:lnTo>
                  <a:lnTo>
                    <a:pt x="133319" y="1985857"/>
                  </a:lnTo>
                  <a:lnTo>
                    <a:pt x="169784" y="2010480"/>
                  </a:lnTo>
                  <a:lnTo>
                    <a:pt x="209383" y="2030341"/>
                  </a:lnTo>
                  <a:lnTo>
                    <a:pt x="251706" y="2045031"/>
                  </a:lnTo>
                  <a:lnTo>
                    <a:pt x="296348" y="2054144"/>
                  </a:lnTo>
                  <a:lnTo>
                    <a:pt x="342900" y="2057273"/>
                  </a:lnTo>
                  <a:lnTo>
                    <a:pt x="3314573" y="2057273"/>
                  </a:lnTo>
                  <a:lnTo>
                    <a:pt x="3361127" y="2054144"/>
                  </a:lnTo>
                  <a:lnTo>
                    <a:pt x="3405775" y="2045031"/>
                  </a:lnTo>
                  <a:lnTo>
                    <a:pt x="3448109" y="2030341"/>
                  </a:lnTo>
                  <a:lnTo>
                    <a:pt x="3487721" y="2010480"/>
                  </a:lnTo>
                  <a:lnTo>
                    <a:pt x="3524201" y="1985857"/>
                  </a:lnTo>
                  <a:lnTo>
                    <a:pt x="3557143" y="1956879"/>
                  </a:lnTo>
                  <a:lnTo>
                    <a:pt x="3586136" y="1923953"/>
                  </a:lnTo>
                  <a:lnTo>
                    <a:pt x="3610774" y="1887488"/>
                  </a:lnTo>
                  <a:lnTo>
                    <a:pt x="3630648" y="1847889"/>
                  </a:lnTo>
                  <a:lnTo>
                    <a:pt x="3645349" y="1805566"/>
                  </a:lnTo>
                  <a:lnTo>
                    <a:pt x="3654469" y="1760924"/>
                  </a:lnTo>
                  <a:lnTo>
                    <a:pt x="3657600" y="1714373"/>
                  </a:lnTo>
                  <a:lnTo>
                    <a:pt x="3657600" y="342900"/>
                  </a:lnTo>
                  <a:lnTo>
                    <a:pt x="3654469" y="296348"/>
                  </a:lnTo>
                  <a:lnTo>
                    <a:pt x="3645349" y="251706"/>
                  </a:lnTo>
                  <a:lnTo>
                    <a:pt x="3630648" y="209383"/>
                  </a:lnTo>
                  <a:lnTo>
                    <a:pt x="3610774" y="169784"/>
                  </a:lnTo>
                  <a:lnTo>
                    <a:pt x="3586136" y="133319"/>
                  </a:lnTo>
                  <a:lnTo>
                    <a:pt x="3557143" y="100393"/>
                  </a:lnTo>
                  <a:lnTo>
                    <a:pt x="3524201" y="71415"/>
                  </a:lnTo>
                  <a:lnTo>
                    <a:pt x="3487721" y="46792"/>
                  </a:lnTo>
                  <a:lnTo>
                    <a:pt x="3448109" y="26931"/>
                  </a:lnTo>
                  <a:lnTo>
                    <a:pt x="3405775" y="12241"/>
                  </a:lnTo>
                  <a:lnTo>
                    <a:pt x="3361127" y="3128"/>
                  </a:lnTo>
                  <a:lnTo>
                    <a:pt x="33145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43476" y="1243075"/>
              <a:ext cx="3657600" cy="2057400"/>
            </a:xfrm>
            <a:custGeom>
              <a:avLst/>
              <a:gdLst/>
              <a:ahLst/>
              <a:cxnLst/>
              <a:rect l="l" t="t" r="r" b="b"/>
              <a:pathLst>
                <a:path w="3657600" h="2057400">
                  <a:moveTo>
                    <a:pt x="0" y="342900"/>
                  </a:moveTo>
                  <a:lnTo>
                    <a:pt x="3128" y="296348"/>
                  </a:lnTo>
                  <a:lnTo>
                    <a:pt x="12241" y="251706"/>
                  </a:lnTo>
                  <a:lnTo>
                    <a:pt x="26931" y="209383"/>
                  </a:lnTo>
                  <a:lnTo>
                    <a:pt x="46792" y="169784"/>
                  </a:lnTo>
                  <a:lnTo>
                    <a:pt x="71415" y="133319"/>
                  </a:lnTo>
                  <a:lnTo>
                    <a:pt x="100393" y="100393"/>
                  </a:lnTo>
                  <a:lnTo>
                    <a:pt x="133319" y="71415"/>
                  </a:lnTo>
                  <a:lnTo>
                    <a:pt x="169784" y="46792"/>
                  </a:lnTo>
                  <a:lnTo>
                    <a:pt x="209383" y="26931"/>
                  </a:lnTo>
                  <a:lnTo>
                    <a:pt x="251706" y="12241"/>
                  </a:lnTo>
                  <a:lnTo>
                    <a:pt x="296348" y="3128"/>
                  </a:lnTo>
                  <a:lnTo>
                    <a:pt x="342900" y="0"/>
                  </a:lnTo>
                  <a:lnTo>
                    <a:pt x="3314573" y="0"/>
                  </a:lnTo>
                  <a:lnTo>
                    <a:pt x="3361127" y="3128"/>
                  </a:lnTo>
                  <a:lnTo>
                    <a:pt x="3405775" y="12241"/>
                  </a:lnTo>
                  <a:lnTo>
                    <a:pt x="3448109" y="26931"/>
                  </a:lnTo>
                  <a:lnTo>
                    <a:pt x="3487721" y="46792"/>
                  </a:lnTo>
                  <a:lnTo>
                    <a:pt x="3524201" y="71415"/>
                  </a:lnTo>
                  <a:lnTo>
                    <a:pt x="3557143" y="100393"/>
                  </a:lnTo>
                  <a:lnTo>
                    <a:pt x="3586136" y="133319"/>
                  </a:lnTo>
                  <a:lnTo>
                    <a:pt x="3610774" y="169784"/>
                  </a:lnTo>
                  <a:lnTo>
                    <a:pt x="3630648" y="209383"/>
                  </a:lnTo>
                  <a:lnTo>
                    <a:pt x="3645349" y="251706"/>
                  </a:lnTo>
                  <a:lnTo>
                    <a:pt x="3654469" y="296348"/>
                  </a:lnTo>
                  <a:lnTo>
                    <a:pt x="3657600" y="342900"/>
                  </a:lnTo>
                  <a:lnTo>
                    <a:pt x="3657600" y="1714373"/>
                  </a:lnTo>
                  <a:lnTo>
                    <a:pt x="3654469" y="1760924"/>
                  </a:lnTo>
                  <a:lnTo>
                    <a:pt x="3645349" y="1805566"/>
                  </a:lnTo>
                  <a:lnTo>
                    <a:pt x="3630648" y="1847889"/>
                  </a:lnTo>
                  <a:lnTo>
                    <a:pt x="3610774" y="1887488"/>
                  </a:lnTo>
                  <a:lnTo>
                    <a:pt x="3586136" y="1923953"/>
                  </a:lnTo>
                  <a:lnTo>
                    <a:pt x="3557143" y="1956879"/>
                  </a:lnTo>
                  <a:lnTo>
                    <a:pt x="3524201" y="1985857"/>
                  </a:lnTo>
                  <a:lnTo>
                    <a:pt x="3487721" y="2010480"/>
                  </a:lnTo>
                  <a:lnTo>
                    <a:pt x="3448109" y="2030341"/>
                  </a:lnTo>
                  <a:lnTo>
                    <a:pt x="3405775" y="2045031"/>
                  </a:lnTo>
                  <a:lnTo>
                    <a:pt x="3361127" y="2054144"/>
                  </a:lnTo>
                  <a:lnTo>
                    <a:pt x="3314573" y="2057273"/>
                  </a:lnTo>
                  <a:lnTo>
                    <a:pt x="342900" y="2057273"/>
                  </a:lnTo>
                  <a:lnTo>
                    <a:pt x="296348" y="2054144"/>
                  </a:lnTo>
                  <a:lnTo>
                    <a:pt x="251706" y="2045031"/>
                  </a:lnTo>
                  <a:lnTo>
                    <a:pt x="209383" y="2030341"/>
                  </a:lnTo>
                  <a:lnTo>
                    <a:pt x="169784" y="2010480"/>
                  </a:lnTo>
                  <a:lnTo>
                    <a:pt x="133319" y="1985857"/>
                  </a:lnTo>
                  <a:lnTo>
                    <a:pt x="100393" y="1956879"/>
                  </a:lnTo>
                  <a:lnTo>
                    <a:pt x="71415" y="1923953"/>
                  </a:lnTo>
                  <a:lnTo>
                    <a:pt x="46792" y="1887488"/>
                  </a:lnTo>
                  <a:lnTo>
                    <a:pt x="26931" y="1847889"/>
                  </a:lnTo>
                  <a:lnTo>
                    <a:pt x="12241" y="1805566"/>
                  </a:lnTo>
                  <a:lnTo>
                    <a:pt x="3128" y="1760924"/>
                  </a:lnTo>
                  <a:lnTo>
                    <a:pt x="0" y="1714373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1500" y="1200022"/>
              <a:ext cx="176212" cy="216700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38650" y="1238249"/>
              <a:ext cx="66675" cy="2057400"/>
            </a:xfrm>
            <a:custGeom>
              <a:avLst/>
              <a:gdLst/>
              <a:ahLst/>
              <a:cxnLst/>
              <a:rect l="l" t="t" r="r" b="b"/>
              <a:pathLst>
                <a:path w="66675" h="2057400">
                  <a:moveTo>
                    <a:pt x="66675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66675" y="20574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718303" y="1396682"/>
            <a:ext cx="10560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Out</a:t>
            </a:r>
            <a:r>
              <a:rPr dirty="0" sz="1500" spc="-18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of</a:t>
            </a:r>
            <a:r>
              <a:rPr dirty="0" sz="1500" spc="-15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122239"/>
                </a:solidFill>
                <a:latin typeface="Trebuchet MS"/>
                <a:cs typeface="Trebuchet MS"/>
              </a:rPr>
              <a:t>scope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18303" y="1817814"/>
            <a:ext cx="3111500" cy="731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Payment</a:t>
            </a:r>
            <a:r>
              <a:rPr dirty="0" sz="1100" spc="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gateways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2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physical</a:t>
            </a:r>
            <a:r>
              <a:rPr dirty="0" sz="1100" spc="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lab/medical-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device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integration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native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desktop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app</a:t>
            </a:r>
            <a:r>
              <a:rPr dirty="0" sz="11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full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EHR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insurance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claims</a:t>
            </a:r>
            <a:r>
              <a:rPr dirty="0" sz="1100" spc="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hospital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admission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laboratory</a:t>
            </a:r>
            <a:r>
              <a:rPr dirty="0" sz="1100" spc="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result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management.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220075" y="1200022"/>
            <a:ext cx="3424554" cy="2167255"/>
            <a:chOff x="8220075" y="1200022"/>
            <a:chExt cx="3424554" cy="2167255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8611" y="1228536"/>
              <a:ext cx="3395803" cy="212900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282051" y="1243075"/>
              <a:ext cx="3333750" cy="2057400"/>
            </a:xfrm>
            <a:custGeom>
              <a:avLst/>
              <a:gdLst/>
              <a:ahLst/>
              <a:cxnLst/>
              <a:rect l="l" t="t" r="r" b="b"/>
              <a:pathLst>
                <a:path w="3333750" h="2057400">
                  <a:moveTo>
                    <a:pt x="2990723" y="0"/>
                  </a:moveTo>
                  <a:lnTo>
                    <a:pt x="342900" y="0"/>
                  </a:lnTo>
                  <a:lnTo>
                    <a:pt x="296348" y="3128"/>
                  </a:lnTo>
                  <a:lnTo>
                    <a:pt x="251706" y="12241"/>
                  </a:lnTo>
                  <a:lnTo>
                    <a:pt x="209383" y="26931"/>
                  </a:lnTo>
                  <a:lnTo>
                    <a:pt x="169784" y="46792"/>
                  </a:lnTo>
                  <a:lnTo>
                    <a:pt x="133319" y="71415"/>
                  </a:lnTo>
                  <a:lnTo>
                    <a:pt x="100393" y="100393"/>
                  </a:lnTo>
                  <a:lnTo>
                    <a:pt x="71415" y="133319"/>
                  </a:lnTo>
                  <a:lnTo>
                    <a:pt x="46792" y="169784"/>
                  </a:lnTo>
                  <a:lnTo>
                    <a:pt x="26931" y="209383"/>
                  </a:lnTo>
                  <a:lnTo>
                    <a:pt x="12241" y="251706"/>
                  </a:lnTo>
                  <a:lnTo>
                    <a:pt x="3128" y="296348"/>
                  </a:lnTo>
                  <a:lnTo>
                    <a:pt x="0" y="342900"/>
                  </a:lnTo>
                  <a:lnTo>
                    <a:pt x="0" y="1714373"/>
                  </a:lnTo>
                  <a:lnTo>
                    <a:pt x="3128" y="1760924"/>
                  </a:lnTo>
                  <a:lnTo>
                    <a:pt x="12241" y="1805566"/>
                  </a:lnTo>
                  <a:lnTo>
                    <a:pt x="26931" y="1847889"/>
                  </a:lnTo>
                  <a:lnTo>
                    <a:pt x="46792" y="1887488"/>
                  </a:lnTo>
                  <a:lnTo>
                    <a:pt x="71415" y="1923953"/>
                  </a:lnTo>
                  <a:lnTo>
                    <a:pt x="100393" y="1956879"/>
                  </a:lnTo>
                  <a:lnTo>
                    <a:pt x="133319" y="1985857"/>
                  </a:lnTo>
                  <a:lnTo>
                    <a:pt x="169784" y="2010480"/>
                  </a:lnTo>
                  <a:lnTo>
                    <a:pt x="209383" y="2030341"/>
                  </a:lnTo>
                  <a:lnTo>
                    <a:pt x="251706" y="2045031"/>
                  </a:lnTo>
                  <a:lnTo>
                    <a:pt x="296348" y="2054144"/>
                  </a:lnTo>
                  <a:lnTo>
                    <a:pt x="342900" y="2057273"/>
                  </a:lnTo>
                  <a:lnTo>
                    <a:pt x="2990723" y="2057273"/>
                  </a:lnTo>
                  <a:lnTo>
                    <a:pt x="3037277" y="2054144"/>
                  </a:lnTo>
                  <a:lnTo>
                    <a:pt x="3081925" y="2045031"/>
                  </a:lnTo>
                  <a:lnTo>
                    <a:pt x="3124259" y="2030341"/>
                  </a:lnTo>
                  <a:lnTo>
                    <a:pt x="3163871" y="2010480"/>
                  </a:lnTo>
                  <a:lnTo>
                    <a:pt x="3200351" y="1985857"/>
                  </a:lnTo>
                  <a:lnTo>
                    <a:pt x="3233293" y="1956879"/>
                  </a:lnTo>
                  <a:lnTo>
                    <a:pt x="3262286" y="1923953"/>
                  </a:lnTo>
                  <a:lnTo>
                    <a:pt x="3286924" y="1887488"/>
                  </a:lnTo>
                  <a:lnTo>
                    <a:pt x="3306798" y="1847889"/>
                  </a:lnTo>
                  <a:lnTo>
                    <a:pt x="3321499" y="1805566"/>
                  </a:lnTo>
                  <a:lnTo>
                    <a:pt x="3330619" y="1760924"/>
                  </a:lnTo>
                  <a:lnTo>
                    <a:pt x="3333750" y="1714373"/>
                  </a:lnTo>
                  <a:lnTo>
                    <a:pt x="3333750" y="342900"/>
                  </a:lnTo>
                  <a:lnTo>
                    <a:pt x="3330619" y="296348"/>
                  </a:lnTo>
                  <a:lnTo>
                    <a:pt x="3321499" y="251706"/>
                  </a:lnTo>
                  <a:lnTo>
                    <a:pt x="3306798" y="209383"/>
                  </a:lnTo>
                  <a:lnTo>
                    <a:pt x="3286924" y="169784"/>
                  </a:lnTo>
                  <a:lnTo>
                    <a:pt x="3262286" y="133319"/>
                  </a:lnTo>
                  <a:lnTo>
                    <a:pt x="3233293" y="100393"/>
                  </a:lnTo>
                  <a:lnTo>
                    <a:pt x="3200351" y="71415"/>
                  </a:lnTo>
                  <a:lnTo>
                    <a:pt x="3163871" y="46792"/>
                  </a:lnTo>
                  <a:lnTo>
                    <a:pt x="3124259" y="26931"/>
                  </a:lnTo>
                  <a:lnTo>
                    <a:pt x="3081925" y="12241"/>
                  </a:lnTo>
                  <a:lnTo>
                    <a:pt x="3037277" y="3128"/>
                  </a:lnTo>
                  <a:lnTo>
                    <a:pt x="299072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282051" y="1243075"/>
              <a:ext cx="3333750" cy="2057400"/>
            </a:xfrm>
            <a:custGeom>
              <a:avLst/>
              <a:gdLst/>
              <a:ahLst/>
              <a:cxnLst/>
              <a:rect l="l" t="t" r="r" b="b"/>
              <a:pathLst>
                <a:path w="3333750" h="2057400">
                  <a:moveTo>
                    <a:pt x="0" y="342900"/>
                  </a:moveTo>
                  <a:lnTo>
                    <a:pt x="3128" y="296348"/>
                  </a:lnTo>
                  <a:lnTo>
                    <a:pt x="12241" y="251706"/>
                  </a:lnTo>
                  <a:lnTo>
                    <a:pt x="26931" y="209383"/>
                  </a:lnTo>
                  <a:lnTo>
                    <a:pt x="46792" y="169784"/>
                  </a:lnTo>
                  <a:lnTo>
                    <a:pt x="71415" y="133319"/>
                  </a:lnTo>
                  <a:lnTo>
                    <a:pt x="100393" y="100393"/>
                  </a:lnTo>
                  <a:lnTo>
                    <a:pt x="133319" y="71415"/>
                  </a:lnTo>
                  <a:lnTo>
                    <a:pt x="169784" y="46792"/>
                  </a:lnTo>
                  <a:lnTo>
                    <a:pt x="209383" y="26931"/>
                  </a:lnTo>
                  <a:lnTo>
                    <a:pt x="251706" y="12241"/>
                  </a:lnTo>
                  <a:lnTo>
                    <a:pt x="296348" y="3128"/>
                  </a:lnTo>
                  <a:lnTo>
                    <a:pt x="342900" y="0"/>
                  </a:lnTo>
                  <a:lnTo>
                    <a:pt x="2990723" y="0"/>
                  </a:lnTo>
                  <a:lnTo>
                    <a:pt x="3037277" y="3128"/>
                  </a:lnTo>
                  <a:lnTo>
                    <a:pt x="3081925" y="12241"/>
                  </a:lnTo>
                  <a:lnTo>
                    <a:pt x="3124259" y="26931"/>
                  </a:lnTo>
                  <a:lnTo>
                    <a:pt x="3163871" y="46792"/>
                  </a:lnTo>
                  <a:lnTo>
                    <a:pt x="3200351" y="71415"/>
                  </a:lnTo>
                  <a:lnTo>
                    <a:pt x="3233293" y="100393"/>
                  </a:lnTo>
                  <a:lnTo>
                    <a:pt x="3262286" y="133319"/>
                  </a:lnTo>
                  <a:lnTo>
                    <a:pt x="3286924" y="169784"/>
                  </a:lnTo>
                  <a:lnTo>
                    <a:pt x="3306798" y="209383"/>
                  </a:lnTo>
                  <a:lnTo>
                    <a:pt x="3321499" y="251706"/>
                  </a:lnTo>
                  <a:lnTo>
                    <a:pt x="3330619" y="296348"/>
                  </a:lnTo>
                  <a:lnTo>
                    <a:pt x="3333750" y="342900"/>
                  </a:lnTo>
                  <a:lnTo>
                    <a:pt x="3333750" y="1714373"/>
                  </a:lnTo>
                  <a:lnTo>
                    <a:pt x="3330619" y="1760924"/>
                  </a:lnTo>
                  <a:lnTo>
                    <a:pt x="3321499" y="1805566"/>
                  </a:lnTo>
                  <a:lnTo>
                    <a:pt x="3306798" y="1847889"/>
                  </a:lnTo>
                  <a:lnTo>
                    <a:pt x="3286924" y="1887488"/>
                  </a:lnTo>
                  <a:lnTo>
                    <a:pt x="3262286" y="1923953"/>
                  </a:lnTo>
                  <a:lnTo>
                    <a:pt x="3233293" y="1956879"/>
                  </a:lnTo>
                  <a:lnTo>
                    <a:pt x="3200351" y="1985857"/>
                  </a:lnTo>
                  <a:lnTo>
                    <a:pt x="3163871" y="2010480"/>
                  </a:lnTo>
                  <a:lnTo>
                    <a:pt x="3124259" y="2030341"/>
                  </a:lnTo>
                  <a:lnTo>
                    <a:pt x="3081925" y="2045031"/>
                  </a:lnTo>
                  <a:lnTo>
                    <a:pt x="3037277" y="2054144"/>
                  </a:lnTo>
                  <a:lnTo>
                    <a:pt x="2990723" y="2057273"/>
                  </a:lnTo>
                  <a:lnTo>
                    <a:pt x="342900" y="2057273"/>
                  </a:lnTo>
                  <a:lnTo>
                    <a:pt x="296348" y="2054144"/>
                  </a:lnTo>
                  <a:lnTo>
                    <a:pt x="251706" y="2045031"/>
                  </a:lnTo>
                  <a:lnTo>
                    <a:pt x="209383" y="2030341"/>
                  </a:lnTo>
                  <a:lnTo>
                    <a:pt x="169784" y="2010480"/>
                  </a:lnTo>
                  <a:lnTo>
                    <a:pt x="133319" y="1985857"/>
                  </a:lnTo>
                  <a:lnTo>
                    <a:pt x="100393" y="1956879"/>
                  </a:lnTo>
                  <a:lnTo>
                    <a:pt x="71415" y="1923953"/>
                  </a:lnTo>
                  <a:lnTo>
                    <a:pt x="46792" y="1887488"/>
                  </a:lnTo>
                  <a:lnTo>
                    <a:pt x="26931" y="1847889"/>
                  </a:lnTo>
                  <a:lnTo>
                    <a:pt x="12241" y="1805566"/>
                  </a:lnTo>
                  <a:lnTo>
                    <a:pt x="3128" y="1760924"/>
                  </a:lnTo>
                  <a:lnTo>
                    <a:pt x="0" y="1714373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0075" y="1200022"/>
              <a:ext cx="176212" cy="216700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277225" y="1238249"/>
              <a:ext cx="66675" cy="2057400"/>
            </a:xfrm>
            <a:custGeom>
              <a:avLst/>
              <a:gdLst/>
              <a:ahLst/>
              <a:cxnLst/>
              <a:rect l="l" t="t" r="r" b="b"/>
              <a:pathLst>
                <a:path w="66675" h="2057400">
                  <a:moveTo>
                    <a:pt x="66675" y="0"/>
                  </a:moveTo>
                  <a:lnTo>
                    <a:pt x="0" y="0"/>
                  </a:lnTo>
                  <a:lnTo>
                    <a:pt x="0" y="2057400"/>
                  </a:lnTo>
                  <a:lnTo>
                    <a:pt x="66675" y="20574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561705" y="1396682"/>
            <a:ext cx="123444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122239"/>
                </a:solidFill>
                <a:latin typeface="Trebuchet MS"/>
                <a:cs typeface="Trebuchet MS"/>
              </a:rPr>
              <a:t>Key</a:t>
            </a:r>
            <a:r>
              <a:rPr dirty="0" sz="1500" spc="-16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limitations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1705" y="1817814"/>
            <a:ext cx="2782570" cy="91249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3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Network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dependency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third-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party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email/SMS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dependency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concurrent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database</a:t>
            </a:r>
            <a:r>
              <a:rPr dirty="0" sz="1100" spc="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contention</a:t>
            </a:r>
            <a:r>
              <a:rPr dirty="0" sz="1100" spc="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human</a:t>
            </a:r>
            <a:r>
              <a:rPr dirty="0" sz="1100" spc="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input</a:t>
            </a:r>
            <a:r>
              <a:rPr dirty="0" sz="1100" spc="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errors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performance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variability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security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cannot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be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guaranteed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absolutely.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33600" y="3752977"/>
            <a:ext cx="7910830" cy="1576705"/>
            <a:chOff x="2133600" y="3752977"/>
            <a:chExt cx="7910830" cy="1576705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62158" y="3781465"/>
              <a:ext cx="7882034" cy="153836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195576" y="3795776"/>
              <a:ext cx="7820025" cy="1466850"/>
            </a:xfrm>
            <a:custGeom>
              <a:avLst/>
              <a:gdLst/>
              <a:ahLst/>
              <a:cxnLst/>
              <a:rect l="l" t="t" r="r" b="b"/>
              <a:pathLst>
                <a:path w="7820025" h="1466850">
                  <a:moveTo>
                    <a:pt x="7575423" y="0"/>
                  </a:moveTo>
                  <a:lnTo>
                    <a:pt x="244475" y="0"/>
                  </a:lnTo>
                  <a:lnTo>
                    <a:pt x="195173" y="4962"/>
                  </a:lnTo>
                  <a:lnTo>
                    <a:pt x="149268" y="19196"/>
                  </a:lnTo>
                  <a:lnTo>
                    <a:pt x="107739" y="41723"/>
                  </a:lnTo>
                  <a:lnTo>
                    <a:pt x="71564" y="71564"/>
                  </a:lnTo>
                  <a:lnTo>
                    <a:pt x="41723" y="107739"/>
                  </a:lnTo>
                  <a:lnTo>
                    <a:pt x="19196" y="149268"/>
                  </a:lnTo>
                  <a:lnTo>
                    <a:pt x="4962" y="195173"/>
                  </a:lnTo>
                  <a:lnTo>
                    <a:pt x="0" y="244475"/>
                  </a:lnTo>
                  <a:lnTo>
                    <a:pt x="0" y="1222248"/>
                  </a:lnTo>
                  <a:lnTo>
                    <a:pt x="4962" y="1271554"/>
                  </a:lnTo>
                  <a:lnTo>
                    <a:pt x="19196" y="1317474"/>
                  </a:lnTo>
                  <a:lnTo>
                    <a:pt x="41723" y="1359024"/>
                  </a:lnTo>
                  <a:lnTo>
                    <a:pt x="71564" y="1395221"/>
                  </a:lnTo>
                  <a:lnTo>
                    <a:pt x="107739" y="1425085"/>
                  </a:lnTo>
                  <a:lnTo>
                    <a:pt x="149268" y="1447633"/>
                  </a:lnTo>
                  <a:lnTo>
                    <a:pt x="195173" y="1461882"/>
                  </a:lnTo>
                  <a:lnTo>
                    <a:pt x="244475" y="1466850"/>
                  </a:lnTo>
                  <a:lnTo>
                    <a:pt x="7575423" y="1466850"/>
                  </a:lnTo>
                  <a:lnTo>
                    <a:pt x="7624729" y="1461882"/>
                  </a:lnTo>
                  <a:lnTo>
                    <a:pt x="7670649" y="1447633"/>
                  </a:lnTo>
                  <a:lnTo>
                    <a:pt x="7712199" y="1425085"/>
                  </a:lnTo>
                  <a:lnTo>
                    <a:pt x="7748396" y="1395222"/>
                  </a:lnTo>
                  <a:lnTo>
                    <a:pt x="7778260" y="1359024"/>
                  </a:lnTo>
                  <a:lnTo>
                    <a:pt x="7800808" y="1317474"/>
                  </a:lnTo>
                  <a:lnTo>
                    <a:pt x="7815057" y="1271554"/>
                  </a:lnTo>
                  <a:lnTo>
                    <a:pt x="7820025" y="1222248"/>
                  </a:lnTo>
                  <a:lnTo>
                    <a:pt x="7820025" y="244475"/>
                  </a:lnTo>
                  <a:lnTo>
                    <a:pt x="7815057" y="195173"/>
                  </a:lnTo>
                  <a:lnTo>
                    <a:pt x="7800808" y="149268"/>
                  </a:lnTo>
                  <a:lnTo>
                    <a:pt x="7778260" y="107739"/>
                  </a:lnTo>
                  <a:lnTo>
                    <a:pt x="7748397" y="71564"/>
                  </a:lnTo>
                  <a:lnTo>
                    <a:pt x="7712199" y="41723"/>
                  </a:lnTo>
                  <a:lnTo>
                    <a:pt x="7670649" y="19196"/>
                  </a:lnTo>
                  <a:lnTo>
                    <a:pt x="7624729" y="4962"/>
                  </a:lnTo>
                  <a:lnTo>
                    <a:pt x="757542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195576" y="3795776"/>
              <a:ext cx="7820025" cy="1466850"/>
            </a:xfrm>
            <a:custGeom>
              <a:avLst/>
              <a:gdLst/>
              <a:ahLst/>
              <a:cxnLst/>
              <a:rect l="l" t="t" r="r" b="b"/>
              <a:pathLst>
                <a:path w="7820025" h="1466850">
                  <a:moveTo>
                    <a:pt x="0" y="244475"/>
                  </a:moveTo>
                  <a:lnTo>
                    <a:pt x="4962" y="195173"/>
                  </a:lnTo>
                  <a:lnTo>
                    <a:pt x="19196" y="149268"/>
                  </a:lnTo>
                  <a:lnTo>
                    <a:pt x="41723" y="107739"/>
                  </a:lnTo>
                  <a:lnTo>
                    <a:pt x="71564" y="71564"/>
                  </a:lnTo>
                  <a:lnTo>
                    <a:pt x="107739" y="41723"/>
                  </a:lnTo>
                  <a:lnTo>
                    <a:pt x="149268" y="19196"/>
                  </a:lnTo>
                  <a:lnTo>
                    <a:pt x="195173" y="4962"/>
                  </a:lnTo>
                  <a:lnTo>
                    <a:pt x="244475" y="0"/>
                  </a:lnTo>
                  <a:lnTo>
                    <a:pt x="7575423" y="0"/>
                  </a:lnTo>
                  <a:lnTo>
                    <a:pt x="7624729" y="4962"/>
                  </a:lnTo>
                  <a:lnTo>
                    <a:pt x="7670649" y="19196"/>
                  </a:lnTo>
                  <a:lnTo>
                    <a:pt x="7712199" y="41723"/>
                  </a:lnTo>
                  <a:lnTo>
                    <a:pt x="7748397" y="71564"/>
                  </a:lnTo>
                  <a:lnTo>
                    <a:pt x="7778260" y="107739"/>
                  </a:lnTo>
                  <a:lnTo>
                    <a:pt x="7800808" y="149268"/>
                  </a:lnTo>
                  <a:lnTo>
                    <a:pt x="7815057" y="195173"/>
                  </a:lnTo>
                  <a:lnTo>
                    <a:pt x="7820025" y="244475"/>
                  </a:lnTo>
                  <a:lnTo>
                    <a:pt x="7820025" y="1222248"/>
                  </a:lnTo>
                  <a:lnTo>
                    <a:pt x="7815057" y="1271554"/>
                  </a:lnTo>
                  <a:lnTo>
                    <a:pt x="7800808" y="1317474"/>
                  </a:lnTo>
                  <a:lnTo>
                    <a:pt x="7778260" y="1359024"/>
                  </a:lnTo>
                  <a:lnTo>
                    <a:pt x="7748396" y="1395222"/>
                  </a:lnTo>
                  <a:lnTo>
                    <a:pt x="7712199" y="1425085"/>
                  </a:lnTo>
                  <a:lnTo>
                    <a:pt x="7670649" y="1447633"/>
                  </a:lnTo>
                  <a:lnTo>
                    <a:pt x="7624729" y="1461882"/>
                  </a:lnTo>
                  <a:lnTo>
                    <a:pt x="7575423" y="1466850"/>
                  </a:lnTo>
                  <a:lnTo>
                    <a:pt x="244475" y="1466850"/>
                  </a:lnTo>
                  <a:lnTo>
                    <a:pt x="195173" y="1461882"/>
                  </a:lnTo>
                  <a:lnTo>
                    <a:pt x="149268" y="1447633"/>
                  </a:lnTo>
                  <a:lnTo>
                    <a:pt x="107739" y="1425085"/>
                  </a:lnTo>
                  <a:lnTo>
                    <a:pt x="71564" y="1395221"/>
                  </a:lnTo>
                  <a:lnTo>
                    <a:pt x="41723" y="1359024"/>
                  </a:lnTo>
                  <a:lnTo>
                    <a:pt x="19196" y="1317474"/>
                  </a:lnTo>
                  <a:lnTo>
                    <a:pt x="4962" y="1271554"/>
                  </a:lnTo>
                  <a:lnTo>
                    <a:pt x="0" y="1222248"/>
                  </a:lnTo>
                  <a:lnTo>
                    <a:pt x="0" y="2444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3600" y="3752977"/>
              <a:ext cx="185737" cy="157632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190750" y="3790950"/>
              <a:ext cx="76200" cy="1466850"/>
            </a:xfrm>
            <a:custGeom>
              <a:avLst/>
              <a:gdLst/>
              <a:ahLst/>
              <a:cxnLst/>
              <a:rect l="l" t="t" r="r" b="b"/>
              <a:pathLst>
                <a:path w="76200" h="1466850">
                  <a:moveTo>
                    <a:pt x="76200" y="0"/>
                  </a:moveTo>
                  <a:lnTo>
                    <a:pt x="0" y="0"/>
                  </a:lnTo>
                  <a:lnTo>
                    <a:pt x="0" y="1466850"/>
                  </a:lnTo>
                  <a:lnTo>
                    <a:pt x="76200" y="14668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476500" y="3960431"/>
            <a:ext cx="7175500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Deliverables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200"/>
              </a:lnSpc>
              <a:spcBef>
                <a:spcPts val="151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requirements,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database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design,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ERD,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architecture,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UI/UX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wireframes,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prototype,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test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plan/cases/data/results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deployment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lifecycle</a:t>
            </a:r>
            <a:r>
              <a:rPr dirty="0" sz="1100" spc="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artifacts.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Work</a:t>
            </a:r>
            <a:r>
              <a:rPr dirty="0" spc="-235"/>
              <a:t> </a:t>
            </a:r>
            <a:r>
              <a:rPr dirty="0" spc="-140"/>
              <a:t>Breakdown</a:t>
            </a:r>
            <a:r>
              <a:rPr dirty="0" spc="-245"/>
              <a:t> </a:t>
            </a:r>
            <a:r>
              <a:rPr dirty="0" spc="-140"/>
              <a:t>Structure</a:t>
            </a:r>
            <a:r>
              <a:rPr dirty="0" spc="-280"/>
              <a:t> </a:t>
            </a:r>
            <a:r>
              <a:rPr dirty="0" spc="-10"/>
              <a:t>(WBS)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829690"/>
            <a:ext cx="86563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Project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activities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are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decomposed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into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six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major</a:t>
            </a:r>
            <a:r>
              <a:rPr dirty="0" sz="12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work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packages,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planning</a:t>
            </a:r>
            <a:r>
              <a:rPr dirty="0" sz="12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requirements 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through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 maintenance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closur</a:t>
            </a:r>
            <a:r>
              <a:rPr dirty="0" sz="1200" spc="-2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8138" y="1095286"/>
            <a:ext cx="11292205" cy="5310505"/>
            <a:chOff x="438138" y="1095286"/>
            <a:chExt cx="11292205" cy="53105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38" y="1095286"/>
              <a:ext cx="11291974" cy="53102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1487" y="1109725"/>
              <a:ext cx="11230610" cy="5238750"/>
            </a:xfrm>
            <a:custGeom>
              <a:avLst/>
              <a:gdLst/>
              <a:ahLst/>
              <a:cxnLst/>
              <a:rect l="l" t="t" r="r" b="b"/>
              <a:pathLst>
                <a:path w="11230610" h="5238750">
                  <a:moveTo>
                    <a:pt x="10356786" y="0"/>
                  </a:moveTo>
                  <a:lnTo>
                    <a:pt x="873188" y="0"/>
                  </a:lnTo>
                  <a:lnTo>
                    <a:pt x="825277" y="1291"/>
                  </a:lnTo>
                  <a:lnTo>
                    <a:pt x="778041" y="5123"/>
                  </a:lnTo>
                  <a:lnTo>
                    <a:pt x="731547" y="11427"/>
                  </a:lnTo>
                  <a:lnTo>
                    <a:pt x="685862" y="20138"/>
                  </a:lnTo>
                  <a:lnTo>
                    <a:pt x="641053" y="31188"/>
                  </a:lnTo>
                  <a:lnTo>
                    <a:pt x="597185" y="44511"/>
                  </a:lnTo>
                  <a:lnTo>
                    <a:pt x="554325" y="60042"/>
                  </a:lnTo>
                  <a:lnTo>
                    <a:pt x="512541" y="77712"/>
                  </a:lnTo>
                  <a:lnTo>
                    <a:pt x="471898" y="97455"/>
                  </a:lnTo>
                  <a:lnTo>
                    <a:pt x="432464" y="119205"/>
                  </a:lnTo>
                  <a:lnTo>
                    <a:pt x="394304" y="142896"/>
                  </a:lnTo>
                  <a:lnTo>
                    <a:pt x="357485" y="168460"/>
                  </a:lnTo>
                  <a:lnTo>
                    <a:pt x="322074" y="195832"/>
                  </a:lnTo>
                  <a:lnTo>
                    <a:pt x="288138" y="224944"/>
                  </a:lnTo>
                  <a:lnTo>
                    <a:pt x="255743" y="255730"/>
                  </a:lnTo>
                  <a:lnTo>
                    <a:pt x="224955" y="288123"/>
                  </a:lnTo>
                  <a:lnTo>
                    <a:pt x="195841" y="322057"/>
                  </a:lnTo>
                  <a:lnTo>
                    <a:pt x="168468" y="357466"/>
                  </a:lnTo>
                  <a:lnTo>
                    <a:pt x="142902" y="394282"/>
                  </a:lnTo>
                  <a:lnTo>
                    <a:pt x="119211" y="432439"/>
                  </a:lnTo>
                  <a:lnTo>
                    <a:pt x="97459" y="471871"/>
                  </a:lnTo>
                  <a:lnTo>
                    <a:pt x="77715" y="512511"/>
                  </a:lnTo>
                  <a:lnTo>
                    <a:pt x="60044" y="554292"/>
                  </a:lnTo>
                  <a:lnTo>
                    <a:pt x="44513" y="597147"/>
                  </a:lnTo>
                  <a:lnTo>
                    <a:pt x="31189" y="641011"/>
                  </a:lnTo>
                  <a:lnTo>
                    <a:pt x="20138" y="685817"/>
                  </a:lnTo>
                  <a:lnTo>
                    <a:pt x="11427" y="731498"/>
                  </a:lnTo>
                  <a:lnTo>
                    <a:pt x="5123" y="777987"/>
                  </a:lnTo>
                  <a:lnTo>
                    <a:pt x="1291" y="825218"/>
                  </a:lnTo>
                  <a:lnTo>
                    <a:pt x="0" y="873125"/>
                  </a:lnTo>
                  <a:lnTo>
                    <a:pt x="0" y="4365498"/>
                  </a:lnTo>
                  <a:lnTo>
                    <a:pt x="1291" y="4413409"/>
                  </a:lnTo>
                  <a:lnTo>
                    <a:pt x="5123" y="4460645"/>
                  </a:lnTo>
                  <a:lnTo>
                    <a:pt x="11427" y="4507138"/>
                  </a:lnTo>
                  <a:lnTo>
                    <a:pt x="20138" y="4552823"/>
                  </a:lnTo>
                  <a:lnTo>
                    <a:pt x="31189" y="4597633"/>
                  </a:lnTo>
                  <a:lnTo>
                    <a:pt x="44513" y="4641501"/>
                  </a:lnTo>
                  <a:lnTo>
                    <a:pt x="60044" y="4684360"/>
                  </a:lnTo>
                  <a:lnTo>
                    <a:pt x="77715" y="4726144"/>
                  </a:lnTo>
                  <a:lnTo>
                    <a:pt x="97459" y="4766787"/>
                  </a:lnTo>
                  <a:lnTo>
                    <a:pt x="119211" y="4806222"/>
                  </a:lnTo>
                  <a:lnTo>
                    <a:pt x="142902" y="4844382"/>
                  </a:lnTo>
                  <a:lnTo>
                    <a:pt x="168468" y="4881200"/>
                  </a:lnTo>
                  <a:lnTo>
                    <a:pt x="195841" y="4916611"/>
                  </a:lnTo>
                  <a:lnTo>
                    <a:pt x="224955" y="4950548"/>
                  </a:lnTo>
                  <a:lnTo>
                    <a:pt x="255743" y="4982943"/>
                  </a:lnTo>
                  <a:lnTo>
                    <a:pt x="288138" y="5013731"/>
                  </a:lnTo>
                  <a:lnTo>
                    <a:pt x="322074" y="5042844"/>
                  </a:lnTo>
                  <a:lnTo>
                    <a:pt x="357485" y="5070217"/>
                  </a:lnTo>
                  <a:lnTo>
                    <a:pt x="394304" y="5095783"/>
                  </a:lnTo>
                  <a:lnTo>
                    <a:pt x="432464" y="5119475"/>
                  </a:lnTo>
                  <a:lnTo>
                    <a:pt x="471898" y="5141226"/>
                  </a:lnTo>
                  <a:lnTo>
                    <a:pt x="512541" y="5160971"/>
                  </a:lnTo>
                  <a:lnTo>
                    <a:pt x="554325" y="5178642"/>
                  </a:lnTo>
                  <a:lnTo>
                    <a:pt x="597185" y="5194172"/>
                  </a:lnTo>
                  <a:lnTo>
                    <a:pt x="641053" y="5207496"/>
                  </a:lnTo>
                  <a:lnTo>
                    <a:pt x="685862" y="5218547"/>
                  </a:lnTo>
                  <a:lnTo>
                    <a:pt x="731547" y="5227258"/>
                  </a:lnTo>
                  <a:lnTo>
                    <a:pt x="778041" y="5233563"/>
                  </a:lnTo>
                  <a:lnTo>
                    <a:pt x="825277" y="5237394"/>
                  </a:lnTo>
                  <a:lnTo>
                    <a:pt x="873188" y="5238686"/>
                  </a:lnTo>
                  <a:lnTo>
                    <a:pt x="10356786" y="5238686"/>
                  </a:lnTo>
                  <a:lnTo>
                    <a:pt x="10404693" y="5237394"/>
                  </a:lnTo>
                  <a:lnTo>
                    <a:pt x="10451925" y="5233563"/>
                  </a:lnTo>
                  <a:lnTo>
                    <a:pt x="10498416" y="5227258"/>
                  </a:lnTo>
                  <a:lnTo>
                    <a:pt x="10544100" y="5218547"/>
                  </a:lnTo>
                  <a:lnTo>
                    <a:pt x="10588908" y="5207496"/>
                  </a:lnTo>
                  <a:lnTo>
                    <a:pt x="10632776" y="5194172"/>
                  </a:lnTo>
                  <a:lnTo>
                    <a:pt x="10675636" y="5178642"/>
                  </a:lnTo>
                  <a:lnTo>
                    <a:pt x="10717422" y="5160971"/>
                  </a:lnTo>
                  <a:lnTo>
                    <a:pt x="10758067" y="5141226"/>
                  </a:lnTo>
                  <a:lnTo>
                    <a:pt x="10797504" y="5119475"/>
                  </a:lnTo>
                  <a:lnTo>
                    <a:pt x="10835667" y="5095783"/>
                  </a:lnTo>
                  <a:lnTo>
                    <a:pt x="10872489" y="5070217"/>
                  </a:lnTo>
                  <a:lnTo>
                    <a:pt x="10907904" y="5042844"/>
                  </a:lnTo>
                  <a:lnTo>
                    <a:pt x="10941844" y="5013731"/>
                  </a:lnTo>
                  <a:lnTo>
                    <a:pt x="10974244" y="4982943"/>
                  </a:lnTo>
                  <a:lnTo>
                    <a:pt x="11005036" y="4950548"/>
                  </a:lnTo>
                  <a:lnTo>
                    <a:pt x="11034155" y="4916611"/>
                  </a:lnTo>
                  <a:lnTo>
                    <a:pt x="11061532" y="4881200"/>
                  </a:lnTo>
                  <a:lnTo>
                    <a:pt x="11087103" y="4844382"/>
                  </a:lnTo>
                  <a:lnTo>
                    <a:pt x="11110799" y="4806222"/>
                  </a:lnTo>
                  <a:lnTo>
                    <a:pt x="11132555" y="4766787"/>
                  </a:lnTo>
                  <a:lnTo>
                    <a:pt x="11152304" y="4726144"/>
                  </a:lnTo>
                  <a:lnTo>
                    <a:pt x="11169978" y="4684360"/>
                  </a:lnTo>
                  <a:lnTo>
                    <a:pt x="11185513" y="4641501"/>
                  </a:lnTo>
                  <a:lnTo>
                    <a:pt x="11198840" y="4597633"/>
                  </a:lnTo>
                  <a:lnTo>
                    <a:pt x="11209894" y="4552823"/>
                  </a:lnTo>
                  <a:lnTo>
                    <a:pt x="11218607" y="4507138"/>
                  </a:lnTo>
                  <a:lnTo>
                    <a:pt x="11224913" y="4460645"/>
                  </a:lnTo>
                  <a:lnTo>
                    <a:pt x="11228746" y="4413409"/>
                  </a:lnTo>
                  <a:lnTo>
                    <a:pt x="11230038" y="4365498"/>
                  </a:lnTo>
                  <a:lnTo>
                    <a:pt x="11230038" y="873125"/>
                  </a:lnTo>
                  <a:lnTo>
                    <a:pt x="11228746" y="825218"/>
                  </a:lnTo>
                  <a:lnTo>
                    <a:pt x="11224913" y="777987"/>
                  </a:lnTo>
                  <a:lnTo>
                    <a:pt x="11218607" y="731498"/>
                  </a:lnTo>
                  <a:lnTo>
                    <a:pt x="11209894" y="685817"/>
                  </a:lnTo>
                  <a:lnTo>
                    <a:pt x="11198840" y="641011"/>
                  </a:lnTo>
                  <a:lnTo>
                    <a:pt x="11185513" y="597147"/>
                  </a:lnTo>
                  <a:lnTo>
                    <a:pt x="11169978" y="554292"/>
                  </a:lnTo>
                  <a:lnTo>
                    <a:pt x="11152304" y="512511"/>
                  </a:lnTo>
                  <a:lnTo>
                    <a:pt x="11132555" y="471871"/>
                  </a:lnTo>
                  <a:lnTo>
                    <a:pt x="11110799" y="432439"/>
                  </a:lnTo>
                  <a:lnTo>
                    <a:pt x="11087103" y="394282"/>
                  </a:lnTo>
                  <a:lnTo>
                    <a:pt x="11061532" y="357466"/>
                  </a:lnTo>
                  <a:lnTo>
                    <a:pt x="11034155" y="322057"/>
                  </a:lnTo>
                  <a:lnTo>
                    <a:pt x="11005036" y="288123"/>
                  </a:lnTo>
                  <a:lnTo>
                    <a:pt x="10974244" y="255730"/>
                  </a:lnTo>
                  <a:lnTo>
                    <a:pt x="10941844" y="224944"/>
                  </a:lnTo>
                  <a:lnTo>
                    <a:pt x="10907904" y="195832"/>
                  </a:lnTo>
                  <a:lnTo>
                    <a:pt x="10872489" y="168460"/>
                  </a:lnTo>
                  <a:lnTo>
                    <a:pt x="10835667" y="142896"/>
                  </a:lnTo>
                  <a:lnTo>
                    <a:pt x="10797504" y="119205"/>
                  </a:lnTo>
                  <a:lnTo>
                    <a:pt x="10758067" y="97455"/>
                  </a:lnTo>
                  <a:lnTo>
                    <a:pt x="10717422" y="77712"/>
                  </a:lnTo>
                  <a:lnTo>
                    <a:pt x="10675636" y="60042"/>
                  </a:lnTo>
                  <a:lnTo>
                    <a:pt x="10632776" y="44511"/>
                  </a:lnTo>
                  <a:lnTo>
                    <a:pt x="10588908" y="31188"/>
                  </a:lnTo>
                  <a:lnTo>
                    <a:pt x="10544100" y="20138"/>
                  </a:lnTo>
                  <a:lnTo>
                    <a:pt x="10498416" y="11427"/>
                  </a:lnTo>
                  <a:lnTo>
                    <a:pt x="10451925" y="5123"/>
                  </a:lnTo>
                  <a:lnTo>
                    <a:pt x="10404693" y="1291"/>
                  </a:lnTo>
                  <a:lnTo>
                    <a:pt x="103567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1487" y="1109725"/>
              <a:ext cx="11230610" cy="5238750"/>
            </a:xfrm>
            <a:custGeom>
              <a:avLst/>
              <a:gdLst/>
              <a:ahLst/>
              <a:cxnLst/>
              <a:rect l="l" t="t" r="r" b="b"/>
              <a:pathLst>
                <a:path w="11230610" h="5238750">
                  <a:moveTo>
                    <a:pt x="0" y="873125"/>
                  </a:moveTo>
                  <a:lnTo>
                    <a:pt x="1291" y="825218"/>
                  </a:lnTo>
                  <a:lnTo>
                    <a:pt x="5123" y="777987"/>
                  </a:lnTo>
                  <a:lnTo>
                    <a:pt x="11427" y="731498"/>
                  </a:lnTo>
                  <a:lnTo>
                    <a:pt x="20138" y="685817"/>
                  </a:lnTo>
                  <a:lnTo>
                    <a:pt x="31189" y="641011"/>
                  </a:lnTo>
                  <a:lnTo>
                    <a:pt x="44513" y="597147"/>
                  </a:lnTo>
                  <a:lnTo>
                    <a:pt x="60044" y="554292"/>
                  </a:lnTo>
                  <a:lnTo>
                    <a:pt x="77715" y="512511"/>
                  </a:lnTo>
                  <a:lnTo>
                    <a:pt x="97459" y="471871"/>
                  </a:lnTo>
                  <a:lnTo>
                    <a:pt x="119211" y="432439"/>
                  </a:lnTo>
                  <a:lnTo>
                    <a:pt x="142902" y="394282"/>
                  </a:lnTo>
                  <a:lnTo>
                    <a:pt x="168468" y="357466"/>
                  </a:lnTo>
                  <a:lnTo>
                    <a:pt x="195841" y="322057"/>
                  </a:lnTo>
                  <a:lnTo>
                    <a:pt x="224955" y="288123"/>
                  </a:lnTo>
                  <a:lnTo>
                    <a:pt x="255743" y="255730"/>
                  </a:lnTo>
                  <a:lnTo>
                    <a:pt x="288138" y="224944"/>
                  </a:lnTo>
                  <a:lnTo>
                    <a:pt x="322074" y="195832"/>
                  </a:lnTo>
                  <a:lnTo>
                    <a:pt x="357485" y="168460"/>
                  </a:lnTo>
                  <a:lnTo>
                    <a:pt x="394304" y="142896"/>
                  </a:lnTo>
                  <a:lnTo>
                    <a:pt x="432464" y="119205"/>
                  </a:lnTo>
                  <a:lnTo>
                    <a:pt x="471898" y="97455"/>
                  </a:lnTo>
                  <a:lnTo>
                    <a:pt x="512541" y="77712"/>
                  </a:lnTo>
                  <a:lnTo>
                    <a:pt x="554325" y="60042"/>
                  </a:lnTo>
                  <a:lnTo>
                    <a:pt x="597185" y="44511"/>
                  </a:lnTo>
                  <a:lnTo>
                    <a:pt x="641053" y="31188"/>
                  </a:lnTo>
                  <a:lnTo>
                    <a:pt x="685862" y="20138"/>
                  </a:lnTo>
                  <a:lnTo>
                    <a:pt x="731547" y="11427"/>
                  </a:lnTo>
                  <a:lnTo>
                    <a:pt x="778041" y="5123"/>
                  </a:lnTo>
                  <a:lnTo>
                    <a:pt x="825277" y="1291"/>
                  </a:lnTo>
                  <a:lnTo>
                    <a:pt x="873188" y="0"/>
                  </a:lnTo>
                  <a:lnTo>
                    <a:pt x="10356786" y="0"/>
                  </a:lnTo>
                  <a:lnTo>
                    <a:pt x="10404693" y="1291"/>
                  </a:lnTo>
                  <a:lnTo>
                    <a:pt x="10451925" y="5123"/>
                  </a:lnTo>
                  <a:lnTo>
                    <a:pt x="10498416" y="11427"/>
                  </a:lnTo>
                  <a:lnTo>
                    <a:pt x="10544100" y="20138"/>
                  </a:lnTo>
                  <a:lnTo>
                    <a:pt x="10588908" y="31188"/>
                  </a:lnTo>
                  <a:lnTo>
                    <a:pt x="10632776" y="44511"/>
                  </a:lnTo>
                  <a:lnTo>
                    <a:pt x="10675636" y="60042"/>
                  </a:lnTo>
                  <a:lnTo>
                    <a:pt x="10717422" y="77712"/>
                  </a:lnTo>
                  <a:lnTo>
                    <a:pt x="10758067" y="97455"/>
                  </a:lnTo>
                  <a:lnTo>
                    <a:pt x="10797504" y="119205"/>
                  </a:lnTo>
                  <a:lnTo>
                    <a:pt x="10835667" y="142896"/>
                  </a:lnTo>
                  <a:lnTo>
                    <a:pt x="10872489" y="168460"/>
                  </a:lnTo>
                  <a:lnTo>
                    <a:pt x="10907904" y="195832"/>
                  </a:lnTo>
                  <a:lnTo>
                    <a:pt x="10941844" y="224944"/>
                  </a:lnTo>
                  <a:lnTo>
                    <a:pt x="10974244" y="255730"/>
                  </a:lnTo>
                  <a:lnTo>
                    <a:pt x="11005036" y="288123"/>
                  </a:lnTo>
                  <a:lnTo>
                    <a:pt x="11034155" y="322057"/>
                  </a:lnTo>
                  <a:lnTo>
                    <a:pt x="11061532" y="357466"/>
                  </a:lnTo>
                  <a:lnTo>
                    <a:pt x="11087103" y="394282"/>
                  </a:lnTo>
                  <a:lnTo>
                    <a:pt x="11110799" y="432439"/>
                  </a:lnTo>
                  <a:lnTo>
                    <a:pt x="11132555" y="471871"/>
                  </a:lnTo>
                  <a:lnTo>
                    <a:pt x="11152304" y="512511"/>
                  </a:lnTo>
                  <a:lnTo>
                    <a:pt x="11169978" y="554292"/>
                  </a:lnTo>
                  <a:lnTo>
                    <a:pt x="11185513" y="597147"/>
                  </a:lnTo>
                  <a:lnTo>
                    <a:pt x="11198840" y="641011"/>
                  </a:lnTo>
                  <a:lnTo>
                    <a:pt x="11209894" y="685817"/>
                  </a:lnTo>
                  <a:lnTo>
                    <a:pt x="11218607" y="731498"/>
                  </a:lnTo>
                  <a:lnTo>
                    <a:pt x="11224913" y="777987"/>
                  </a:lnTo>
                  <a:lnTo>
                    <a:pt x="11228746" y="825218"/>
                  </a:lnTo>
                  <a:lnTo>
                    <a:pt x="11230038" y="873125"/>
                  </a:lnTo>
                  <a:lnTo>
                    <a:pt x="11230038" y="4365498"/>
                  </a:lnTo>
                  <a:lnTo>
                    <a:pt x="11228746" y="4413409"/>
                  </a:lnTo>
                  <a:lnTo>
                    <a:pt x="11224913" y="4460645"/>
                  </a:lnTo>
                  <a:lnTo>
                    <a:pt x="11218607" y="4507138"/>
                  </a:lnTo>
                  <a:lnTo>
                    <a:pt x="11209894" y="4552823"/>
                  </a:lnTo>
                  <a:lnTo>
                    <a:pt x="11198840" y="4597633"/>
                  </a:lnTo>
                  <a:lnTo>
                    <a:pt x="11185513" y="4641501"/>
                  </a:lnTo>
                  <a:lnTo>
                    <a:pt x="11169978" y="4684360"/>
                  </a:lnTo>
                  <a:lnTo>
                    <a:pt x="11152304" y="4726144"/>
                  </a:lnTo>
                  <a:lnTo>
                    <a:pt x="11132555" y="4766787"/>
                  </a:lnTo>
                  <a:lnTo>
                    <a:pt x="11110799" y="4806222"/>
                  </a:lnTo>
                  <a:lnTo>
                    <a:pt x="11087103" y="4844382"/>
                  </a:lnTo>
                  <a:lnTo>
                    <a:pt x="11061532" y="4881200"/>
                  </a:lnTo>
                  <a:lnTo>
                    <a:pt x="11034155" y="4916611"/>
                  </a:lnTo>
                  <a:lnTo>
                    <a:pt x="11005036" y="4950548"/>
                  </a:lnTo>
                  <a:lnTo>
                    <a:pt x="10974244" y="4982943"/>
                  </a:lnTo>
                  <a:lnTo>
                    <a:pt x="10941844" y="5013731"/>
                  </a:lnTo>
                  <a:lnTo>
                    <a:pt x="10907904" y="5042844"/>
                  </a:lnTo>
                  <a:lnTo>
                    <a:pt x="10872489" y="5070217"/>
                  </a:lnTo>
                  <a:lnTo>
                    <a:pt x="10835667" y="5095783"/>
                  </a:lnTo>
                  <a:lnTo>
                    <a:pt x="10797504" y="5119475"/>
                  </a:lnTo>
                  <a:lnTo>
                    <a:pt x="10758067" y="5141226"/>
                  </a:lnTo>
                  <a:lnTo>
                    <a:pt x="10717422" y="5160971"/>
                  </a:lnTo>
                  <a:lnTo>
                    <a:pt x="10675636" y="5178642"/>
                  </a:lnTo>
                  <a:lnTo>
                    <a:pt x="10632776" y="5194172"/>
                  </a:lnTo>
                  <a:lnTo>
                    <a:pt x="10588908" y="5207496"/>
                  </a:lnTo>
                  <a:lnTo>
                    <a:pt x="10544100" y="5218547"/>
                  </a:lnTo>
                  <a:lnTo>
                    <a:pt x="10498416" y="5227258"/>
                  </a:lnTo>
                  <a:lnTo>
                    <a:pt x="10451925" y="5233563"/>
                  </a:lnTo>
                  <a:lnTo>
                    <a:pt x="10404693" y="5237394"/>
                  </a:lnTo>
                  <a:lnTo>
                    <a:pt x="10356786" y="5238686"/>
                  </a:lnTo>
                  <a:lnTo>
                    <a:pt x="873188" y="5238686"/>
                  </a:lnTo>
                  <a:lnTo>
                    <a:pt x="825277" y="5237394"/>
                  </a:lnTo>
                  <a:lnTo>
                    <a:pt x="778041" y="5233563"/>
                  </a:lnTo>
                  <a:lnTo>
                    <a:pt x="731547" y="5227258"/>
                  </a:lnTo>
                  <a:lnTo>
                    <a:pt x="685862" y="5218547"/>
                  </a:lnTo>
                  <a:lnTo>
                    <a:pt x="641053" y="5207496"/>
                  </a:lnTo>
                  <a:lnTo>
                    <a:pt x="597185" y="5194172"/>
                  </a:lnTo>
                  <a:lnTo>
                    <a:pt x="554325" y="5178642"/>
                  </a:lnTo>
                  <a:lnTo>
                    <a:pt x="512541" y="5160971"/>
                  </a:lnTo>
                  <a:lnTo>
                    <a:pt x="471898" y="5141226"/>
                  </a:lnTo>
                  <a:lnTo>
                    <a:pt x="432464" y="5119475"/>
                  </a:lnTo>
                  <a:lnTo>
                    <a:pt x="394304" y="5095783"/>
                  </a:lnTo>
                  <a:lnTo>
                    <a:pt x="357485" y="5070217"/>
                  </a:lnTo>
                  <a:lnTo>
                    <a:pt x="322074" y="5042844"/>
                  </a:lnTo>
                  <a:lnTo>
                    <a:pt x="288138" y="5013731"/>
                  </a:lnTo>
                  <a:lnTo>
                    <a:pt x="255743" y="4982943"/>
                  </a:lnTo>
                  <a:lnTo>
                    <a:pt x="224955" y="4950548"/>
                  </a:lnTo>
                  <a:lnTo>
                    <a:pt x="195841" y="4916611"/>
                  </a:lnTo>
                  <a:lnTo>
                    <a:pt x="168468" y="4881200"/>
                  </a:lnTo>
                  <a:lnTo>
                    <a:pt x="142902" y="4844382"/>
                  </a:lnTo>
                  <a:lnTo>
                    <a:pt x="119211" y="4806222"/>
                  </a:lnTo>
                  <a:lnTo>
                    <a:pt x="97459" y="4766787"/>
                  </a:lnTo>
                  <a:lnTo>
                    <a:pt x="77715" y="4726144"/>
                  </a:lnTo>
                  <a:lnTo>
                    <a:pt x="60044" y="4684360"/>
                  </a:lnTo>
                  <a:lnTo>
                    <a:pt x="44513" y="4641501"/>
                  </a:lnTo>
                  <a:lnTo>
                    <a:pt x="31189" y="4597633"/>
                  </a:lnTo>
                  <a:lnTo>
                    <a:pt x="20138" y="4552823"/>
                  </a:lnTo>
                  <a:lnTo>
                    <a:pt x="11427" y="4507138"/>
                  </a:lnTo>
                  <a:lnTo>
                    <a:pt x="5123" y="4460645"/>
                  </a:lnTo>
                  <a:lnTo>
                    <a:pt x="1291" y="4413409"/>
                  </a:lnTo>
                  <a:lnTo>
                    <a:pt x="0" y="4365498"/>
                  </a:lnTo>
                  <a:lnTo>
                    <a:pt x="0" y="8731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WhatsApp Image 2026-08-17 at 15.37..08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8425" y="1142999"/>
              <a:ext cx="6886575" cy="516255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Budget</a:t>
            </a:r>
            <a:r>
              <a:rPr dirty="0" spc="-250"/>
              <a:t> </a:t>
            </a:r>
            <a:r>
              <a:rPr dirty="0" spc="-110"/>
              <a:t>Allocation</a:t>
            </a:r>
            <a:r>
              <a:rPr dirty="0" spc="-265"/>
              <a:t> </a:t>
            </a:r>
            <a:r>
              <a:rPr dirty="0" spc="495"/>
              <a:t>—</a:t>
            </a:r>
            <a:r>
              <a:rPr dirty="0" spc="-240"/>
              <a:t> </a:t>
            </a:r>
            <a:r>
              <a:rPr dirty="0" spc="-110"/>
              <a:t>Estimated</a:t>
            </a:r>
            <a:r>
              <a:rPr dirty="0" spc="-210"/>
              <a:t> </a:t>
            </a:r>
            <a:r>
              <a:rPr dirty="0" spc="-175"/>
              <a:t>Project</a:t>
            </a:r>
            <a:r>
              <a:rPr dirty="0" spc="-250"/>
              <a:t> </a:t>
            </a:r>
            <a:r>
              <a:rPr dirty="0" spc="-20"/>
              <a:t>Cost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829690"/>
            <a:ext cx="10514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planning</a:t>
            </a:r>
            <a:r>
              <a:rPr dirty="0" sz="12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document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presents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estimated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total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budget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of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AUD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100,000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across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management,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development,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testing,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security,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infrastructure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deployment.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8138" y="1095286"/>
            <a:ext cx="11292205" cy="5310505"/>
            <a:chOff x="438138" y="1095286"/>
            <a:chExt cx="11292205" cy="53105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38" y="1095286"/>
              <a:ext cx="11291974" cy="53102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1487" y="1109725"/>
              <a:ext cx="11230610" cy="5238750"/>
            </a:xfrm>
            <a:custGeom>
              <a:avLst/>
              <a:gdLst/>
              <a:ahLst/>
              <a:cxnLst/>
              <a:rect l="l" t="t" r="r" b="b"/>
              <a:pathLst>
                <a:path w="11230610" h="5238750">
                  <a:moveTo>
                    <a:pt x="10356786" y="0"/>
                  </a:moveTo>
                  <a:lnTo>
                    <a:pt x="873188" y="0"/>
                  </a:lnTo>
                  <a:lnTo>
                    <a:pt x="825277" y="1291"/>
                  </a:lnTo>
                  <a:lnTo>
                    <a:pt x="778041" y="5123"/>
                  </a:lnTo>
                  <a:lnTo>
                    <a:pt x="731547" y="11427"/>
                  </a:lnTo>
                  <a:lnTo>
                    <a:pt x="685862" y="20138"/>
                  </a:lnTo>
                  <a:lnTo>
                    <a:pt x="641053" y="31188"/>
                  </a:lnTo>
                  <a:lnTo>
                    <a:pt x="597185" y="44511"/>
                  </a:lnTo>
                  <a:lnTo>
                    <a:pt x="554325" y="60042"/>
                  </a:lnTo>
                  <a:lnTo>
                    <a:pt x="512541" y="77712"/>
                  </a:lnTo>
                  <a:lnTo>
                    <a:pt x="471898" y="97455"/>
                  </a:lnTo>
                  <a:lnTo>
                    <a:pt x="432464" y="119205"/>
                  </a:lnTo>
                  <a:lnTo>
                    <a:pt x="394304" y="142896"/>
                  </a:lnTo>
                  <a:lnTo>
                    <a:pt x="357485" y="168460"/>
                  </a:lnTo>
                  <a:lnTo>
                    <a:pt x="322074" y="195832"/>
                  </a:lnTo>
                  <a:lnTo>
                    <a:pt x="288138" y="224944"/>
                  </a:lnTo>
                  <a:lnTo>
                    <a:pt x="255743" y="255730"/>
                  </a:lnTo>
                  <a:lnTo>
                    <a:pt x="224955" y="288123"/>
                  </a:lnTo>
                  <a:lnTo>
                    <a:pt x="195841" y="322057"/>
                  </a:lnTo>
                  <a:lnTo>
                    <a:pt x="168468" y="357466"/>
                  </a:lnTo>
                  <a:lnTo>
                    <a:pt x="142902" y="394282"/>
                  </a:lnTo>
                  <a:lnTo>
                    <a:pt x="119211" y="432439"/>
                  </a:lnTo>
                  <a:lnTo>
                    <a:pt x="97459" y="471871"/>
                  </a:lnTo>
                  <a:lnTo>
                    <a:pt x="77715" y="512511"/>
                  </a:lnTo>
                  <a:lnTo>
                    <a:pt x="60044" y="554292"/>
                  </a:lnTo>
                  <a:lnTo>
                    <a:pt x="44513" y="597147"/>
                  </a:lnTo>
                  <a:lnTo>
                    <a:pt x="31189" y="641011"/>
                  </a:lnTo>
                  <a:lnTo>
                    <a:pt x="20138" y="685817"/>
                  </a:lnTo>
                  <a:lnTo>
                    <a:pt x="11427" y="731498"/>
                  </a:lnTo>
                  <a:lnTo>
                    <a:pt x="5123" y="777987"/>
                  </a:lnTo>
                  <a:lnTo>
                    <a:pt x="1291" y="825218"/>
                  </a:lnTo>
                  <a:lnTo>
                    <a:pt x="0" y="873125"/>
                  </a:lnTo>
                  <a:lnTo>
                    <a:pt x="0" y="4365498"/>
                  </a:lnTo>
                  <a:lnTo>
                    <a:pt x="1291" y="4413409"/>
                  </a:lnTo>
                  <a:lnTo>
                    <a:pt x="5123" y="4460645"/>
                  </a:lnTo>
                  <a:lnTo>
                    <a:pt x="11427" y="4507138"/>
                  </a:lnTo>
                  <a:lnTo>
                    <a:pt x="20138" y="4552823"/>
                  </a:lnTo>
                  <a:lnTo>
                    <a:pt x="31189" y="4597633"/>
                  </a:lnTo>
                  <a:lnTo>
                    <a:pt x="44513" y="4641501"/>
                  </a:lnTo>
                  <a:lnTo>
                    <a:pt x="60044" y="4684360"/>
                  </a:lnTo>
                  <a:lnTo>
                    <a:pt x="77715" y="4726144"/>
                  </a:lnTo>
                  <a:lnTo>
                    <a:pt x="97459" y="4766787"/>
                  </a:lnTo>
                  <a:lnTo>
                    <a:pt x="119211" y="4806222"/>
                  </a:lnTo>
                  <a:lnTo>
                    <a:pt x="142902" y="4844382"/>
                  </a:lnTo>
                  <a:lnTo>
                    <a:pt x="168468" y="4881200"/>
                  </a:lnTo>
                  <a:lnTo>
                    <a:pt x="195841" y="4916611"/>
                  </a:lnTo>
                  <a:lnTo>
                    <a:pt x="224955" y="4950548"/>
                  </a:lnTo>
                  <a:lnTo>
                    <a:pt x="255743" y="4982943"/>
                  </a:lnTo>
                  <a:lnTo>
                    <a:pt x="288138" y="5013731"/>
                  </a:lnTo>
                  <a:lnTo>
                    <a:pt x="322074" y="5042844"/>
                  </a:lnTo>
                  <a:lnTo>
                    <a:pt x="357485" y="5070217"/>
                  </a:lnTo>
                  <a:lnTo>
                    <a:pt x="394304" y="5095783"/>
                  </a:lnTo>
                  <a:lnTo>
                    <a:pt x="432464" y="5119475"/>
                  </a:lnTo>
                  <a:lnTo>
                    <a:pt x="471898" y="5141226"/>
                  </a:lnTo>
                  <a:lnTo>
                    <a:pt x="512541" y="5160971"/>
                  </a:lnTo>
                  <a:lnTo>
                    <a:pt x="554325" y="5178642"/>
                  </a:lnTo>
                  <a:lnTo>
                    <a:pt x="597185" y="5194172"/>
                  </a:lnTo>
                  <a:lnTo>
                    <a:pt x="641053" y="5207496"/>
                  </a:lnTo>
                  <a:lnTo>
                    <a:pt x="685862" y="5218547"/>
                  </a:lnTo>
                  <a:lnTo>
                    <a:pt x="731547" y="5227258"/>
                  </a:lnTo>
                  <a:lnTo>
                    <a:pt x="778041" y="5233563"/>
                  </a:lnTo>
                  <a:lnTo>
                    <a:pt x="825277" y="5237394"/>
                  </a:lnTo>
                  <a:lnTo>
                    <a:pt x="873188" y="5238686"/>
                  </a:lnTo>
                  <a:lnTo>
                    <a:pt x="10356786" y="5238686"/>
                  </a:lnTo>
                  <a:lnTo>
                    <a:pt x="10404693" y="5237394"/>
                  </a:lnTo>
                  <a:lnTo>
                    <a:pt x="10451925" y="5233563"/>
                  </a:lnTo>
                  <a:lnTo>
                    <a:pt x="10498416" y="5227258"/>
                  </a:lnTo>
                  <a:lnTo>
                    <a:pt x="10544100" y="5218547"/>
                  </a:lnTo>
                  <a:lnTo>
                    <a:pt x="10588908" y="5207496"/>
                  </a:lnTo>
                  <a:lnTo>
                    <a:pt x="10632776" y="5194172"/>
                  </a:lnTo>
                  <a:lnTo>
                    <a:pt x="10675636" y="5178642"/>
                  </a:lnTo>
                  <a:lnTo>
                    <a:pt x="10717422" y="5160971"/>
                  </a:lnTo>
                  <a:lnTo>
                    <a:pt x="10758067" y="5141226"/>
                  </a:lnTo>
                  <a:lnTo>
                    <a:pt x="10797504" y="5119475"/>
                  </a:lnTo>
                  <a:lnTo>
                    <a:pt x="10835667" y="5095783"/>
                  </a:lnTo>
                  <a:lnTo>
                    <a:pt x="10872489" y="5070217"/>
                  </a:lnTo>
                  <a:lnTo>
                    <a:pt x="10907904" y="5042844"/>
                  </a:lnTo>
                  <a:lnTo>
                    <a:pt x="10941844" y="5013731"/>
                  </a:lnTo>
                  <a:lnTo>
                    <a:pt x="10974244" y="4982943"/>
                  </a:lnTo>
                  <a:lnTo>
                    <a:pt x="11005036" y="4950548"/>
                  </a:lnTo>
                  <a:lnTo>
                    <a:pt x="11034155" y="4916611"/>
                  </a:lnTo>
                  <a:lnTo>
                    <a:pt x="11061532" y="4881200"/>
                  </a:lnTo>
                  <a:lnTo>
                    <a:pt x="11087103" y="4844382"/>
                  </a:lnTo>
                  <a:lnTo>
                    <a:pt x="11110799" y="4806222"/>
                  </a:lnTo>
                  <a:lnTo>
                    <a:pt x="11132555" y="4766787"/>
                  </a:lnTo>
                  <a:lnTo>
                    <a:pt x="11152304" y="4726144"/>
                  </a:lnTo>
                  <a:lnTo>
                    <a:pt x="11169978" y="4684360"/>
                  </a:lnTo>
                  <a:lnTo>
                    <a:pt x="11185513" y="4641501"/>
                  </a:lnTo>
                  <a:lnTo>
                    <a:pt x="11198840" y="4597633"/>
                  </a:lnTo>
                  <a:lnTo>
                    <a:pt x="11209894" y="4552823"/>
                  </a:lnTo>
                  <a:lnTo>
                    <a:pt x="11218607" y="4507138"/>
                  </a:lnTo>
                  <a:lnTo>
                    <a:pt x="11224913" y="4460645"/>
                  </a:lnTo>
                  <a:lnTo>
                    <a:pt x="11228746" y="4413409"/>
                  </a:lnTo>
                  <a:lnTo>
                    <a:pt x="11230038" y="4365498"/>
                  </a:lnTo>
                  <a:lnTo>
                    <a:pt x="11230038" y="873125"/>
                  </a:lnTo>
                  <a:lnTo>
                    <a:pt x="11228746" y="825218"/>
                  </a:lnTo>
                  <a:lnTo>
                    <a:pt x="11224913" y="777987"/>
                  </a:lnTo>
                  <a:lnTo>
                    <a:pt x="11218607" y="731498"/>
                  </a:lnTo>
                  <a:lnTo>
                    <a:pt x="11209894" y="685817"/>
                  </a:lnTo>
                  <a:lnTo>
                    <a:pt x="11198840" y="641011"/>
                  </a:lnTo>
                  <a:lnTo>
                    <a:pt x="11185513" y="597147"/>
                  </a:lnTo>
                  <a:lnTo>
                    <a:pt x="11169978" y="554292"/>
                  </a:lnTo>
                  <a:lnTo>
                    <a:pt x="11152304" y="512511"/>
                  </a:lnTo>
                  <a:lnTo>
                    <a:pt x="11132555" y="471871"/>
                  </a:lnTo>
                  <a:lnTo>
                    <a:pt x="11110799" y="432439"/>
                  </a:lnTo>
                  <a:lnTo>
                    <a:pt x="11087103" y="394282"/>
                  </a:lnTo>
                  <a:lnTo>
                    <a:pt x="11061532" y="357466"/>
                  </a:lnTo>
                  <a:lnTo>
                    <a:pt x="11034155" y="322057"/>
                  </a:lnTo>
                  <a:lnTo>
                    <a:pt x="11005036" y="288123"/>
                  </a:lnTo>
                  <a:lnTo>
                    <a:pt x="10974244" y="255730"/>
                  </a:lnTo>
                  <a:lnTo>
                    <a:pt x="10941844" y="224944"/>
                  </a:lnTo>
                  <a:lnTo>
                    <a:pt x="10907904" y="195832"/>
                  </a:lnTo>
                  <a:lnTo>
                    <a:pt x="10872489" y="168460"/>
                  </a:lnTo>
                  <a:lnTo>
                    <a:pt x="10835667" y="142896"/>
                  </a:lnTo>
                  <a:lnTo>
                    <a:pt x="10797504" y="119205"/>
                  </a:lnTo>
                  <a:lnTo>
                    <a:pt x="10758067" y="97455"/>
                  </a:lnTo>
                  <a:lnTo>
                    <a:pt x="10717422" y="77712"/>
                  </a:lnTo>
                  <a:lnTo>
                    <a:pt x="10675636" y="60042"/>
                  </a:lnTo>
                  <a:lnTo>
                    <a:pt x="10632776" y="44511"/>
                  </a:lnTo>
                  <a:lnTo>
                    <a:pt x="10588908" y="31188"/>
                  </a:lnTo>
                  <a:lnTo>
                    <a:pt x="10544100" y="20138"/>
                  </a:lnTo>
                  <a:lnTo>
                    <a:pt x="10498416" y="11427"/>
                  </a:lnTo>
                  <a:lnTo>
                    <a:pt x="10451925" y="5123"/>
                  </a:lnTo>
                  <a:lnTo>
                    <a:pt x="10404693" y="1291"/>
                  </a:lnTo>
                  <a:lnTo>
                    <a:pt x="103567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1487" y="1109725"/>
              <a:ext cx="11230610" cy="5238750"/>
            </a:xfrm>
            <a:custGeom>
              <a:avLst/>
              <a:gdLst/>
              <a:ahLst/>
              <a:cxnLst/>
              <a:rect l="l" t="t" r="r" b="b"/>
              <a:pathLst>
                <a:path w="11230610" h="5238750">
                  <a:moveTo>
                    <a:pt x="0" y="873125"/>
                  </a:moveTo>
                  <a:lnTo>
                    <a:pt x="1291" y="825218"/>
                  </a:lnTo>
                  <a:lnTo>
                    <a:pt x="5123" y="777987"/>
                  </a:lnTo>
                  <a:lnTo>
                    <a:pt x="11427" y="731498"/>
                  </a:lnTo>
                  <a:lnTo>
                    <a:pt x="20138" y="685817"/>
                  </a:lnTo>
                  <a:lnTo>
                    <a:pt x="31189" y="641011"/>
                  </a:lnTo>
                  <a:lnTo>
                    <a:pt x="44513" y="597147"/>
                  </a:lnTo>
                  <a:lnTo>
                    <a:pt x="60044" y="554292"/>
                  </a:lnTo>
                  <a:lnTo>
                    <a:pt x="77715" y="512511"/>
                  </a:lnTo>
                  <a:lnTo>
                    <a:pt x="97459" y="471871"/>
                  </a:lnTo>
                  <a:lnTo>
                    <a:pt x="119211" y="432439"/>
                  </a:lnTo>
                  <a:lnTo>
                    <a:pt x="142902" y="394282"/>
                  </a:lnTo>
                  <a:lnTo>
                    <a:pt x="168468" y="357466"/>
                  </a:lnTo>
                  <a:lnTo>
                    <a:pt x="195841" y="322057"/>
                  </a:lnTo>
                  <a:lnTo>
                    <a:pt x="224955" y="288123"/>
                  </a:lnTo>
                  <a:lnTo>
                    <a:pt x="255743" y="255730"/>
                  </a:lnTo>
                  <a:lnTo>
                    <a:pt x="288138" y="224944"/>
                  </a:lnTo>
                  <a:lnTo>
                    <a:pt x="322074" y="195832"/>
                  </a:lnTo>
                  <a:lnTo>
                    <a:pt x="357485" y="168460"/>
                  </a:lnTo>
                  <a:lnTo>
                    <a:pt x="394304" y="142896"/>
                  </a:lnTo>
                  <a:lnTo>
                    <a:pt x="432464" y="119205"/>
                  </a:lnTo>
                  <a:lnTo>
                    <a:pt x="471898" y="97455"/>
                  </a:lnTo>
                  <a:lnTo>
                    <a:pt x="512541" y="77712"/>
                  </a:lnTo>
                  <a:lnTo>
                    <a:pt x="554325" y="60042"/>
                  </a:lnTo>
                  <a:lnTo>
                    <a:pt x="597185" y="44511"/>
                  </a:lnTo>
                  <a:lnTo>
                    <a:pt x="641053" y="31188"/>
                  </a:lnTo>
                  <a:lnTo>
                    <a:pt x="685862" y="20138"/>
                  </a:lnTo>
                  <a:lnTo>
                    <a:pt x="731547" y="11427"/>
                  </a:lnTo>
                  <a:lnTo>
                    <a:pt x="778041" y="5123"/>
                  </a:lnTo>
                  <a:lnTo>
                    <a:pt x="825277" y="1291"/>
                  </a:lnTo>
                  <a:lnTo>
                    <a:pt x="873188" y="0"/>
                  </a:lnTo>
                  <a:lnTo>
                    <a:pt x="10356786" y="0"/>
                  </a:lnTo>
                  <a:lnTo>
                    <a:pt x="10404693" y="1291"/>
                  </a:lnTo>
                  <a:lnTo>
                    <a:pt x="10451925" y="5123"/>
                  </a:lnTo>
                  <a:lnTo>
                    <a:pt x="10498416" y="11427"/>
                  </a:lnTo>
                  <a:lnTo>
                    <a:pt x="10544100" y="20138"/>
                  </a:lnTo>
                  <a:lnTo>
                    <a:pt x="10588908" y="31188"/>
                  </a:lnTo>
                  <a:lnTo>
                    <a:pt x="10632776" y="44511"/>
                  </a:lnTo>
                  <a:lnTo>
                    <a:pt x="10675636" y="60042"/>
                  </a:lnTo>
                  <a:lnTo>
                    <a:pt x="10717422" y="77712"/>
                  </a:lnTo>
                  <a:lnTo>
                    <a:pt x="10758067" y="97455"/>
                  </a:lnTo>
                  <a:lnTo>
                    <a:pt x="10797504" y="119205"/>
                  </a:lnTo>
                  <a:lnTo>
                    <a:pt x="10835667" y="142896"/>
                  </a:lnTo>
                  <a:lnTo>
                    <a:pt x="10872489" y="168460"/>
                  </a:lnTo>
                  <a:lnTo>
                    <a:pt x="10907904" y="195832"/>
                  </a:lnTo>
                  <a:lnTo>
                    <a:pt x="10941844" y="224944"/>
                  </a:lnTo>
                  <a:lnTo>
                    <a:pt x="10974244" y="255730"/>
                  </a:lnTo>
                  <a:lnTo>
                    <a:pt x="11005036" y="288123"/>
                  </a:lnTo>
                  <a:lnTo>
                    <a:pt x="11034155" y="322057"/>
                  </a:lnTo>
                  <a:lnTo>
                    <a:pt x="11061532" y="357466"/>
                  </a:lnTo>
                  <a:lnTo>
                    <a:pt x="11087103" y="394282"/>
                  </a:lnTo>
                  <a:lnTo>
                    <a:pt x="11110799" y="432439"/>
                  </a:lnTo>
                  <a:lnTo>
                    <a:pt x="11132555" y="471871"/>
                  </a:lnTo>
                  <a:lnTo>
                    <a:pt x="11152304" y="512511"/>
                  </a:lnTo>
                  <a:lnTo>
                    <a:pt x="11169978" y="554292"/>
                  </a:lnTo>
                  <a:lnTo>
                    <a:pt x="11185513" y="597147"/>
                  </a:lnTo>
                  <a:lnTo>
                    <a:pt x="11198840" y="641011"/>
                  </a:lnTo>
                  <a:lnTo>
                    <a:pt x="11209894" y="685817"/>
                  </a:lnTo>
                  <a:lnTo>
                    <a:pt x="11218607" y="731498"/>
                  </a:lnTo>
                  <a:lnTo>
                    <a:pt x="11224913" y="777987"/>
                  </a:lnTo>
                  <a:lnTo>
                    <a:pt x="11228746" y="825218"/>
                  </a:lnTo>
                  <a:lnTo>
                    <a:pt x="11230038" y="873125"/>
                  </a:lnTo>
                  <a:lnTo>
                    <a:pt x="11230038" y="4365498"/>
                  </a:lnTo>
                  <a:lnTo>
                    <a:pt x="11228746" y="4413409"/>
                  </a:lnTo>
                  <a:lnTo>
                    <a:pt x="11224913" y="4460645"/>
                  </a:lnTo>
                  <a:lnTo>
                    <a:pt x="11218607" y="4507138"/>
                  </a:lnTo>
                  <a:lnTo>
                    <a:pt x="11209894" y="4552823"/>
                  </a:lnTo>
                  <a:lnTo>
                    <a:pt x="11198840" y="4597633"/>
                  </a:lnTo>
                  <a:lnTo>
                    <a:pt x="11185513" y="4641501"/>
                  </a:lnTo>
                  <a:lnTo>
                    <a:pt x="11169978" y="4684360"/>
                  </a:lnTo>
                  <a:lnTo>
                    <a:pt x="11152304" y="4726144"/>
                  </a:lnTo>
                  <a:lnTo>
                    <a:pt x="11132555" y="4766787"/>
                  </a:lnTo>
                  <a:lnTo>
                    <a:pt x="11110799" y="4806222"/>
                  </a:lnTo>
                  <a:lnTo>
                    <a:pt x="11087103" y="4844382"/>
                  </a:lnTo>
                  <a:lnTo>
                    <a:pt x="11061532" y="4881200"/>
                  </a:lnTo>
                  <a:lnTo>
                    <a:pt x="11034155" y="4916611"/>
                  </a:lnTo>
                  <a:lnTo>
                    <a:pt x="11005036" y="4950548"/>
                  </a:lnTo>
                  <a:lnTo>
                    <a:pt x="10974244" y="4982943"/>
                  </a:lnTo>
                  <a:lnTo>
                    <a:pt x="10941844" y="5013731"/>
                  </a:lnTo>
                  <a:lnTo>
                    <a:pt x="10907904" y="5042844"/>
                  </a:lnTo>
                  <a:lnTo>
                    <a:pt x="10872489" y="5070217"/>
                  </a:lnTo>
                  <a:lnTo>
                    <a:pt x="10835667" y="5095783"/>
                  </a:lnTo>
                  <a:lnTo>
                    <a:pt x="10797504" y="5119475"/>
                  </a:lnTo>
                  <a:lnTo>
                    <a:pt x="10758067" y="5141226"/>
                  </a:lnTo>
                  <a:lnTo>
                    <a:pt x="10717422" y="5160971"/>
                  </a:lnTo>
                  <a:lnTo>
                    <a:pt x="10675636" y="5178642"/>
                  </a:lnTo>
                  <a:lnTo>
                    <a:pt x="10632776" y="5194172"/>
                  </a:lnTo>
                  <a:lnTo>
                    <a:pt x="10588908" y="5207496"/>
                  </a:lnTo>
                  <a:lnTo>
                    <a:pt x="10544100" y="5218547"/>
                  </a:lnTo>
                  <a:lnTo>
                    <a:pt x="10498416" y="5227258"/>
                  </a:lnTo>
                  <a:lnTo>
                    <a:pt x="10451925" y="5233563"/>
                  </a:lnTo>
                  <a:lnTo>
                    <a:pt x="10404693" y="5237394"/>
                  </a:lnTo>
                  <a:lnTo>
                    <a:pt x="10356786" y="5238686"/>
                  </a:lnTo>
                  <a:lnTo>
                    <a:pt x="873188" y="5238686"/>
                  </a:lnTo>
                  <a:lnTo>
                    <a:pt x="825277" y="5237394"/>
                  </a:lnTo>
                  <a:lnTo>
                    <a:pt x="778041" y="5233563"/>
                  </a:lnTo>
                  <a:lnTo>
                    <a:pt x="731547" y="5227258"/>
                  </a:lnTo>
                  <a:lnTo>
                    <a:pt x="685862" y="5218547"/>
                  </a:lnTo>
                  <a:lnTo>
                    <a:pt x="641053" y="5207496"/>
                  </a:lnTo>
                  <a:lnTo>
                    <a:pt x="597185" y="5194172"/>
                  </a:lnTo>
                  <a:lnTo>
                    <a:pt x="554325" y="5178642"/>
                  </a:lnTo>
                  <a:lnTo>
                    <a:pt x="512541" y="5160971"/>
                  </a:lnTo>
                  <a:lnTo>
                    <a:pt x="471898" y="5141226"/>
                  </a:lnTo>
                  <a:lnTo>
                    <a:pt x="432464" y="5119475"/>
                  </a:lnTo>
                  <a:lnTo>
                    <a:pt x="394304" y="5095783"/>
                  </a:lnTo>
                  <a:lnTo>
                    <a:pt x="357485" y="5070217"/>
                  </a:lnTo>
                  <a:lnTo>
                    <a:pt x="322074" y="5042844"/>
                  </a:lnTo>
                  <a:lnTo>
                    <a:pt x="288138" y="5013731"/>
                  </a:lnTo>
                  <a:lnTo>
                    <a:pt x="255743" y="4982943"/>
                  </a:lnTo>
                  <a:lnTo>
                    <a:pt x="224955" y="4950548"/>
                  </a:lnTo>
                  <a:lnTo>
                    <a:pt x="195841" y="4916611"/>
                  </a:lnTo>
                  <a:lnTo>
                    <a:pt x="168468" y="4881200"/>
                  </a:lnTo>
                  <a:lnTo>
                    <a:pt x="142902" y="4844382"/>
                  </a:lnTo>
                  <a:lnTo>
                    <a:pt x="119211" y="4806222"/>
                  </a:lnTo>
                  <a:lnTo>
                    <a:pt x="97459" y="4766787"/>
                  </a:lnTo>
                  <a:lnTo>
                    <a:pt x="77715" y="4726144"/>
                  </a:lnTo>
                  <a:lnTo>
                    <a:pt x="60044" y="4684360"/>
                  </a:lnTo>
                  <a:lnTo>
                    <a:pt x="44513" y="4641501"/>
                  </a:lnTo>
                  <a:lnTo>
                    <a:pt x="31189" y="4597633"/>
                  </a:lnTo>
                  <a:lnTo>
                    <a:pt x="20138" y="4552823"/>
                  </a:lnTo>
                  <a:lnTo>
                    <a:pt x="11427" y="4507138"/>
                  </a:lnTo>
                  <a:lnTo>
                    <a:pt x="5123" y="4460645"/>
                  </a:lnTo>
                  <a:lnTo>
                    <a:pt x="1291" y="4413409"/>
                  </a:lnTo>
                  <a:lnTo>
                    <a:pt x="0" y="4365498"/>
                  </a:lnTo>
                  <a:lnTo>
                    <a:pt x="0" y="8731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WhatsApp Image 2026-08-17 at 15.37.08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8425" y="1142999"/>
              <a:ext cx="6886575" cy="516255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5"/>
              <a:t>Project</a:t>
            </a:r>
            <a:r>
              <a:rPr dirty="0" spc="-240"/>
              <a:t> </a:t>
            </a:r>
            <a:r>
              <a:rPr dirty="0" spc="-125"/>
              <a:t>Gantt</a:t>
            </a:r>
            <a:r>
              <a:rPr dirty="0" spc="-240"/>
              <a:t> </a:t>
            </a:r>
            <a:r>
              <a:rPr dirty="0" spc="-30"/>
              <a:t>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829690"/>
            <a:ext cx="97072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Two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planned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phases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are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shown: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Documentation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Research,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followed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by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Development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</a:t>
            </a:r>
            <a:r>
              <a:rPr dirty="0" sz="12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Implementation,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with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task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dependencies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target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dates.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8138" y="1095286"/>
            <a:ext cx="11292205" cy="5310505"/>
            <a:chOff x="438138" y="1095286"/>
            <a:chExt cx="11292205" cy="53105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38" y="1095286"/>
              <a:ext cx="11291974" cy="53102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1487" y="1109725"/>
              <a:ext cx="11230610" cy="5238750"/>
            </a:xfrm>
            <a:custGeom>
              <a:avLst/>
              <a:gdLst/>
              <a:ahLst/>
              <a:cxnLst/>
              <a:rect l="l" t="t" r="r" b="b"/>
              <a:pathLst>
                <a:path w="11230610" h="5238750">
                  <a:moveTo>
                    <a:pt x="10356786" y="0"/>
                  </a:moveTo>
                  <a:lnTo>
                    <a:pt x="873188" y="0"/>
                  </a:lnTo>
                  <a:lnTo>
                    <a:pt x="825277" y="1291"/>
                  </a:lnTo>
                  <a:lnTo>
                    <a:pt x="778041" y="5123"/>
                  </a:lnTo>
                  <a:lnTo>
                    <a:pt x="731547" y="11427"/>
                  </a:lnTo>
                  <a:lnTo>
                    <a:pt x="685862" y="20138"/>
                  </a:lnTo>
                  <a:lnTo>
                    <a:pt x="641053" y="31188"/>
                  </a:lnTo>
                  <a:lnTo>
                    <a:pt x="597185" y="44511"/>
                  </a:lnTo>
                  <a:lnTo>
                    <a:pt x="554325" y="60042"/>
                  </a:lnTo>
                  <a:lnTo>
                    <a:pt x="512541" y="77712"/>
                  </a:lnTo>
                  <a:lnTo>
                    <a:pt x="471898" y="97455"/>
                  </a:lnTo>
                  <a:lnTo>
                    <a:pt x="432464" y="119205"/>
                  </a:lnTo>
                  <a:lnTo>
                    <a:pt x="394304" y="142896"/>
                  </a:lnTo>
                  <a:lnTo>
                    <a:pt x="357485" y="168460"/>
                  </a:lnTo>
                  <a:lnTo>
                    <a:pt x="322074" y="195832"/>
                  </a:lnTo>
                  <a:lnTo>
                    <a:pt x="288138" y="224944"/>
                  </a:lnTo>
                  <a:lnTo>
                    <a:pt x="255743" y="255730"/>
                  </a:lnTo>
                  <a:lnTo>
                    <a:pt x="224955" y="288123"/>
                  </a:lnTo>
                  <a:lnTo>
                    <a:pt x="195841" y="322057"/>
                  </a:lnTo>
                  <a:lnTo>
                    <a:pt x="168468" y="357466"/>
                  </a:lnTo>
                  <a:lnTo>
                    <a:pt x="142902" y="394282"/>
                  </a:lnTo>
                  <a:lnTo>
                    <a:pt x="119211" y="432439"/>
                  </a:lnTo>
                  <a:lnTo>
                    <a:pt x="97459" y="471871"/>
                  </a:lnTo>
                  <a:lnTo>
                    <a:pt x="77715" y="512511"/>
                  </a:lnTo>
                  <a:lnTo>
                    <a:pt x="60044" y="554292"/>
                  </a:lnTo>
                  <a:lnTo>
                    <a:pt x="44513" y="597147"/>
                  </a:lnTo>
                  <a:lnTo>
                    <a:pt x="31189" y="641011"/>
                  </a:lnTo>
                  <a:lnTo>
                    <a:pt x="20138" y="685817"/>
                  </a:lnTo>
                  <a:lnTo>
                    <a:pt x="11427" y="731498"/>
                  </a:lnTo>
                  <a:lnTo>
                    <a:pt x="5123" y="777987"/>
                  </a:lnTo>
                  <a:lnTo>
                    <a:pt x="1291" y="825218"/>
                  </a:lnTo>
                  <a:lnTo>
                    <a:pt x="0" y="873125"/>
                  </a:lnTo>
                  <a:lnTo>
                    <a:pt x="0" y="4365498"/>
                  </a:lnTo>
                  <a:lnTo>
                    <a:pt x="1291" y="4413409"/>
                  </a:lnTo>
                  <a:lnTo>
                    <a:pt x="5123" y="4460645"/>
                  </a:lnTo>
                  <a:lnTo>
                    <a:pt x="11427" y="4507138"/>
                  </a:lnTo>
                  <a:lnTo>
                    <a:pt x="20138" y="4552823"/>
                  </a:lnTo>
                  <a:lnTo>
                    <a:pt x="31189" y="4597633"/>
                  </a:lnTo>
                  <a:lnTo>
                    <a:pt x="44513" y="4641501"/>
                  </a:lnTo>
                  <a:lnTo>
                    <a:pt x="60044" y="4684360"/>
                  </a:lnTo>
                  <a:lnTo>
                    <a:pt x="77715" y="4726144"/>
                  </a:lnTo>
                  <a:lnTo>
                    <a:pt x="97459" y="4766787"/>
                  </a:lnTo>
                  <a:lnTo>
                    <a:pt x="119211" y="4806222"/>
                  </a:lnTo>
                  <a:lnTo>
                    <a:pt x="142902" y="4844382"/>
                  </a:lnTo>
                  <a:lnTo>
                    <a:pt x="168468" y="4881200"/>
                  </a:lnTo>
                  <a:lnTo>
                    <a:pt x="195841" y="4916611"/>
                  </a:lnTo>
                  <a:lnTo>
                    <a:pt x="224955" y="4950548"/>
                  </a:lnTo>
                  <a:lnTo>
                    <a:pt x="255743" y="4982943"/>
                  </a:lnTo>
                  <a:lnTo>
                    <a:pt x="288138" y="5013731"/>
                  </a:lnTo>
                  <a:lnTo>
                    <a:pt x="322074" y="5042844"/>
                  </a:lnTo>
                  <a:lnTo>
                    <a:pt x="357485" y="5070217"/>
                  </a:lnTo>
                  <a:lnTo>
                    <a:pt x="394304" y="5095783"/>
                  </a:lnTo>
                  <a:lnTo>
                    <a:pt x="432464" y="5119475"/>
                  </a:lnTo>
                  <a:lnTo>
                    <a:pt x="471898" y="5141226"/>
                  </a:lnTo>
                  <a:lnTo>
                    <a:pt x="512541" y="5160971"/>
                  </a:lnTo>
                  <a:lnTo>
                    <a:pt x="554325" y="5178642"/>
                  </a:lnTo>
                  <a:lnTo>
                    <a:pt x="597185" y="5194172"/>
                  </a:lnTo>
                  <a:lnTo>
                    <a:pt x="641053" y="5207496"/>
                  </a:lnTo>
                  <a:lnTo>
                    <a:pt x="685862" y="5218547"/>
                  </a:lnTo>
                  <a:lnTo>
                    <a:pt x="731547" y="5227258"/>
                  </a:lnTo>
                  <a:lnTo>
                    <a:pt x="778041" y="5233563"/>
                  </a:lnTo>
                  <a:lnTo>
                    <a:pt x="825277" y="5237394"/>
                  </a:lnTo>
                  <a:lnTo>
                    <a:pt x="873188" y="5238686"/>
                  </a:lnTo>
                  <a:lnTo>
                    <a:pt x="10356786" y="5238686"/>
                  </a:lnTo>
                  <a:lnTo>
                    <a:pt x="10404693" y="5237394"/>
                  </a:lnTo>
                  <a:lnTo>
                    <a:pt x="10451925" y="5233563"/>
                  </a:lnTo>
                  <a:lnTo>
                    <a:pt x="10498416" y="5227258"/>
                  </a:lnTo>
                  <a:lnTo>
                    <a:pt x="10544100" y="5218547"/>
                  </a:lnTo>
                  <a:lnTo>
                    <a:pt x="10588908" y="5207496"/>
                  </a:lnTo>
                  <a:lnTo>
                    <a:pt x="10632776" y="5194172"/>
                  </a:lnTo>
                  <a:lnTo>
                    <a:pt x="10675636" y="5178642"/>
                  </a:lnTo>
                  <a:lnTo>
                    <a:pt x="10717422" y="5160971"/>
                  </a:lnTo>
                  <a:lnTo>
                    <a:pt x="10758067" y="5141226"/>
                  </a:lnTo>
                  <a:lnTo>
                    <a:pt x="10797504" y="5119475"/>
                  </a:lnTo>
                  <a:lnTo>
                    <a:pt x="10835667" y="5095783"/>
                  </a:lnTo>
                  <a:lnTo>
                    <a:pt x="10872489" y="5070217"/>
                  </a:lnTo>
                  <a:lnTo>
                    <a:pt x="10907904" y="5042844"/>
                  </a:lnTo>
                  <a:lnTo>
                    <a:pt x="10941844" y="5013731"/>
                  </a:lnTo>
                  <a:lnTo>
                    <a:pt x="10974244" y="4982943"/>
                  </a:lnTo>
                  <a:lnTo>
                    <a:pt x="11005036" y="4950548"/>
                  </a:lnTo>
                  <a:lnTo>
                    <a:pt x="11034155" y="4916611"/>
                  </a:lnTo>
                  <a:lnTo>
                    <a:pt x="11061532" y="4881200"/>
                  </a:lnTo>
                  <a:lnTo>
                    <a:pt x="11087103" y="4844382"/>
                  </a:lnTo>
                  <a:lnTo>
                    <a:pt x="11110799" y="4806222"/>
                  </a:lnTo>
                  <a:lnTo>
                    <a:pt x="11132555" y="4766787"/>
                  </a:lnTo>
                  <a:lnTo>
                    <a:pt x="11152304" y="4726144"/>
                  </a:lnTo>
                  <a:lnTo>
                    <a:pt x="11169978" y="4684360"/>
                  </a:lnTo>
                  <a:lnTo>
                    <a:pt x="11185513" y="4641501"/>
                  </a:lnTo>
                  <a:lnTo>
                    <a:pt x="11198840" y="4597633"/>
                  </a:lnTo>
                  <a:lnTo>
                    <a:pt x="11209894" y="4552823"/>
                  </a:lnTo>
                  <a:lnTo>
                    <a:pt x="11218607" y="4507138"/>
                  </a:lnTo>
                  <a:lnTo>
                    <a:pt x="11224913" y="4460645"/>
                  </a:lnTo>
                  <a:lnTo>
                    <a:pt x="11228746" y="4413409"/>
                  </a:lnTo>
                  <a:lnTo>
                    <a:pt x="11230038" y="4365498"/>
                  </a:lnTo>
                  <a:lnTo>
                    <a:pt x="11230038" y="873125"/>
                  </a:lnTo>
                  <a:lnTo>
                    <a:pt x="11228746" y="825218"/>
                  </a:lnTo>
                  <a:lnTo>
                    <a:pt x="11224913" y="777987"/>
                  </a:lnTo>
                  <a:lnTo>
                    <a:pt x="11218607" y="731498"/>
                  </a:lnTo>
                  <a:lnTo>
                    <a:pt x="11209894" y="685817"/>
                  </a:lnTo>
                  <a:lnTo>
                    <a:pt x="11198840" y="641011"/>
                  </a:lnTo>
                  <a:lnTo>
                    <a:pt x="11185513" y="597147"/>
                  </a:lnTo>
                  <a:lnTo>
                    <a:pt x="11169978" y="554292"/>
                  </a:lnTo>
                  <a:lnTo>
                    <a:pt x="11152304" y="512511"/>
                  </a:lnTo>
                  <a:lnTo>
                    <a:pt x="11132555" y="471871"/>
                  </a:lnTo>
                  <a:lnTo>
                    <a:pt x="11110799" y="432439"/>
                  </a:lnTo>
                  <a:lnTo>
                    <a:pt x="11087103" y="394282"/>
                  </a:lnTo>
                  <a:lnTo>
                    <a:pt x="11061532" y="357466"/>
                  </a:lnTo>
                  <a:lnTo>
                    <a:pt x="11034155" y="322057"/>
                  </a:lnTo>
                  <a:lnTo>
                    <a:pt x="11005036" y="288123"/>
                  </a:lnTo>
                  <a:lnTo>
                    <a:pt x="10974244" y="255730"/>
                  </a:lnTo>
                  <a:lnTo>
                    <a:pt x="10941844" y="224944"/>
                  </a:lnTo>
                  <a:lnTo>
                    <a:pt x="10907904" y="195832"/>
                  </a:lnTo>
                  <a:lnTo>
                    <a:pt x="10872489" y="168460"/>
                  </a:lnTo>
                  <a:lnTo>
                    <a:pt x="10835667" y="142896"/>
                  </a:lnTo>
                  <a:lnTo>
                    <a:pt x="10797504" y="119205"/>
                  </a:lnTo>
                  <a:lnTo>
                    <a:pt x="10758067" y="97455"/>
                  </a:lnTo>
                  <a:lnTo>
                    <a:pt x="10717422" y="77712"/>
                  </a:lnTo>
                  <a:lnTo>
                    <a:pt x="10675636" y="60042"/>
                  </a:lnTo>
                  <a:lnTo>
                    <a:pt x="10632776" y="44511"/>
                  </a:lnTo>
                  <a:lnTo>
                    <a:pt x="10588908" y="31188"/>
                  </a:lnTo>
                  <a:lnTo>
                    <a:pt x="10544100" y="20138"/>
                  </a:lnTo>
                  <a:lnTo>
                    <a:pt x="10498416" y="11427"/>
                  </a:lnTo>
                  <a:lnTo>
                    <a:pt x="10451925" y="5123"/>
                  </a:lnTo>
                  <a:lnTo>
                    <a:pt x="10404693" y="1291"/>
                  </a:lnTo>
                  <a:lnTo>
                    <a:pt x="103567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1487" y="1109725"/>
              <a:ext cx="11230610" cy="5238750"/>
            </a:xfrm>
            <a:custGeom>
              <a:avLst/>
              <a:gdLst/>
              <a:ahLst/>
              <a:cxnLst/>
              <a:rect l="l" t="t" r="r" b="b"/>
              <a:pathLst>
                <a:path w="11230610" h="5238750">
                  <a:moveTo>
                    <a:pt x="0" y="873125"/>
                  </a:moveTo>
                  <a:lnTo>
                    <a:pt x="1291" y="825218"/>
                  </a:lnTo>
                  <a:lnTo>
                    <a:pt x="5123" y="777987"/>
                  </a:lnTo>
                  <a:lnTo>
                    <a:pt x="11427" y="731498"/>
                  </a:lnTo>
                  <a:lnTo>
                    <a:pt x="20138" y="685817"/>
                  </a:lnTo>
                  <a:lnTo>
                    <a:pt x="31189" y="641011"/>
                  </a:lnTo>
                  <a:lnTo>
                    <a:pt x="44513" y="597147"/>
                  </a:lnTo>
                  <a:lnTo>
                    <a:pt x="60044" y="554292"/>
                  </a:lnTo>
                  <a:lnTo>
                    <a:pt x="77715" y="512511"/>
                  </a:lnTo>
                  <a:lnTo>
                    <a:pt x="97459" y="471871"/>
                  </a:lnTo>
                  <a:lnTo>
                    <a:pt x="119211" y="432439"/>
                  </a:lnTo>
                  <a:lnTo>
                    <a:pt x="142902" y="394282"/>
                  </a:lnTo>
                  <a:lnTo>
                    <a:pt x="168468" y="357466"/>
                  </a:lnTo>
                  <a:lnTo>
                    <a:pt x="195841" y="322057"/>
                  </a:lnTo>
                  <a:lnTo>
                    <a:pt x="224955" y="288123"/>
                  </a:lnTo>
                  <a:lnTo>
                    <a:pt x="255743" y="255730"/>
                  </a:lnTo>
                  <a:lnTo>
                    <a:pt x="288138" y="224944"/>
                  </a:lnTo>
                  <a:lnTo>
                    <a:pt x="322074" y="195832"/>
                  </a:lnTo>
                  <a:lnTo>
                    <a:pt x="357485" y="168460"/>
                  </a:lnTo>
                  <a:lnTo>
                    <a:pt x="394304" y="142896"/>
                  </a:lnTo>
                  <a:lnTo>
                    <a:pt x="432464" y="119205"/>
                  </a:lnTo>
                  <a:lnTo>
                    <a:pt x="471898" y="97455"/>
                  </a:lnTo>
                  <a:lnTo>
                    <a:pt x="512541" y="77712"/>
                  </a:lnTo>
                  <a:lnTo>
                    <a:pt x="554325" y="60042"/>
                  </a:lnTo>
                  <a:lnTo>
                    <a:pt x="597185" y="44511"/>
                  </a:lnTo>
                  <a:lnTo>
                    <a:pt x="641053" y="31188"/>
                  </a:lnTo>
                  <a:lnTo>
                    <a:pt x="685862" y="20138"/>
                  </a:lnTo>
                  <a:lnTo>
                    <a:pt x="731547" y="11427"/>
                  </a:lnTo>
                  <a:lnTo>
                    <a:pt x="778041" y="5123"/>
                  </a:lnTo>
                  <a:lnTo>
                    <a:pt x="825277" y="1291"/>
                  </a:lnTo>
                  <a:lnTo>
                    <a:pt x="873188" y="0"/>
                  </a:lnTo>
                  <a:lnTo>
                    <a:pt x="10356786" y="0"/>
                  </a:lnTo>
                  <a:lnTo>
                    <a:pt x="10404693" y="1291"/>
                  </a:lnTo>
                  <a:lnTo>
                    <a:pt x="10451925" y="5123"/>
                  </a:lnTo>
                  <a:lnTo>
                    <a:pt x="10498416" y="11427"/>
                  </a:lnTo>
                  <a:lnTo>
                    <a:pt x="10544100" y="20138"/>
                  </a:lnTo>
                  <a:lnTo>
                    <a:pt x="10588908" y="31188"/>
                  </a:lnTo>
                  <a:lnTo>
                    <a:pt x="10632776" y="44511"/>
                  </a:lnTo>
                  <a:lnTo>
                    <a:pt x="10675636" y="60042"/>
                  </a:lnTo>
                  <a:lnTo>
                    <a:pt x="10717422" y="77712"/>
                  </a:lnTo>
                  <a:lnTo>
                    <a:pt x="10758067" y="97455"/>
                  </a:lnTo>
                  <a:lnTo>
                    <a:pt x="10797504" y="119205"/>
                  </a:lnTo>
                  <a:lnTo>
                    <a:pt x="10835667" y="142896"/>
                  </a:lnTo>
                  <a:lnTo>
                    <a:pt x="10872489" y="168460"/>
                  </a:lnTo>
                  <a:lnTo>
                    <a:pt x="10907904" y="195832"/>
                  </a:lnTo>
                  <a:lnTo>
                    <a:pt x="10941844" y="224944"/>
                  </a:lnTo>
                  <a:lnTo>
                    <a:pt x="10974244" y="255730"/>
                  </a:lnTo>
                  <a:lnTo>
                    <a:pt x="11005036" y="288123"/>
                  </a:lnTo>
                  <a:lnTo>
                    <a:pt x="11034155" y="322057"/>
                  </a:lnTo>
                  <a:lnTo>
                    <a:pt x="11061532" y="357466"/>
                  </a:lnTo>
                  <a:lnTo>
                    <a:pt x="11087103" y="394282"/>
                  </a:lnTo>
                  <a:lnTo>
                    <a:pt x="11110799" y="432439"/>
                  </a:lnTo>
                  <a:lnTo>
                    <a:pt x="11132555" y="471871"/>
                  </a:lnTo>
                  <a:lnTo>
                    <a:pt x="11152304" y="512511"/>
                  </a:lnTo>
                  <a:lnTo>
                    <a:pt x="11169978" y="554292"/>
                  </a:lnTo>
                  <a:lnTo>
                    <a:pt x="11185513" y="597147"/>
                  </a:lnTo>
                  <a:lnTo>
                    <a:pt x="11198840" y="641011"/>
                  </a:lnTo>
                  <a:lnTo>
                    <a:pt x="11209894" y="685817"/>
                  </a:lnTo>
                  <a:lnTo>
                    <a:pt x="11218607" y="731498"/>
                  </a:lnTo>
                  <a:lnTo>
                    <a:pt x="11224913" y="777987"/>
                  </a:lnTo>
                  <a:lnTo>
                    <a:pt x="11228746" y="825218"/>
                  </a:lnTo>
                  <a:lnTo>
                    <a:pt x="11230038" y="873125"/>
                  </a:lnTo>
                  <a:lnTo>
                    <a:pt x="11230038" y="4365498"/>
                  </a:lnTo>
                  <a:lnTo>
                    <a:pt x="11228746" y="4413409"/>
                  </a:lnTo>
                  <a:lnTo>
                    <a:pt x="11224913" y="4460645"/>
                  </a:lnTo>
                  <a:lnTo>
                    <a:pt x="11218607" y="4507138"/>
                  </a:lnTo>
                  <a:lnTo>
                    <a:pt x="11209894" y="4552823"/>
                  </a:lnTo>
                  <a:lnTo>
                    <a:pt x="11198840" y="4597633"/>
                  </a:lnTo>
                  <a:lnTo>
                    <a:pt x="11185513" y="4641501"/>
                  </a:lnTo>
                  <a:lnTo>
                    <a:pt x="11169978" y="4684360"/>
                  </a:lnTo>
                  <a:lnTo>
                    <a:pt x="11152304" y="4726144"/>
                  </a:lnTo>
                  <a:lnTo>
                    <a:pt x="11132555" y="4766787"/>
                  </a:lnTo>
                  <a:lnTo>
                    <a:pt x="11110799" y="4806222"/>
                  </a:lnTo>
                  <a:lnTo>
                    <a:pt x="11087103" y="4844382"/>
                  </a:lnTo>
                  <a:lnTo>
                    <a:pt x="11061532" y="4881200"/>
                  </a:lnTo>
                  <a:lnTo>
                    <a:pt x="11034155" y="4916611"/>
                  </a:lnTo>
                  <a:lnTo>
                    <a:pt x="11005036" y="4950548"/>
                  </a:lnTo>
                  <a:lnTo>
                    <a:pt x="10974244" y="4982943"/>
                  </a:lnTo>
                  <a:lnTo>
                    <a:pt x="10941844" y="5013731"/>
                  </a:lnTo>
                  <a:lnTo>
                    <a:pt x="10907904" y="5042844"/>
                  </a:lnTo>
                  <a:lnTo>
                    <a:pt x="10872489" y="5070217"/>
                  </a:lnTo>
                  <a:lnTo>
                    <a:pt x="10835667" y="5095783"/>
                  </a:lnTo>
                  <a:lnTo>
                    <a:pt x="10797504" y="5119475"/>
                  </a:lnTo>
                  <a:lnTo>
                    <a:pt x="10758067" y="5141226"/>
                  </a:lnTo>
                  <a:lnTo>
                    <a:pt x="10717422" y="5160971"/>
                  </a:lnTo>
                  <a:lnTo>
                    <a:pt x="10675636" y="5178642"/>
                  </a:lnTo>
                  <a:lnTo>
                    <a:pt x="10632776" y="5194172"/>
                  </a:lnTo>
                  <a:lnTo>
                    <a:pt x="10588908" y="5207496"/>
                  </a:lnTo>
                  <a:lnTo>
                    <a:pt x="10544100" y="5218547"/>
                  </a:lnTo>
                  <a:lnTo>
                    <a:pt x="10498416" y="5227258"/>
                  </a:lnTo>
                  <a:lnTo>
                    <a:pt x="10451925" y="5233563"/>
                  </a:lnTo>
                  <a:lnTo>
                    <a:pt x="10404693" y="5237394"/>
                  </a:lnTo>
                  <a:lnTo>
                    <a:pt x="10356786" y="5238686"/>
                  </a:lnTo>
                  <a:lnTo>
                    <a:pt x="873188" y="5238686"/>
                  </a:lnTo>
                  <a:lnTo>
                    <a:pt x="825277" y="5237394"/>
                  </a:lnTo>
                  <a:lnTo>
                    <a:pt x="778041" y="5233563"/>
                  </a:lnTo>
                  <a:lnTo>
                    <a:pt x="731547" y="5227258"/>
                  </a:lnTo>
                  <a:lnTo>
                    <a:pt x="685862" y="5218547"/>
                  </a:lnTo>
                  <a:lnTo>
                    <a:pt x="641053" y="5207496"/>
                  </a:lnTo>
                  <a:lnTo>
                    <a:pt x="597185" y="5194172"/>
                  </a:lnTo>
                  <a:lnTo>
                    <a:pt x="554325" y="5178642"/>
                  </a:lnTo>
                  <a:lnTo>
                    <a:pt x="512541" y="5160971"/>
                  </a:lnTo>
                  <a:lnTo>
                    <a:pt x="471898" y="5141226"/>
                  </a:lnTo>
                  <a:lnTo>
                    <a:pt x="432464" y="5119475"/>
                  </a:lnTo>
                  <a:lnTo>
                    <a:pt x="394304" y="5095783"/>
                  </a:lnTo>
                  <a:lnTo>
                    <a:pt x="357485" y="5070217"/>
                  </a:lnTo>
                  <a:lnTo>
                    <a:pt x="322074" y="5042844"/>
                  </a:lnTo>
                  <a:lnTo>
                    <a:pt x="288138" y="5013731"/>
                  </a:lnTo>
                  <a:lnTo>
                    <a:pt x="255743" y="4982943"/>
                  </a:lnTo>
                  <a:lnTo>
                    <a:pt x="224955" y="4950548"/>
                  </a:lnTo>
                  <a:lnTo>
                    <a:pt x="195841" y="4916611"/>
                  </a:lnTo>
                  <a:lnTo>
                    <a:pt x="168468" y="4881200"/>
                  </a:lnTo>
                  <a:lnTo>
                    <a:pt x="142902" y="4844382"/>
                  </a:lnTo>
                  <a:lnTo>
                    <a:pt x="119211" y="4806222"/>
                  </a:lnTo>
                  <a:lnTo>
                    <a:pt x="97459" y="4766787"/>
                  </a:lnTo>
                  <a:lnTo>
                    <a:pt x="77715" y="4726144"/>
                  </a:lnTo>
                  <a:lnTo>
                    <a:pt x="60044" y="4684360"/>
                  </a:lnTo>
                  <a:lnTo>
                    <a:pt x="44513" y="4641501"/>
                  </a:lnTo>
                  <a:lnTo>
                    <a:pt x="31189" y="4597633"/>
                  </a:lnTo>
                  <a:lnTo>
                    <a:pt x="20138" y="4552823"/>
                  </a:lnTo>
                  <a:lnTo>
                    <a:pt x="11427" y="4507138"/>
                  </a:lnTo>
                  <a:lnTo>
                    <a:pt x="5123" y="4460645"/>
                  </a:lnTo>
                  <a:lnTo>
                    <a:pt x="1291" y="4413409"/>
                  </a:lnTo>
                  <a:lnTo>
                    <a:pt x="0" y="4365498"/>
                  </a:lnTo>
                  <a:lnTo>
                    <a:pt x="0" y="8731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WhatsApp Image 2026-08-17 at 16.1m3.48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800" y="1142999"/>
              <a:ext cx="7743825" cy="516255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00"/>
              <a:t>Functional</a:t>
            </a:r>
            <a:r>
              <a:rPr dirty="0" sz="2450" spc="-185"/>
              <a:t> </a:t>
            </a:r>
            <a:r>
              <a:rPr dirty="0" sz="2450" spc="-95"/>
              <a:t>Requirements</a:t>
            </a:r>
            <a:r>
              <a:rPr dirty="0" sz="2450" spc="-204"/>
              <a:t> </a:t>
            </a:r>
            <a:r>
              <a:rPr dirty="0" sz="2450" spc="465"/>
              <a:t>—</a:t>
            </a:r>
            <a:r>
              <a:rPr dirty="0" sz="2450" spc="-185"/>
              <a:t> </a:t>
            </a:r>
            <a:r>
              <a:rPr dirty="0" sz="2450" spc="-165"/>
              <a:t>Table </a:t>
            </a:r>
            <a:r>
              <a:rPr dirty="0" sz="2450" spc="-50"/>
              <a:t>1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4505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28313D"/>
                </a:solidFill>
                <a:latin typeface="Tahoma"/>
                <a:cs typeface="Tahoma"/>
              </a:rPr>
              <a:t>FR01–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09</a:t>
            </a:r>
            <a:r>
              <a:rPr dirty="0" sz="1100" spc="-10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dirty="0" sz="1100" spc="-9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dirty="0" sz="1100" spc="-5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970260" cy="504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2240280"/>
                <a:gridCol w="530225"/>
                <a:gridCol w="2057400"/>
                <a:gridCol w="5394959"/>
              </a:tblGrid>
              <a:tr h="383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FR</a:t>
                      </a:r>
                      <a:r>
                        <a:rPr dirty="0" sz="1050" spc="-1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Functional</a:t>
                      </a:r>
                      <a:r>
                        <a:rPr dirty="0" sz="1050" spc="-3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CRUD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Module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Register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900" spc="-1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new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account.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Validate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Registration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Validates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registration</a:t>
                      </a:r>
                      <a:r>
                        <a:rPr dirty="0" sz="9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fields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before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submission.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Verify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Account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Verifies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using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email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OTP.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Login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Authenticates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registered</a:t>
                      </a:r>
                      <a:r>
                        <a:rPr dirty="0" sz="9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Reset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Password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Allows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securely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reset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passwords.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114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Accounts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Admin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activates,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deactivates,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deletes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accounts.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Assign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114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Roles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Role-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Assigns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Doctor,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Patient,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Pharmacist,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Admin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roles.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Restrict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Role-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according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roles.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FR0G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Dashboard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Redirection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Role-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Redirects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their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relevant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dashboard.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00"/>
              <a:t>Functional</a:t>
            </a:r>
            <a:r>
              <a:rPr dirty="0" sz="2450" spc="-185"/>
              <a:t> </a:t>
            </a:r>
            <a:r>
              <a:rPr dirty="0" sz="2450" spc="-95"/>
              <a:t>Requirements</a:t>
            </a:r>
            <a:r>
              <a:rPr dirty="0" sz="2450" spc="-204"/>
              <a:t> </a:t>
            </a:r>
            <a:r>
              <a:rPr dirty="0" sz="2450" spc="465"/>
              <a:t>—</a:t>
            </a:r>
            <a:r>
              <a:rPr dirty="0" sz="2450" spc="-185"/>
              <a:t> </a:t>
            </a:r>
            <a:r>
              <a:rPr dirty="0" sz="2450" spc="-165"/>
              <a:t>Table </a:t>
            </a:r>
            <a:r>
              <a:rPr dirty="0" sz="2450" spc="-50"/>
              <a:t>2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4505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28313D"/>
                </a:solidFill>
                <a:latin typeface="Tahoma"/>
                <a:cs typeface="Tahoma"/>
              </a:rPr>
              <a:t>FR10–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18</a:t>
            </a:r>
            <a:r>
              <a:rPr dirty="0" sz="1100" spc="-10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dirty="0" sz="1100" spc="-9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dirty="0" sz="1100" spc="-5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970260" cy="504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2240280"/>
                <a:gridCol w="530225"/>
                <a:gridCol w="2057400"/>
                <a:gridCol w="5394959"/>
              </a:tblGrid>
              <a:tr h="383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FR</a:t>
                      </a:r>
                      <a:r>
                        <a:rPr dirty="0" sz="1050" spc="-1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Functional</a:t>
                      </a:r>
                      <a:r>
                        <a:rPr dirty="0" sz="1050" spc="-3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CRUD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Module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Create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Digital</a:t>
                      </a:r>
                      <a:r>
                        <a:rPr dirty="0" sz="900" spc="-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</a:t>
                      </a:r>
                      <a:r>
                        <a:rPr dirty="0" sz="900" spc="-1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900" spc="-1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Select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Retrieves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details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from</a:t>
                      </a:r>
                      <a:r>
                        <a:rPr dirty="0" sz="900" spc="-1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database.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Add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Details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Adds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1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name,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dosage,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frequency,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duration.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Add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Diagnosis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Clinical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Notes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Records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diagnosis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notes.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900" spc="-1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unique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identifier.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Allows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doctors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view,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edit,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cancel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Digitally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Sign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Confirms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using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digital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signature.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Send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Notification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Notification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Notifies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pharmacist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about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new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View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Allows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patients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view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active</a:t>
                      </a:r>
                      <a:r>
                        <a:rPr dirty="0" sz="900" spc="-1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past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00"/>
              <a:t>Functional</a:t>
            </a:r>
            <a:r>
              <a:rPr dirty="0" sz="2450" spc="-185"/>
              <a:t> </a:t>
            </a:r>
            <a:r>
              <a:rPr dirty="0" sz="2450" spc="-95"/>
              <a:t>Requirements</a:t>
            </a:r>
            <a:r>
              <a:rPr dirty="0" sz="2450" spc="-204"/>
              <a:t> </a:t>
            </a:r>
            <a:r>
              <a:rPr dirty="0" sz="2450" spc="465"/>
              <a:t>—</a:t>
            </a:r>
            <a:r>
              <a:rPr dirty="0" sz="2450" spc="-185"/>
              <a:t> </a:t>
            </a:r>
            <a:r>
              <a:rPr dirty="0" sz="2450" spc="-165"/>
              <a:t>Table </a:t>
            </a:r>
            <a:r>
              <a:rPr dirty="0" sz="2450" spc="-50"/>
              <a:t>3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4505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28313D"/>
                </a:solidFill>
                <a:latin typeface="Tahoma"/>
                <a:cs typeface="Tahoma"/>
              </a:rPr>
              <a:t>FR19–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27</a:t>
            </a:r>
            <a:r>
              <a:rPr dirty="0" sz="1100" spc="-10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dirty="0" sz="1100" spc="-9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dirty="0" sz="1100" spc="-5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970260" cy="504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2240280"/>
                <a:gridCol w="530225"/>
                <a:gridCol w="2057400"/>
                <a:gridCol w="5394959"/>
              </a:tblGrid>
              <a:tr h="383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FR</a:t>
                      </a:r>
                      <a:r>
                        <a:rPr dirty="0" sz="1050" spc="-1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Functional</a:t>
                      </a:r>
                      <a:r>
                        <a:rPr dirty="0" sz="1050" spc="-3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CRUD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Module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FR1G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Receive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Sends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through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email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SMS.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Medication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Reminders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Notification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Sends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medication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schedule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reminders.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Medication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Status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Allows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patients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mark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doses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as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Taken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Missed.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Request</a:t>
                      </a:r>
                      <a:r>
                        <a:rPr dirty="0" sz="9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Renewal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Allows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request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renewal.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Information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profile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details.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View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Dispensing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Status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Displays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pharmacy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dispensing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View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Assigned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Pharmacist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Pharmacists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view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assigned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Verify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Authenticity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Pharmacist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Validates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digital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signatures.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Dispensing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Status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Pharmacist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status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Pending,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Ready,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Collected.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00"/>
              <a:t>Functional</a:t>
            </a:r>
            <a:r>
              <a:rPr dirty="0" sz="2450" spc="-185"/>
              <a:t> </a:t>
            </a:r>
            <a:r>
              <a:rPr dirty="0" sz="2450" spc="-95"/>
              <a:t>Requirements</a:t>
            </a:r>
            <a:r>
              <a:rPr dirty="0" sz="2450" spc="-204"/>
              <a:t> </a:t>
            </a:r>
            <a:r>
              <a:rPr dirty="0" sz="2450" spc="465"/>
              <a:t>—</a:t>
            </a:r>
            <a:r>
              <a:rPr dirty="0" sz="2450" spc="-185"/>
              <a:t> </a:t>
            </a:r>
            <a:r>
              <a:rPr dirty="0" sz="2450" spc="-165"/>
              <a:t>Table </a:t>
            </a:r>
            <a:r>
              <a:rPr dirty="0" sz="2450" spc="-50"/>
              <a:t>4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4505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28313D"/>
                </a:solidFill>
                <a:latin typeface="Tahoma"/>
                <a:cs typeface="Tahoma"/>
              </a:rPr>
              <a:t>FR28–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36</a:t>
            </a:r>
            <a:r>
              <a:rPr dirty="0" sz="1100" spc="-10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dirty="0" sz="1100" spc="-9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dirty="0" sz="1100" spc="-5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970260" cy="504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2240280"/>
                <a:gridCol w="530225"/>
                <a:gridCol w="2057400"/>
                <a:gridCol w="5394959"/>
              </a:tblGrid>
              <a:tr h="383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FR</a:t>
                      </a:r>
                      <a:r>
                        <a:rPr dirty="0" sz="1050" spc="-1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Functional</a:t>
                      </a:r>
                      <a:r>
                        <a:rPr dirty="0" sz="1050" spc="-3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CRUD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Module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Stock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Inventory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Automatically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stock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after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dispensing.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FR2G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Record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Batch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Details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Pharmacist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Stores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batch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number</a:t>
                      </a:r>
                      <a:r>
                        <a:rPr dirty="0" sz="900" spc="-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expiry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information.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Dispensing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Pharmacist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daily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dispensing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Store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Details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Inventory</a:t>
                      </a:r>
                      <a:r>
                        <a:rPr dirty="0" sz="9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Stores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information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including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price</a:t>
                      </a:r>
                      <a:r>
                        <a:rPr dirty="0" sz="900" spc="-1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expiry.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View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Stock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Availability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Inventory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Displays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real-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time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stock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levels.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Low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Stock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Alert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Inventory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Alerts</a:t>
                      </a:r>
                      <a:r>
                        <a:rPr dirty="0" sz="9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when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stock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below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threshold.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Inventory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Inventory</a:t>
                      </a:r>
                      <a:r>
                        <a:rPr dirty="0" sz="9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Creates</a:t>
                      </a: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expired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low-stock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reports.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Send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Notifications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Notification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Sends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email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SMS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notifications.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FR36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Refill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Alerts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Notification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Alerts patients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when</a:t>
                      </a: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expire.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00"/>
              <a:t>Functional</a:t>
            </a:r>
            <a:r>
              <a:rPr dirty="0" sz="2450" spc="-185"/>
              <a:t> </a:t>
            </a:r>
            <a:r>
              <a:rPr dirty="0" sz="2450" spc="-95"/>
              <a:t>Requirements</a:t>
            </a:r>
            <a:r>
              <a:rPr dirty="0" sz="2450" spc="-204"/>
              <a:t> </a:t>
            </a:r>
            <a:r>
              <a:rPr dirty="0" sz="2450" spc="465"/>
              <a:t>—</a:t>
            </a:r>
            <a:r>
              <a:rPr dirty="0" sz="2450" spc="-185"/>
              <a:t> </a:t>
            </a:r>
            <a:r>
              <a:rPr dirty="0" sz="2450" spc="-165"/>
              <a:t>Table </a:t>
            </a:r>
            <a:r>
              <a:rPr dirty="0" sz="2450" spc="-50"/>
              <a:t>5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4505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28313D"/>
                </a:solidFill>
                <a:latin typeface="Tahoma"/>
                <a:cs typeface="Tahoma"/>
              </a:rPr>
              <a:t>FR37–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45</a:t>
            </a:r>
            <a:r>
              <a:rPr dirty="0" sz="1100" spc="-10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dirty="0" sz="1100" spc="-9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dirty="0" sz="1100" spc="-5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970260" cy="504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2240280"/>
                <a:gridCol w="530225"/>
                <a:gridCol w="2057400"/>
                <a:gridCol w="5394959"/>
              </a:tblGrid>
              <a:tr h="383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FR</a:t>
                      </a:r>
                      <a:r>
                        <a:rPr dirty="0" sz="1050" spc="-15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Functional</a:t>
                      </a:r>
                      <a:r>
                        <a:rPr dirty="0" sz="1050" spc="-3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CRUD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Module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FR37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Send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Missed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Dose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Alerts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Notification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Alerts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doctors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about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repeated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missed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doses.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FR38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Analytics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Generates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reports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users,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prescriptions,</a:t>
                      </a:r>
                      <a:r>
                        <a:rPr dirty="0" sz="9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medicine</a:t>
                      </a:r>
                      <a:r>
                        <a:rPr dirty="0" sz="900" spc="-1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usage.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FR3G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Display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Analytics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Charts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Analytics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Displays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adherence</a:t>
                      </a:r>
                      <a:r>
                        <a:rPr dirty="0" sz="900" spc="-1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statistics.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FR40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Export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Reporting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Analytics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Allows</a:t>
                      </a:r>
                      <a:r>
                        <a:rPr dirty="0" sz="900" spc="-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export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PDF</a:t>
                      </a:r>
                      <a:r>
                        <a:rPr dirty="0" sz="900" spc="-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CSV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formats.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FR41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Encrypt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Sensitive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passwords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information.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FR42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Audit</a:t>
                      </a:r>
                      <a:r>
                        <a:rPr dirty="0" sz="900" spc="-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Logs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Records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900" spc="-1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activities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9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timestamps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IP</a:t>
                      </a:r>
                      <a:r>
                        <a:rPr dirty="0" sz="9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addresses.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FR43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Automatic Logout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Logs</a:t>
                      </a:r>
                      <a:r>
                        <a:rPr dirty="0" sz="900" spc="-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out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inactive</a:t>
                      </a:r>
                      <a:r>
                        <a:rPr dirty="0" sz="900" spc="-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r>
                        <a:rPr dirty="0" sz="900" spc="-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after</a:t>
                      </a:r>
                      <a:r>
                        <a:rPr dirty="0" sz="9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900" spc="-1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defined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period.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FR44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Suggest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Medication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Decision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medication</a:t>
                      </a:r>
                      <a:r>
                        <a:rPr dirty="0" sz="9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suggestions</a:t>
                      </a:r>
                      <a:r>
                        <a:rPr dirty="0" sz="900" spc="-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9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9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diagnosis.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900" spc="-2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FR45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Detect</a:t>
                      </a:r>
                      <a:r>
                        <a:rPr dirty="0" sz="900" spc="-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Drug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Interactions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Decision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Identifies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possible</a:t>
                      </a:r>
                      <a:r>
                        <a:rPr dirty="0" sz="9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drug</a:t>
                      </a:r>
                      <a:r>
                        <a:rPr dirty="0" sz="900" spc="-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interactions</a:t>
                      </a:r>
                      <a:r>
                        <a:rPr dirty="0" sz="9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-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allergy</a:t>
                      </a:r>
                      <a:r>
                        <a:rPr dirty="0" sz="900" spc="-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conflicts.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30"/>
              <a:t>Non-</a:t>
            </a:r>
            <a:r>
              <a:rPr dirty="0" sz="2450" spc="-100"/>
              <a:t>Functional</a:t>
            </a:r>
            <a:r>
              <a:rPr dirty="0" sz="2450" spc="-185"/>
              <a:t> </a:t>
            </a:r>
            <a:r>
              <a:rPr dirty="0" sz="2450" spc="-95"/>
              <a:t>Requirements</a:t>
            </a:r>
            <a:r>
              <a:rPr dirty="0" sz="2450" spc="-180"/>
              <a:t> </a:t>
            </a:r>
            <a:r>
              <a:rPr dirty="0" sz="2450" spc="465"/>
              <a:t>—</a:t>
            </a:r>
            <a:r>
              <a:rPr dirty="0" sz="2450" spc="-175"/>
              <a:t> </a:t>
            </a:r>
            <a:r>
              <a:rPr dirty="0" sz="2450" spc="-160"/>
              <a:t>Table </a:t>
            </a:r>
            <a:r>
              <a:rPr dirty="0" sz="2450" spc="-50"/>
              <a:t>1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65506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NFR1–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NFR9</a:t>
            </a:r>
            <a:r>
              <a:rPr dirty="0" sz="1100" spc="-10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dirty="0" sz="1100" spc="-9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dirty="0" sz="1100" spc="-8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dirty="0" sz="1100" spc="-9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dirty="0" sz="1100" spc="-5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970260" cy="504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5623560"/>
                <a:gridCol w="1828800"/>
                <a:gridCol w="2770504"/>
              </a:tblGrid>
              <a:tr h="383540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NFR</a:t>
                      </a:r>
                      <a:r>
                        <a:rPr dirty="0" sz="1050" spc="-1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authenticate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r>
                        <a:rPr dirty="0" sz="8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within</a:t>
                      </a:r>
                      <a:r>
                        <a:rPr dirty="0" sz="800" spc="1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three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seconds</a:t>
                      </a:r>
                      <a:r>
                        <a:rPr dirty="0" sz="8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under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normal</a:t>
                      </a:r>
                      <a:r>
                        <a:rPr dirty="0" sz="800" spc="1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800" spc="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conditions.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dirty="0" sz="8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8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patients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clinic</a:t>
                      </a:r>
                      <a:r>
                        <a:rPr dirty="0" sz="8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staff.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provide an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intuitive and</a:t>
                      </a:r>
                      <a:r>
                        <a:rPr dirty="0" sz="800" spc="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user-friendly</a:t>
                      </a:r>
                      <a:r>
                        <a:rPr dirty="0" sz="8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interface.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Reduces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training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time</a:t>
                      </a:r>
                      <a:r>
                        <a:rPr dirty="0" sz="800" spc="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 user</a:t>
                      </a:r>
                      <a:r>
                        <a:rPr dirty="0" sz="8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errors.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25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14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</a:t>
                      </a:r>
                      <a:r>
                        <a:rPr dirty="0" sz="800" spc="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least</a:t>
                      </a:r>
                      <a:r>
                        <a:rPr dirty="0" sz="800" spc="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99.9%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availability</a:t>
                      </a:r>
                      <a:r>
                        <a:rPr dirty="0" sz="800" spc="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during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clinic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operating</a:t>
                      </a:r>
                      <a:r>
                        <a:rPr dirty="0" sz="8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hours.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Reliability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uninterrupted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8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services.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dirty="0" sz="800" spc="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least</a:t>
                      </a:r>
                      <a:r>
                        <a:rPr dirty="0" sz="800" spc="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200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concurrent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users</a:t>
                      </a:r>
                      <a:r>
                        <a:rPr dirty="0" sz="800" spc="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without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significant</a:t>
                      </a:r>
                      <a:r>
                        <a:rPr dirty="0" sz="800" spc="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degradation.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Scalability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dirty="0" sz="800" spc="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growth.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encrypt</a:t>
                      </a:r>
                      <a:r>
                        <a:rPr dirty="0" sz="800" spc="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</a:t>
                      </a:r>
                      <a:r>
                        <a:rPr dirty="0" sz="800" spc="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prescription</a:t>
                      </a:r>
                      <a:r>
                        <a:rPr dirty="0" sz="8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 during</a:t>
                      </a:r>
                      <a:r>
                        <a:rPr dirty="0" sz="800" spc="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storage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transmission.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confidential</a:t>
                      </a:r>
                      <a:r>
                        <a:rPr dirty="0" sz="800" spc="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medical</a:t>
                      </a:r>
                      <a:r>
                        <a:rPr dirty="0" sz="800" spc="-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information.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automatically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back</a:t>
                      </a:r>
                      <a:r>
                        <a:rPr dirty="0" sz="800" spc="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</a:t>
                      </a:r>
                      <a:r>
                        <a:rPr dirty="0" sz="800" spc="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database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daily.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Reliability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Prevents</a:t>
                      </a:r>
                      <a:r>
                        <a:rPr dirty="0" sz="800" spc="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loss.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recover from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failures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within</a:t>
                      </a:r>
                      <a:r>
                        <a:rPr dirty="0" sz="800" spc="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30</a:t>
                      </a:r>
                      <a:r>
                        <a:rPr dirty="0" sz="8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minutes.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Availability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Minimizes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service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disruption.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enforce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role-based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800" spc="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control.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Restricts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unauthorized</a:t>
                      </a:r>
                      <a:r>
                        <a:rPr dirty="0" sz="800" spc="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69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RG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validate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800" spc="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input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before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processing.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Integrity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Maintains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accurate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876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30"/>
              <a:t>Non-</a:t>
            </a:r>
            <a:r>
              <a:rPr dirty="0" sz="2450" spc="-100"/>
              <a:t>Functional</a:t>
            </a:r>
            <a:r>
              <a:rPr dirty="0" sz="2450" spc="-185"/>
              <a:t> </a:t>
            </a:r>
            <a:r>
              <a:rPr dirty="0" sz="2450" spc="-95"/>
              <a:t>Requirements</a:t>
            </a:r>
            <a:r>
              <a:rPr dirty="0" sz="2450" spc="-180"/>
              <a:t> </a:t>
            </a:r>
            <a:r>
              <a:rPr dirty="0" sz="2450" spc="465"/>
              <a:t>—</a:t>
            </a:r>
            <a:r>
              <a:rPr dirty="0" sz="2450" spc="-175"/>
              <a:t> </a:t>
            </a:r>
            <a:r>
              <a:rPr dirty="0" sz="2450" spc="-160"/>
              <a:t>Table </a:t>
            </a:r>
            <a:r>
              <a:rPr dirty="0" sz="2450" spc="-50"/>
              <a:t>2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8061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NFR10–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NFR17</a:t>
            </a:r>
            <a:r>
              <a:rPr dirty="0" sz="1100" spc="-9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dirty="0" sz="1100" spc="-15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dirty="0" sz="1100" spc="-7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dirty="0" sz="1100" spc="-16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dirty="0" sz="1100" spc="-14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dirty="0" sz="1100" spc="-7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dirty="0" sz="1100" spc="-7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970260" cy="5044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5623560"/>
                <a:gridCol w="1828800"/>
                <a:gridCol w="2770504"/>
              </a:tblGrid>
              <a:tr h="383540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NFR</a:t>
                      </a:r>
                      <a:r>
                        <a:rPr dirty="0" sz="1050" spc="-1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R10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generate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audit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logs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8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critical</a:t>
                      </a:r>
                      <a:r>
                        <a:rPr dirty="0" sz="800" spc="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activities.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dirty="0" sz="800" spc="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accountability</a:t>
                      </a:r>
                      <a:r>
                        <a:rPr dirty="0" sz="800" spc="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compliance.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system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14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be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compatible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800" spc="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modern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browsers.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Compatibility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dirty="0" sz="800" spc="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dirty="0" sz="800" spc="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responsive</a:t>
                      </a:r>
                      <a:r>
                        <a:rPr dirty="0" sz="800" spc="1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from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desktop,</a:t>
                      </a:r>
                      <a:r>
                        <a:rPr dirty="0" sz="800" spc="114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tablet,</a:t>
                      </a:r>
                      <a:r>
                        <a:rPr dirty="0" sz="8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mobile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devices.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Improves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accessibility.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9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</a:t>
                      </a:r>
                      <a:r>
                        <a:rPr dirty="0" sz="800" spc="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secure</a:t>
                      </a:r>
                      <a:r>
                        <a:rPr dirty="0" sz="800" spc="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password</a:t>
                      </a:r>
                      <a:r>
                        <a:rPr dirty="0" sz="800" spc="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hashing.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credentials.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allow</a:t>
                      </a:r>
                      <a:r>
                        <a:rPr dirty="0" sz="800" spc="1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software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r>
                        <a:rPr dirty="0" sz="800" spc="-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without</a:t>
                      </a:r>
                      <a:r>
                        <a:rPr dirty="0" sz="800" spc="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affecting</a:t>
                      </a:r>
                      <a:r>
                        <a:rPr dirty="0" sz="800" spc="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stored</a:t>
                      </a:r>
                      <a:r>
                        <a:rPr dirty="0" sz="800" spc="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Simplifies</a:t>
                      </a:r>
                      <a:r>
                        <a:rPr dirty="0" sz="800" spc="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maintenance.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display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meaningful error</a:t>
                      </a:r>
                      <a:r>
                        <a:rPr dirty="0" sz="800" spc="1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messages.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Improves</a:t>
                      </a:r>
                      <a:r>
                        <a:rPr dirty="0" sz="800" spc="-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experience.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</a:t>
                      </a:r>
                      <a:r>
                        <a:rPr dirty="0" sz="800" spc="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800" spc="1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consistency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during</a:t>
                      </a:r>
                      <a:r>
                        <a:rPr dirty="0" sz="800" spc="8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concurrent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transactions.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Integrity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Prevents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conflicting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updates.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system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comply</a:t>
                      </a:r>
                      <a:r>
                        <a:rPr dirty="0" sz="800" spc="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healthcare privacy</a:t>
                      </a:r>
                      <a:r>
                        <a:rPr dirty="0" sz="800" spc="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regulations.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Priva</a:t>
                      </a:r>
                      <a:r>
                        <a:rPr dirty="0" sz="800" spc="-1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cy</a:t>
                      </a:r>
                      <a:r>
                        <a:rPr dirty="0" sz="800" spc="-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Compliance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patient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confidentiality.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30"/>
              <a:t>Non-</a:t>
            </a:r>
            <a:r>
              <a:rPr dirty="0" sz="2450" spc="-100"/>
              <a:t>Functional</a:t>
            </a:r>
            <a:r>
              <a:rPr dirty="0" sz="2450" spc="-185"/>
              <a:t> </a:t>
            </a:r>
            <a:r>
              <a:rPr dirty="0" sz="2450" spc="-95"/>
              <a:t>Requirements</a:t>
            </a:r>
            <a:r>
              <a:rPr dirty="0" sz="2450" spc="-180"/>
              <a:t> </a:t>
            </a:r>
            <a:r>
              <a:rPr dirty="0" sz="2450" spc="465"/>
              <a:t>—</a:t>
            </a:r>
            <a:r>
              <a:rPr dirty="0" sz="2450" spc="-175"/>
              <a:t> </a:t>
            </a:r>
            <a:r>
              <a:rPr dirty="0" sz="2450" spc="-160"/>
              <a:t>Table </a:t>
            </a:r>
            <a:r>
              <a:rPr dirty="0" sz="2450" spc="-50"/>
              <a:t>3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9600" y="783971"/>
            <a:ext cx="38061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28313D"/>
                </a:solidFill>
                <a:latin typeface="Tahoma"/>
                <a:cs typeface="Tahoma"/>
              </a:rPr>
              <a:t>NFR18–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NFR25</a:t>
            </a:r>
            <a:r>
              <a:rPr dirty="0" sz="1100" spc="-9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|</a:t>
            </a:r>
            <a:r>
              <a:rPr dirty="0" sz="1100" spc="-8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Exact</a:t>
            </a:r>
            <a:r>
              <a:rPr dirty="0" sz="1100" spc="-15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table</a:t>
            </a:r>
            <a:r>
              <a:rPr dirty="0" sz="1100" spc="-7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structure</a:t>
            </a:r>
            <a:r>
              <a:rPr dirty="0" sz="1100" spc="-16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from</a:t>
            </a:r>
            <a:r>
              <a:rPr dirty="0" sz="1100" spc="-14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the</a:t>
            </a:r>
            <a:r>
              <a:rPr dirty="0" sz="1100" spc="-7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8313D"/>
                </a:solidFill>
                <a:latin typeface="Tahoma"/>
                <a:cs typeface="Tahoma"/>
              </a:rPr>
              <a:t>Final</a:t>
            </a:r>
            <a:r>
              <a:rPr dirty="0" sz="1100" spc="-75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SRS</a:t>
            </a:r>
            <a:r>
              <a:rPr dirty="0" sz="1100" spc="-130">
                <a:solidFill>
                  <a:srgbClr val="28313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8313D"/>
                </a:solidFill>
                <a:latin typeface="Tahoma"/>
                <a:cs typeface="Tahoma"/>
              </a:rPr>
              <a:t>Report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5129" y="1136650"/>
          <a:ext cx="10970260" cy="5044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/>
                <a:gridCol w="5623560"/>
                <a:gridCol w="1828800"/>
                <a:gridCol w="2770504"/>
              </a:tblGrid>
              <a:tr h="383540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NFR</a:t>
                      </a:r>
                      <a:r>
                        <a:rPr dirty="0" sz="1050" spc="-1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Comment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22239"/>
                    </a:solidFill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retain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audit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logs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dirty="0" sz="8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review.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dirty="0" sz="800" spc="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investigations</a:t>
                      </a:r>
                      <a:r>
                        <a:rPr dirty="0" sz="800" spc="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800" spc="-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compliance.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4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R1G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system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14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optimize</a:t>
                      </a:r>
                      <a:r>
                        <a:rPr dirty="0" sz="800" spc="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database</a:t>
                      </a:r>
                      <a:r>
                        <a:rPr dirty="0" sz="800" spc="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queries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efficient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Improves</a:t>
                      </a:r>
                      <a:r>
                        <a:rPr dirty="0" sz="800" spc="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response</a:t>
                      </a:r>
                      <a:r>
                        <a:rPr dirty="0" sz="800" spc="-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time.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R20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notify</a:t>
                      </a:r>
                      <a:r>
                        <a:rPr dirty="0" sz="800" spc="114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administrators</a:t>
                      </a:r>
                      <a:r>
                        <a:rPr dirty="0" sz="800" spc="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800" spc="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critical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failures.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Reliability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dirty="0" sz="800" spc="6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timely</a:t>
                      </a:r>
                      <a:r>
                        <a:rPr dirty="0" sz="800" spc="1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maintenance.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dirty="0" sz="800" spc="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modular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architecture</a:t>
                      </a:r>
                      <a:r>
                        <a:rPr dirty="0" sz="800" spc="1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dirty="0" sz="800" spc="1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enhancements.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Maintainability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Facilitates</a:t>
                      </a:r>
                      <a:r>
                        <a:rPr dirty="0" sz="800" spc="1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expansion.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9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synchronize</a:t>
                      </a:r>
                      <a:r>
                        <a:rPr dirty="0" sz="800" spc="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accurately</a:t>
                      </a:r>
                      <a:r>
                        <a:rPr dirty="0" sz="800" spc="15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across</a:t>
                      </a:r>
                      <a:r>
                        <a:rPr dirty="0" sz="800" spc="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all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modules.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800" spc="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Integrity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2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consistent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information.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114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</a:t>
                      </a:r>
                      <a:r>
                        <a:rPr dirty="0" sz="800" spc="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secure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communication</a:t>
                      </a:r>
                      <a:r>
                        <a:rPr dirty="0" sz="800" spc="1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using</a:t>
                      </a:r>
                      <a:r>
                        <a:rPr dirty="0" sz="800" spc="-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HTTPS.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Protects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800" spc="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800" spc="-6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transit.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3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scale</a:t>
                      </a:r>
                      <a:r>
                        <a:rPr dirty="0" sz="800" spc="1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800" spc="10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r>
                        <a:rPr dirty="0" sz="800" spc="5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additional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clinics</a:t>
                      </a:r>
                      <a:r>
                        <a:rPr dirty="0" sz="800" spc="7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if</a:t>
                      </a:r>
                      <a:r>
                        <a:rPr dirty="0" sz="800" spc="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required.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Scalability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Supports</a:t>
                      </a:r>
                      <a:r>
                        <a:rPr dirty="0" sz="800" spc="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organizational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growth.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2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NF</a:t>
                      </a:r>
                      <a:r>
                        <a:rPr dirty="0" sz="800" spc="-130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28313D"/>
                          </a:solidFill>
                          <a:latin typeface="Trebuchet MS"/>
                          <a:cs typeface="Trebuchet MS"/>
                        </a:rPr>
                        <a:t>R25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shall</a:t>
                      </a:r>
                      <a:r>
                        <a:rPr dirty="0" sz="800" spc="1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preserve</a:t>
                      </a:r>
                      <a:r>
                        <a:rPr dirty="0" sz="800" spc="14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system</a:t>
                      </a:r>
                      <a:r>
                        <a:rPr dirty="0" sz="800" spc="7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r>
                        <a:rPr dirty="0" sz="800" spc="1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under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peak</a:t>
                      </a:r>
                      <a:r>
                        <a:rPr dirty="0" sz="800" spc="8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workload</a:t>
                      </a:r>
                      <a:r>
                        <a:rPr dirty="0" sz="800" spc="1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conditions.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Ensures</a:t>
                      </a:r>
                      <a:r>
                        <a:rPr dirty="0" sz="800" spc="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stable</a:t>
                      </a:r>
                      <a:r>
                        <a:rPr dirty="0" sz="800" spc="-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operation</a:t>
                      </a:r>
                      <a:r>
                        <a:rPr dirty="0" sz="800" spc="3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during</a:t>
                      </a:r>
                      <a:r>
                        <a:rPr dirty="0" sz="800" spc="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busy</a:t>
                      </a:r>
                      <a:r>
                        <a:rPr dirty="0" sz="800" spc="45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solidFill>
                            <a:srgbClr val="28313D"/>
                          </a:solidFill>
                          <a:latin typeface="Tahoma"/>
                          <a:cs typeface="Tahoma"/>
                        </a:rPr>
                        <a:t>periods.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DEE6E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0"/>
              <a:t>Five-</a:t>
            </a:r>
            <a:r>
              <a:rPr dirty="0" spc="-165"/>
              <a:t>Layer</a:t>
            </a:r>
            <a:r>
              <a:rPr dirty="0" spc="-265"/>
              <a:t> </a:t>
            </a:r>
            <a:r>
              <a:rPr dirty="0" spc="-65"/>
              <a:t>System</a:t>
            </a:r>
            <a:r>
              <a:rPr dirty="0" spc="-254"/>
              <a:t> </a:t>
            </a:r>
            <a:r>
              <a:rPr dirty="0" spc="-13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0380" y="353440"/>
            <a:ext cx="8788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DESIGN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60445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Users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devices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8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secure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network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8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application/database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processing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8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backup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audit.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32" y="1095286"/>
            <a:ext cx="7539355" cy="5224780"/>
            <a:chOff x="438132" y="1095286"/>
            <a:chExt cx="7539355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32" y="1095286"/>
              <a:ext cx="7539136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09725"/>
              <a:ext cx="7477759" cy="5153025"/>
            </a:xfrm>
            <a:custGeom>
              <a:avLst/>
              <a:gdLst/>
              <a:ahLst/>
              <a:cxnLst/>
              <a:rect l="l" t="t" r="r" b="b"/>
              <a:pathLst>
                <a:path w="7477759" h="5153025">
                  <a:moveTo>
                    <a:pt x="6618287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6618287" y="5152961"/>
                  </a:lnTo>
                  <a:lnTo>
                    <a:pt x="6667025" y="5151601"/>
                  </a:lnTo>
                  <a:lnTo>
                    <a:pt x="6715049" y="5147571"/>
                  </a:lnTo>
                  <a:lnTo>
                    <a:pt x="6762289" y="5140942"/>
                  </a:lnTo>
                  <a:lnTo>
                    <a:pt x="6808669" y="5131788"/>
                  </a:lnTo>
                  <a:lnTo>
                    <a:pt x="6854120" y="5120180"/>
                  </a:lnTo>
                  <a:lnTo>
                    <a:pt x="6898567" y="5106192"/>
                  </a:lnTo>
                  <a:lnTo>
                    <a:pt x="6941938" y="5089895"/>
                  </a:lnTo>
                  <a:lnTo>
                    <a:pt x="6984162" y="5071363"/>
                  </a:lnTo>
                  <a:lnTo>
                    <a:pt x="7025164" y="5050667"/>
                  </a:lnTo>
                  <a:lnTo>
                    <a:pt x="7064873" y="5027880"/>
                  </a:lnTo>
                  <a:lnTo>
                    <a:pt x="7103217" y="5003076"/>
                  </a:lnTo>
                  <a:lnTo>
                    <a:pt x="7140122" y="4976325"/>
                  </a:lnTo>
                  <a:lnTo>
                    <a:pt x="7175517" y="4947701"/>
                  </a:lnTo>
                  <a:lnTo>
                    <a:pt x="7209328" y="4917277"/>
                  </a:lnTo>
                  <a:lnTo>
                    <a:pt x="7241483" y="4885124"/>
                  </a:lnTo>
                  <a:lnTo>
                    <a:pt x="7271910" y="4851316"/>
                  </a:lnTo>
                  <a:lnTo>
                    <a:pt x="7300536" y="4815924"/>
                  </a:lnTo>
                  <a:lnTo>
                    <a:pt x="7327289" y="4779022"/>
                  </a:lnTo>
                  <a:lnTo>
                    <a:pt x="7352096" y="4740681"/>
                  </a:lnTo>
                  <a:lnTo>
                    <a:pt x="7374884" y="4700975"/>
                  </a:lnTo>
                  <a:lnTo>
                    <a:pt x="7395582" y="4659975"/>
                  </a:lnTo>
                  <a:lnTo>
                    <a:pt x="7414116" y="4617755"/>
                  </a:lnTo>
                  <a:lnTo>
                    <a:pt x="7430414" y="4574386"/>
                  </a:lnTo>
                  <a:lnTo>
                    <a:pt x="7444404" y="4529942"/>
                  </a:lnTo>
                  <a:lnTo>
                    <a:pt x="7456013" y="4484495"/>
                  </a:lnTo>
                  <a:lnTo>
                    <a:pt x="7465168" y="4438117"/>
                  </a:lnTo>
                  <a:lnTo>
                    <a:pt x="7471798" y="4390881"/>
                  </a:lnTo>
                  <a:lnTo>
                    <a:pt x="7475828" y="4342859"/>
                  </a:lnTo>
                  <a:lnTo>
                    <a:pt x="7477188" y="4294124"/>
                  </a:lnTo>
                  <a:lnTo>
                    <a:pt x="7477188" y="858774"/>
                  </a:lnTo>
                  <a:lnTo>
                    <a:pt x="7475828" y="810036"/>
                  </a:lnTo>
                  <a:lnTo>
                    <a:pt x="7471798" y="762013"/>
                  </a:lnTo>
                  <a:lnTo>
                    <a:pt x="7465168" y="714776"/>
                  </a:lnTo>
                  <a:lnTo>
                    <a:pt x="7456013" y="668398"/>
                  </a:lnTo>
                  <a:lnTo>
                    <a:pt x="7444404" y="622951"/>
                  </a:lnTo>
                  <a:lnTo>
                    <a:pt x="7430414" y="578508"/>
                  </a:lnTo>
                  <a:lnTo>
                    <a:pt x="7414116" y="535141"/>
                  </a:lnTo>
                  <a:lnTo>
                    <a:pt x="7395582" y="492923"/>
                  </a:lnTo>
                  <a:lnTo>
                    <a:pt x="7374884" y="451926"/>
                  </a:lnTo>
                  <a:lnTo>
                    <a:pt x="7352096" y="412222"/>
                  </a:lnTo>
                  <a:lnTo>
                    <a:pt x="7327289" y="373885"/>
                  </a:lnTo>
                  <a:lnTo>
                    <a:pt x="7300536" y="336986"/>
                  </a:lnTo>
                  <a:lnTo>
                    <a:pt x="7271910" y="301598"/>
                  </a:lnTo>
                  <a:lnTo>
                    <a:pt x="7241483" y="267793"/>
                  </a:lnTo>
                  <a:lnTo>
                    <a:pt x="7209328" y="235644"/>
                  </a:lnTo>
                  <a:lnTo>
                    <a:pt x="7175517" y="205224"/>
                  </a:lnTo>
                  <a:lnTo>
                    <a:pt x="7140122" y="176604"/>
                  </a:lnTo>
                  <a:lnTo>
                    <a:pt x="7103217" y="149858"/>
                  </a:lnTo>
                  <a:lnTo>
                    <a:pt x="7064873" y="125057"/>
                  </a:lnTo>
                  <a:lnTo>
                    <a:pt x="7025164" y="102274"/>
                  </a:lnTo>
                  <a:lnTo>
                    <a:pt x="6984162" y="81582"/>
                  </a:lnTo>
                  <a:lnTo>
                    <a:pt x="6941938" y="63053"/>
                  </a:lnTo>
                  <a:lnTo>
                    <a:pt x="6898567" y="46759"/>
                  </a:lnTo>
                  <a:lnTo>
                    <a:pt x="6854120" y="32773"/>
                  </a:lnTo>
                  <a:lnTo>
                    <a:pt x="6808669" y="21168"/>
                  </a:lnTo>
                  <a:lnTo>
                    <a:pt x="6762289" y="12015"/>
                  </a:lnTo>
                  <a:lnTo>
                    <a:pt x="6715049" y="5388"/>
                  </a:lnTo>
                  <a:lnTo>
                    <a:pt x="6667025" y="1359"/>
                  </a:lnTo>
                  <a:lnTo>
                    <a:pt x="6618287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09725"/>
              <a:ext cx="7477759" cy="5153025"/>
            </a:xfrm>
            <a:custGeom>
              <a:avLst/>
              <a:gdLst/>
              <a:ahLst/>
              <a:cxnLst/>
              <a:rect l="l" t="t" r="r" b="b"/>
              <a:pathLst>
                <a:path w="7477759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6618287" y="0"/>
                  </a:lnTo>
                  <a:lnTo>
                    <a:pt x="6667025" y="1359"/>
                  </a:lnTo>
                  <a:lnTo>
                    <a:pt x="6715049" y="5388"/>
                  </a:lnTo>
                  <a:lnTo>
                    <a:pt x="6762289" y="12015"/>
                  </a:lnTo>
                  <a:lnTo>
                    <a:pt x="6808669" y="21168"/>
                  </a:lnTo>
                  <a:lnTo>
                    <a:pt x="6854120" y="32773"/>
                  </a:lnTo>
                  <a:lnTo>
                    <a:pt x="6898567" y="46759"/>
                  </a:lnTo>
                  <a:lnTo>
                    <a:pt x="6941938" y="63053"/>
                  </a:lnTo>
                  <a:lnTo>
                    <a:pt x="6984162" y="81582"/>
                  </a:lnTo>
                  <a:lnTo>
                    <a:pt x="7025164" y="102274"/>
                  </a:lnTo>
                  <a:lnTo>
                    <a:pt x="7064873" y="125057"/>
                  </a:lnTo>
                  <a:lnTo>
                    <a:pt x="7103217" y="149858"/>
                  </a:lnTo>
                  <a:lnTo>
                    <a:pt x="7140122" y="176604"/>
                  </a:lnTo>
                  <a:lnTo>
                    <a:pt x="7175517" y="205224"/>
                  </a:lnTo>
                  <a:lnTo>
                    <a:pt x="7209328" y="235644"/>
                  </a:lnTo>
                  <a:lnTo>
                    <a:pt x="7241483" y="267793"/>
                  </a:lnTo>
                  <a:lnTo>
                    <a:pt x="7271910" y="301598"/>
                  </a:lnTo>
                  <a:lnTo>
                    <a:pt x="7300536" y="336986"/>
                  </a:lnTo>
                  <a:lnTo>
                    <a:pt x="7327289" y="373885"/>
                  </a:lnTo>
                  <a:lnTo>
                    <a:pt x="7352096" y="412222"/>
                  </a:lnTo>
                  <a:lnTo>
                    <a:pt x="7374884" y="451926"/>
                  </a:lnTo>
                  <a:lnTo>
                    <a:pt x="7395582" y="492923"/>
                  </a:lnTo>
                  <a:lnTo>
                    <a:pt x="7414116" y="535141"/>
                  </a:lnTo>
                  <a:lnTo>
                    <a:pt x="7430414" y="578508"/>
                  </a:lnTo>
                  <a:lnTo>
                    <a:pt x="7444404" y="622951"/>
                  </a:lnTo>
                  <a:lnTo>
                    <a:pt x="7456013" y="668398"/>
                  </a:lnTo>
                  <a:lnTo>
                    <a:pt x="7465168" y="714776"/>
                  </a:lnTo>
                  <a:lnTo>
                    <a:pt x="7471798" y="762013"/>
                  </a:lnTo>
                  <a:lnTo>
                    <a:pt x="7475828" y="810036"/>
                  </a:lnTo>
                  <a:lnTo>
                    <a:pt x="7477188" y="858774"/>
                  </a:lnTo>
                  <a:lnTo>
                    <a:pt x="7477188" y="4294124"/>
                  </a:lnTo>
                  <a:lnTo>
                    <a:pt x="7475828" y="4342859"/>
                  </a:lnTo>
                  <a:lnTo>
                    <a:pt x="7471798" y="4390881"/>
                  </a:lnTo>
                  <a:lnTo>
                    <a:pt x="7465168" y="4438117"/>
                  </a:lnTo>
                  <a:lnTo>
                    <a:pt x="7456013" y="4484495"/>
                  </a:lnTo>
                  <a:lnTo>
                    <a:pt x="7444404" y="4529942"/>
                  </a:lnTo>
                  <a:lnTo>
                    <a:pt x="7430414" y="4574386"/>
                  </a:lnTo>
                  <a:lnTo>
                    <a:pt x="7414116" y="4617755"/>
                  </a:lnTo>
                  <a:lnTo>
                    <a:pt x="7395582" y="4659975"/>
                  </a:lnTo>
                  <a:lnTo>
                    <a:pt x="7374884" y="4700975"/>
                  </a:lnTo>
                  <a:lnTo>
                    <a:pt x="7352096" y="4740681"/>
                  </a:lnTo>
                  <a:lnTo>
                    <a:pt x="7327289" y="4779022"/>
                  </a:lnTo>
                  <a:lnTo>
                    <a:pt x="7300536" y="4815924"/>
                  </a:lnTo>
                  <a:lnTo>
                    <a:pt x="7271910" y="4851316"/>
                  </a:lnTo>
                  <a:lnTo>
                    <a:pt x="7241483" y="4885124"/>
                  </a:lnTo>
                  <a:lnTo>
                    <a:pt x="7209328" y="4917277"/>
                  </a:lnTo>
                  <a:lnTo>
                    <a:pt x="7175517" y="4947701"/>
                  </a:lnTo>
                  <a:lnTo>
                    <a:pt x="7140122" y="4976325"/>
                  </a:lnTo>
                  <a:lnTo>
                    <a:pt x="7103217" y="5003076"/>
                  </a:lnTo>
                  <a:lnTo>
                    <a:pt x="7064873" y="5027880"/>
                  </a:lnTo>
                  <a:lnTo>
                    <a:pt x="7025164" y="5050667"/>
                  </a:lnTo>
                  <a:lnTo>
                    <a:pt x="6984162" y="5071363"/>
                  </a:lnTo>
                  <a:lnTo>
                    <a:pt x="6941938" y="5089895"/>
                  </a:lnTo>
                  <a:lnTo>
                    <a:pt x="6898567" y="5106192"/>
                  </a:lnTo>
                  <a:lnTo>
                    <a:pt x="6854120" y="5120180"/>
                  </a:lnTo>
                  <a:lnTo>
                    <a:pt x="6808669" y="5131788"/>
                  </a:lnTo>
                  <a:lnTo>
                    <a:pt x="6762289" y="5140942"/>
                  </a:lnTo>
                  <a:lnTo>
                    <a:pt x="6715049" y="5147571"/>
                  </a:lnTo>
                  <a:lnTo>
                    <a:pt x="6667025" y="5151601"/>
                  </a:lnTo>
                  <a:lnTo>
                    <a:pt x="6618287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16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674" y="1161986"/>
              <a:ext cx="7434326" cy="5148326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124825" y="1104836"/>
            <a:ext cx="3367404" cy="5243830"/>
            <a:chOff x="8124825" y="1104836"/>
            <a:chExt cx="3367404" cy="52438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3360" y="1133286"/>
              <a:ext cx="3310080" cy="103367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86801" y="1147826"/>
              <a:ext cx="3248025" cy="962025"/>
            </a:xfrm>
            <a:custGeom>
              <a:avLst/>
              <a:gdLst/>
              <a:ahLst/>
              <a:cxnLst/>
              <a:rect l="l" t="t" r="r" b="b"/>
              <a:pathLst>
                <a:path w="3248025" h="962025">
                  <a:moveTo>
                    <a:pt x="3087624" y="0"/>
                  </a:moveTo>
                  <a:lnTo>
                    <a:pt x="160274" y="0"/>
                  </a:lnTo>
                  <a:lnTo>
                    <a:pt x="109614" y="8170"/>
                  </a:lnTo>
                  <a:lnTo>
                    <a:pt x="65617" y="30922"/>
                  </a:lnTo>
                  <a:lnTo>
                    <a:pt x="30922" y="65617"/>
                  </a:lnTo>
                  <a:lnTo>
                    <a:pt x="8170" y="109614"/>
                  </a:lnTo>
                  <a:lnTo>
                    <a:pt x="0" y="160274"/>
                  </a:lnTo>
                  <a:lnTo>
                    <a:pt x="0" y="801624"/>
                  </a:lnTo>
                  <a:lnTo>
                    <a:pt x="8170" y="852297"/>
                  </a:lnTo>
                  <a:lnTo>
                    <a:pt x="30922" y="896325"/>
                  </a:lnTo>
                  <a:lnTo>
                    <a:pt x="65617" y="931057"/>
                  </a:lnTo>
                  <a:lnTo>
                    <a:pt x="109614" y="953841"/>
                  </a:lnTo>
                  <a:lnTo>
                    <a:pt x="160274" y="962025"/>
                  </a:lnTo>
                  <a:lnTo>
                    <a:pt x="3087624" y="962025"/>
                  </a:lnTo>
                  <a:lnTo>
                    <a:pt x="3138297" y="953841"/>
                  </a:lnTo>
                  <a:lnTo>
                    <a:pt x="3182325" y="931057"/>
                  </a:lnTo>
                  <a:lnTo>
                    <a:pt x="3217057" y="896325"/>
                  </a:lnTo>
                  <a:lnTo>
                    <a:pt x="3239841" y="852297"/>
                  </a:lnTo>
                  <a:lnTo>
                    <a:pt x="3248025" y="801624"/>
                  </a:lnTo>
                  <a:lnTo>
                    <a:pt x="3248025" y="160274"/>
                  </a:lnTo>
                  <a:lnTo>
                    <a:pt x="3239841" y="109614"/>
                  </a:lnTo>
                  <a:lnTo>
                    <a:pt x="3217057" y="65617"/>
                  </a:lnTo>
                  <a:lnTo>
                    <a:pt x="3182325" y="30922"/>
                  </a:lnTo>
                  <a:lnTo>
                    <a:pt x="3138297" y="8170"/>
                  </a:lnTo>
                  <a:lnTo>
                    <a:pt x="30876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186801" y="1147826"/>
              <a:ext cx="3248025" cy="962025"/>
            </a:xfrm>
            <a:custGeom>
              <a:avLst/>
              <a:gdLst/>
              <a:ahLst/>
              <a:cxnLst/>
              <a:rect l="l" t="t" r="r" b="b"/>
              <a:pathLst>
                <a:path w="3248025" h="962025">
                  <a:moveTo>
                    <a:pt x="0" y="160274"/>
                  </a:moveTo>
                  <a:lnTo>
                    <a:pt x="8170" y="109614"/>
                  </a:lnTo>
                  <a:lnTo>
                    <a:pt x="30922" y="65617"/>
                  </a:lnTo>
                  <a:lnTo>
                    <a:pt x="65617" y="30922"/>
                  </a:lnTo>
                  <a:lnTo>
                    <a:pt x="109614" y="8170"/>
                  </a:lnTo>
                  <a:lnTo>
                    <a:pt x="160274" y="0"/>
                  </a:lnTo>
                  <a:lnTo>
                    <a:pt x="3087624" y="0"/>
                  </a:lnTo>
                  <a:lnTo>
                    <a:pt x="3138297" y="8170"/>
                  </a:lnTo>
                  <a:lnTo>
                    <a:pt x="3182325" y="30922"/>
                  </a:lnTo>
                  <a:lnTo>
                    <a:pt x="3217057" y="65617"/>
                  </a:lnTo>
                  <a:lnTo>
                    <a:pt x="3239841" y="109614"/>
                  </a:lnTo>
                  <a:lnTo>
                    <a:pt x="3248025" y="160274"/>
                  </a:lnTo>
                  <a:lnTo>
                    <a:pt x="3248025" y="801624"/>
                  </a:lnTo>
                  <a:lnTo>
                    <a:pt x="3239841" y="852297"/>
                  </a:lnTo>
                  <a:lnTo>
                    <a:pt x="3217057" y="896325"/>
                  </a:lnTo>
                  <a:lnTo>
                    <a:pt x="3182325" y="931057"/>
                  </a:lnTo>
                  <a:lnTo>
                    <a:pt x="3138297" y="953841"/>
                  </a:lnTo>
                  <a:lnTo>
                    <a:pt x="3087624" y="962025"/>
                  </a:lnTo>
                  <a:lnTo>
                    <a:pt x="160274" y="962025"/>
                  </a:lnTo>
                  <a:lnTo>
                    <a:pt x="109614" y="953841"/>
                  </a:lnTo>
                  <a:lnTo>
                    <a:pt x="65617" y="931057"/>
                  </a:lnTo>
                  <a:lnTo>
                    <a:pt x="30922" y="896325"/>
                  </a:lnTo>
                  <a:lnTo>
                    <a:pt x="8170" y="852297"/>
                  </a:lnTo>
                  <a:lnTo>
                    <a:pt x="0" y="801624"/>
                  </a:lnTo>
                  <a:lnTo>
                    <a:pt x="0" y="1602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4825" y="1104836"/>
              <a:ext cx="185737" cy="10715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181975" y="1143000"/>
              <a:ext cx="76200" cy="962025"/>
            </a:xfrm>
            <a:custGeom>
              <a:avLst/>
              <a:gdLst/>
              <a:ahLst/>
              <a:cxnLst/>
              <a:rect l="l" t="t" r="r" b="b"/>
              <a:pathLst>
                <a:path w="76200" h="962025">
                  <a:moveTo>
                    <a:pt x="76200" y="0"/>
                  </a:moveTo>
                  <a:lnTo>
                    <a:pt x="0" y="0"/>
                  </a:lnTo>
                  <a:lnTo>
                    <a:pt x="0" y="962025"/>
                  </a:lnTo>
                  <a:lnTo>
                    <a:pt x="76200" y="9620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3360" y="2228661"/>
              <a:ext cx="3310080" cy="10336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186801" y="2243201"/>
              <a:ext cx="3248025" cy="962025"/>
            </a:xfrm>
            <a:custGeom>
              <a:avLst/>
              <a:gdLst/>
              <a:ahLst/>
              <a:cxnLst/>
              <a:rect l="l" t="t" r="r" b="b"/>
              <a:pathLst>
                <a:path w="3248025" h="962025">
                  <a:moveTo>
                    <a:pt x="3087624" y="0"/>
                  </a:moveTo>
                  <a:lnTo>
                    <a:pt x="160274" y="0"/>
                  </a:lnTo>
                  <a:lnTo>
                    <a:pt x="109614" y="8170"/>
                  </a:lnTo>
                  <a:lnTo>
                    <a:pt x="65617" y="30922"/>
                  </a:lnTo>
                  <a:lnTo>
                    <a:pt x="30922" y="65617"/>
                  </a:lnTo>
                  <a:lnTo>
                    <a:pt x="8170" y="109614"/>
                  </a:lnTo>
                  <a:lnTo>
                    <a:pt x="0" y="160274"/>
                  </a:lnTo>
                  <a:lnTo>
                    <a:pt x="0" y="801624"/>
                  </a:lnTo>
                  <a:lnTo>
                    <a:pt x="8170" y="852297"/>
                  </a:lnTo>
                  <a:lnTo>
                    <a:pt x="30922" y="896325"/>
                  </a:lnTo>
                  <a:lnTo>
                    <a:pt x="65617" y="931057"/>
                  </a:lnTo>
                  <a:lnTo>
                    <a:pt x="109614" y="953841"/>
                  </a:lnTo>
                  <a:lnTo>
                    <a:pt x="160274" y="962025"/>
                  </a:lnTo>
                  <a:lnTo>
                    <a:pt x="3087624" y="962025"/>
                  </a:lnTo>
                  <a:lnTo>
                    <a:pt x="3138297" y="953841"/>
                  </a:lnTo>
                  <a:lnTo>
                    <a:pt x="3182325" y="931057"/>
                  </a:lnTo>
                  <a:lnTo>
                    <a:pt x="3217057" y="896325"/>
                  </a:lnTo>
                  <a:lnTo>
                    <a:pt x="3239841" y="852297"/>
                  </a:lnTo>
                  <a:lnTo>
                    <a:pt x="3248025" y="801624"/>
                  </a:lnTo>
                  <a:lnTo>
                    <a:pt x="3248025" y="160274"/>
                  </a:lnTo>
                  <a:lnTo>
                    <a:pt x="3239841" y="109614"/>
                  </a:lnTo>
                  <a:lnTo>
                    <a:pt x="3217057" y="65617"/>
                  </a:lnTo>
                  <a:lnTo>
                    <a:pt x="3182325" y="30922"/>
                  </a:lnTo>
                  <a:lnTo>
                    <a:pt x="3138297" y="8170"/>
                  </a:lnTo>
                  <a:lnTo>
                    <a:pt x="30876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186801" y="2243201"/>
              <a:ext cx="3248025" cy="962025"/>
            </a:xfrm>
            <a:custGeom>
              <a:avLst/>
              <a:gdLst/>
              <a:ahLst/>
              <a:cxnLst/>
              <a:rect l="l" t="t" r="r" b="b"/>
              <a:pathLst>
                <a:path w="3248025" h="962025">
                  <a:moveTo>
                    <a:pt x="0" y="160274"/>
                  </a:moveTo>
                  <a:lnTo>
                    <a:pt x="8170" y="109614"/>
                  </a:lnTo>
                  <a:lnTo>
                    <a:pt x="30922" y="65617"/>
                  </a:lnTo>
                  <a:lnTo>
                    <a:pt x="65617" y="30922"/>
                  </a:lnTo>
                  <a:lnTo>
                    <a:pt x="109614" y="8170"/>
                  </a:lnTo>
                  <a:lnTo>
                    <a:pt x="160274" y="0"/>
                  </a:lnTo>
                  <a:lnTo>
                    <a:pt x="3087624" y="0"/>
                  </a:lnTo>
                  <a:lnTo>
                    <a:pt x="3138297" y="8170"/>
                  </a:lnTo>
                  <a:lnTo>
                    <a:pt x="3182325" y="30922"/>
                  </a:lnTo>
                  <a:lnTo>
                    <a:pt x="3217057" y="65617"/>
                  </a:lnTo>
                  <a:lnTo>
                    <a:pt x="3239841" y="109614"/>
                  </a:lnTo>
                  <a:lnTo>
                    <a:pt x="3248025" y="160274"/>
                  </a:lnTo>
                  <a:lnTo>
                    <a:pt x="3248025" y="801624"/>
                  </a:lnTo>
                  <a:lnTo>
                    <a:pt x="3239841" y="852297"/>
                  </a:lnTo>
                  <a:lnTo>
                    <a:pt x="3217057" y="896325"/>
                  </a:lnTo>
                  <a:lnTo>
                    <a:pt x="3182325" y="931057"/>
                  </a:lnTo>
                  <a:lnTo>
                    <a:pt x="3138297" y="953841"/>
                  </a:lnTo>
                  <a:lnTo>
                    <a:pt x="3087624" y="962025"/>
                  </a:lnTo>
                  <a:lnTo>
                    <a:pt x="160274" y="962025"/>
                  </a:lnTo>
                  <a:lnTo>
                    <a:pt x="109614" y="953841"/>
                  </a:lnTo>
                  <a:lnTo>
                    <a:pt x="65617" y="931057"/>
                  </a:lnTo>
                  <a:lnTo>
                    <a:pt x="30922" y="896325"/>
                  </a:lnTo>
                  <a:lnTo>
                    <a:pt x="8170" y="852297"/>
                  </a:lnTo>
                  <a:lnTo>
                    <a:pt x="0" y="801624"/>
                  </a:lnTo>
                  <a:lnTo>
                    <a:pt x="0" y="1602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4825" y="2200211"/>
              <a:ext cx="185737" cy="107156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181975" y="2238375"/>
              <a:ext cx="76200" cy="962025"/>
            </a:xfrm>
            <a:custGeom>
              <a:avLst/>
              <a:gdLst/>
              <a:ahLst/>
              <a:cxnLst/>
              <a:rect l="l" t="t" r="r" b="b"/>
              <a:pathLst>
                <a:path w="76200" h="962025">
                  <a:moveTo>
                    <a:pt x="76200" y="0"/>
                  </a:moveTo>
                  <a:lnTo>
                    <a:pt x="0" y="0"/>
                  </a:lnTo>
                  <a:lnTo>
                    <a:pt x="0" y="962025"/>
                  </a:lnTo>
                  <a:lnTo>
                    <a:pt x="76200" y="9620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3360" y="3324036"/>
              <a:ext cx="3310080" cy="103367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186801" y="3338575"/>
              <a:ext cx="3248025" cy="962025"/>
            </a:xfrm>
            <a:custGeom>
              <a:avLst/>
              <a:gdLst/>
              <a:ahLst/>
              <a:cxnLst/>
              <a:rect l="l" t="t" r="r" b="b"/>
              <a:pathLst>
                <a:path w="3248025" h="962025">
                  <a:moveTo>
                    <a:pt x="3087624" y="0"/>
                  </a:moveTo>
                  <a:lnTo>
                    <a:pt x="160274" y="0"/>
                  </a:lnTo>
                  <a:lnTo>
                    <a:pt x="109614" y="8170"/>
                  </a:lnTo>
                  <a:lnTo>
                    <a:pt x="65617" y="30922"/>
                  </a:lnTo>
                  <a:lnTo>
                    <a:pt x="30922" y="65617"/>
                  </a:lnTo>
                  <a:lnTo>
                    <a:pt x="8170" y="109614"/>
                  </a:lnTo>
                  <a:lnTo>
                    <a:pt x="0" y="160274"/>
                  </a:lnTo>
                  <a:lnTo>
                    <a:pt x="0" y="801624"/>
                  </a:lnTo>
                  <a:lnTo>
                    <a:pt x="8170" y="852296"/>
                  </a:lnTo>
                  <a:lnTo>
                    <a:pt x="30922" y="896325"/>
                  </a:lnTo>
                  <a:lnTo>
                    <a:pt x="65617" y="931057"/>
                  </a:lnTo>
                  <a:lnTo>
                    <a:pt x="109614" y="953841"/>
                  </a:lnTo>
                  <a:lnTo>
                    <a:pt x="160274" y="962025"/>
                  </a:lnTo>
                  <a:lnTo>
                    <a:pt x="3087624" y="962025"/>
                  </a:lnTo>
                  <a:lnTo>
                    <a:pt x="3138297" y="953841"/>
                  </a:lnTo>
                  <a:lnTo>
                    <a:pt x="3182325" y="931057"/>
                  </a:lnTo>
                  <a:lnTo>
                    <a:pt x="3217057" y="896325"/>
                  </a:lnTo>
                  <a:lnTo>
                    <a:pt x="3239841" y="852297"/>
                  </a:lnTo>
                  <a:lnTo>
                    <a:pt x="3248025" y="801624"/>
                  </a:lnTo>
                  <a:lnTo>
                    <a:pt x="3248025" y="160274"/>
                  </a:lnTo>
                  <a:lnTo>
                    <a:pt x="3239841" y="109614"/>
                  </a:lnTo>
                  <a:lnTo>
                    <a:pt x="3217057" y="65617"/>
                  </a:lnTo>
                  <a:lnTo>
                    <a:pt x="3182325" y="30922"/>
                  </a:lnTo>
                  <a:lnTo>
                    <a:pt x="3138297" y="8170"/>
                  </a:lnTo>
                  <a:lnTo>
                    <a:pt x="30876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186801" y="3338575"/>
              <a:ext cx="3248025" cy="962025"/>
            </a:xfrm>
            <a:custGeom>
              <a:avLst/>
              <a:gdLst/>
              <a:ahLst/>
              <a:cxnLst/>
              <a:rect l="l" t="t" r="r" b="b"/>
              <a:pathLst>
                <a:path w="3248025" h="962025">
                  <a:moveTo>
                    <a:pt x="0" y="160274"/>
                  </a:moveTo>
                  <a:lnTo>
                    <a:pt x="8170" y="109614"/>
                  </a:lnTo>
                  <a:lnTo>
                    <a:pt x="30922" y="65617"/>
                  </a:lnTo>
                  <a:lnTo>
                    <a:pt x="65617" y="30922"/>
                  </a:lnTo>
                  <a:lnTo>
                    <a:pt x="109614" y="8170"/>
                  </a:lnTo>
                  <a:lnTo>
                    <a:pt x="160274" y="0"/>
                  </a:lnTo>
                  <a:lnTo>
                    <a:pt x="3087624" y="0"/>
                  </a:lnTo>
                  <a:lnTo>
                    <a:pt x="3138297" y="8170"/>
                  </a:lnTo>
                  <a:lnTo>
                    <a:pt x="3182325" y="30922"/>
                  </a:lnTo>
                  <a:lnTo>
                    <a:pt x="3217057" y="65617"/>
                  </a:lnTo>
                  <a:lnTo>
                    <a:pt x="3239841" y="109614"/>
                  </a:lnTo>
                  <a:lnTo>
                    <a:pt x="3248025" y="160274"/>
                  </a:lnTo>
                  <a:lnTo>
                    <a:pt x="3248025" y="801624"/>
                  </a:lnTo>
                  <a:lnTo>
                    <a:pt x="3239841" y="852297"/>
                  </a:lnTo>
                  <a:lnTo>
                    <a:pt x="3217057" y="896325"/>
                  </a:lnTo>
                  <a:lnTo>
                    <a:pt x="3182325" y="931057"/>
                  </a:lnTo>
                  <a:lnTo>
                    <a:pt x="3138297" y="953841"/>
                  </a:lnTo>
                  <a:lnTo>
                    <a:pt x="3087624" y="962025"/>
                  </a:lnTo>
                  <a:lnTo>
                    <a:pt x="160274" y="962025"/>
                  </a:lnTo>
                  <a:lnTo>
                    <a:pt x="109614" y="953841"/>
                  </a:lnTo>
                  <a:lnTo>
                    <a:pt x="65617" y="931057"/>
                  </a:lnTo>
                  <a:lnTo>
                    <a:pt x="30922" y="896325"/>
                  </a:lnTo>
                  <a:lnTo>
                    <a:pt x="8170" y="852296"/>
                  </a:lnTo>
                  <a:lnTo>
                    <a:pt x="0" y="801624"/>
                  </a:lnTo>
                  <a:lnTo>
                    <a:pt x="0" y="1602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4825" y="3295586"/>
              <a:ext cx="185737" cy="107156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81975" y="3333750"/>
              <a:ext cx="76200" cy="962025"/>
            </a:xfrm>
            <a:custGeom>
              <a:avLst/>
              <a:gdLst/>
              <a:ahLst/>
              <a:cxnLst/>
              <a:rect l="l" t="t" r="r" b="b"/>
              <a:pathLst>
                <a:path w="76200" h="962025">
                  <a:moveTo>
                    <a:pt x="76200" y="0"/>
                  </a:moveTo>
                  <a:lnTo>
                    <a:pt x="0" y="0"/>
                  </a:lnTo>
                  <a:lnTo>
                    <a:pt x="0" y="962025"/>
                  </a:lnTo>
                  <a:lnTo>
                    <a:pt x="76200" y="9620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3360" y="4429061"/>
              <a:ext cx="3310080" cy="102414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186801" y="4443476"/>
              <a:ext cx="3248025" cy="952500"/>
            </a:xfrm>
            <a:custGeom>
              <a:avLst/>
              <a:gdLst/>
              <a:ahLst/>
              <a:cxnLst/>
              <a:rect l="l" t="t" r="r" b="b"/>
              <a:pathLst>
                <a:path w="3248025" h="952500">
                  <a:moveTo>
                    <a:pt x="3089148" y="0"/>
                  </a:moveTo>
                  <a:lnTo>
                    <a:pt x="158750" y="0"/>
                  </a:lnTo>
                  <a:lnTo>
                    <a:pt x="108541" y="8085"/>
                  </a:lnTo>
                  <a:lnTo>
                    <a:pt x="64958" y="30605"/>
                  </a:lnTo>
                  <a:lnTo>
                    <a:pt x="30605" y="64958"/>
                  </a:lnTo>
                  <a:lnTo>
                    <a:pt x="8085" y="108541"/>
                  </a:lnTo>
                  <a:lnTo>
                    <a:pt x="0" y="158750"/>
                  </a:lnTo>
                  <a:lnTo>
                    <a:pt x="0" y="793623"/>
                  </a:lnTo>
                  <a:lnTo>
                    <a:pt x="8085" y="843844"/>
                  </a:lnTo>
                  <a:lnTo>
                    <a:pt x="30605" y="887458"/>
                  </a:lnTo>
                  <a:lnTo>
                    <a:pt x="64958" y="921849"/>
                  </a:lnTo>
                  <a:lnTo>
                    <a:pt x="108541" y="944401"/>
                  </a:lnTo>
                  <a:lnTo>
                    <a:pt x="158750" y="952500"/>
                  </a:lnTo>
                  <a:lnTo>
                    <a:pt x="3089148" y="952500"/>
                  </a:lnTo>
                  <a:lnTo>
                    <a:pt x="3139369" y="944401"/>
                  </a:lnTo>
                  <a:lnTo>
                    <a:pt x="3182983" y="921849"/>
                  </a:lnTo>
                  <a:lnTo>
                    <a:pt x="3217374" y="887458"/>
                  </a:lnTo>
                  <a:lnTo>
                    <a:pt x="3239926" y="843844"/>
                  </a:lnTo>
                  <a:lnTo>
                    <a:pt x="3248025" y="793623"/>
                  </a:lnTo>
                  <a:lnTo>
                    <a:pt x="3248025" y="158750"/>
                  </a:lnTo>
                  <a:lnTo>
                    <a:pt x="3239926" y="108541"/>
                  </a:lnTo>
                  <a:lnTo>
                    <a:pt x="3217374" y="64958"/>
                  </a:lnTo>
                  <a:lnTo>
                    <a:pt x="3182983" y="30605"/>
                  </a:lnTo>
                  <a:lnTo>
                    <a:pt x="3139369" y="8085"/>
                  </a:lnTo>
                  <a:lnTo>
                    <a:pt x="30891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86801" y="4443476"/>
              <a:ext cx="3248025" cy="952500"/>
            </a:xfrm>
            <a:custGeom>
              <a:avLst/>
              <a:gdLst/>
              <a:ahLst/>
              <a:cxnLst/>
              <a:rect l="l" t="t" r="r" b="b"/>
              <a:pathLst>
                <a:path w="3248025" h="952500">
                  <a:moveTo>
                    <a:pt x="0" y="158750"/>
                  </a:moveTo>
                  <a:lnTo>
                    <a:pt x="8085" y="108541"/>
                  </a:lnTo>
                  <a:lnTo>
                    <a:pt x="30605" y="64958"/>
                  </a:lnTo>
                  <a:lnTo>
                    <a:pt x="64958" y="30605"/>
                  </a:lnTo>
                  <a:lnTo>
                    <a:pt x="108541" y="8085"/>
                  </a:lnTo>
                  <a:lnTo>
                    <a:pt x="158750" y="0"/>
                  </a:lnTo>
                  <a:lnTo>
                    <a:pt x="3089148" y="0"/>
                  </a:lnTo>
                  <a:lnTo>
                    <a:pt x="3139369" y="8085"/>
                  </a:lnTo>
                  <a:lnTo>
                    <a:pt x="3182983" y="30605"/>
                  </a:lnTo>
                  <a:lnTo>
                    <a:pt x="3217374" y="64958"/>
                  </a:lnTo>
                  <a:lnTo>
                    <a:pt x="3239926" y="108541"/>
                  </a:lnTo>
                  <a:lnTo>
                    <a:pt x="3248025" y="158750"/>
                  </a:lnTo>
                  <a:lnTo>
                    <a:pt x="3248025" y="793623"/>
                  </a:lnTo>
                  <a:lnTo>
                    <a:pt x="3239926" y="843844"/>
                  </a:lnTo>
                  <a:lnTo>
                    <a:pt x="3217374" y="887458"/>
                  </a:lnTo>
                  <a:lnTo>
                    <a:pt x="3182983" y="921849"/>
                  </a:lnTo>
                  <a:lnTo>
                    <a:pt x="3139369" y="944401"/>
                  </a:lnTo>
                  <a:lnTo>
                    <a:pt x="3089148" y="952500"/>
                  </a:lnTo>
                  <a:lnTo>
                    <a:pt x="158750" y="952500"/>
                  </a:lnTo>
                  <a:lnTo>
                    <a:pt x="108541" y="944401"/>
                  </a:lnTo>
                  <a:lnTo>
                    <a:pt x="64958" y="921849"/>
                  </a:lnTo>
                  <a:lnTo>
                    <a:pt x="30605" y="887458"/>
                  </a:lnTo>
                  <a:lnTo>
                    <a:pt x="8085" y="843844"/>
                  </a:lnTo>
                  <a:lnTo>
                    <a:pt x="0" y="793623"/>
                  </a:lnTo>
                  <a:lnTo>
                    <a:pt x="0" y="1587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24825" y="4400613"/>
              <a:ext cx="185737" cy="106203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181975" y="4438650"/>
              <a:ext cx="76200" cy="952500"/>
            </a:xfrm>
            <a:custGeom>
              <a:avLst/>
              <a:gdLst/>
              <a:ahLst/>
              <a:cxnLst/>
              <a:rect l="l" t="t" r="r" b="b"/>
              <a:pathLst>
                <a:path w="76200" h="952500">
                  <a:moveTo>
                    <a:pt x="76200" y="0"/>
                  </a:moveTo>
                  <a:lnTo>
                    <a:pt x="0" y="0"/>
                  </a:lnTo>
                  <a:lnTo>
                    <a:pt x="0" y="952500"/>
                  </a:lnTo>
                  <a:lnTo>
                    <a:pt x="76200" y="9525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24825" y="5448300"/>
              <a:ext cx="3367151" cy="90011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186801" y="5491226"/>
              <a:ext cx="3248025" cy="781050"/>
            </a:xfrm>
            <a:custGeom>
              <a:avLst/>
              <a:gdLst/>
              <a:ahLst/>
              <a:cxnLst/>
              <a:rect l="l" t="t" r="r" b="b"/>
              <a:pathLst>
                <a:path w="3248025" h="781050">
                  <a:moveTo>
                    <a:pt x="3117723" y="0"/>
                  </a:moveTo>
                  <a:lnTo>
                    <a:pt x="130175" y="0"/>
                  </a:lnTo>
                  <a:lnTo>
                    <a:pt x="79456" y="10212"/>
                  </a:lnTo>
                  <a:lnTo>
                    <a:pt x="38084" y="38076"/>
                  </a:lnTo>
                  <a:lnTo>
                    <a:pt x="10213" y="79429"/>
                  </a:lnTo>
                  <a:lnTo>
                    <a:pt x="0" y="130111"/>
                  </a:lnTo>
                  <a:lnTo>
                    <a:pt x="0" y="650811"/>
                  </a:lnTo>
                  <a:lnTo>
                    <a:pt x="10213" y="701481"/>
                  </a:lnTo>
                  <a:lnTo>
                    <a:pt x="38084" y="742859"/>
                  </a:lnTo>
                  <a:lnTo>
                    <a:pt x="79456" y="770756"/>
                  </a:lnTo>
                  <a:lnTo>
                    <a:pt x="130175" y="780986"/>
                  </a:lnTo>
                  <a:lnTo>
                    <a:pt x="3117723" y="780986"/>
                  </a:lnTo>
                  <a:lnTo>
                    <a:pt x="3168461" y="770756"/>
                  </a:lnTo>
                  <a:lnTo>
                    <a:pt x="3209877" y="742859"/>
                  </a:lnTo>
                  <a:lnTo>
                    <a:pt x="3237791" y="701481"/>
                  </a:lnTo>
                  <a:lnTo>
                    <a:pt x="3248025" y="650811"/>
                  </a:lnTo>
                  <a:lnTo>
                    <a:pt x="3248025" y="130111"/>
                  </a:lnTo>
                  <a:lnTo>
                    <a:pt x="3237791" y="79429"/>
                  </a:lnTo>
                  <a:lnTo>
                    <a:pt x="3209877" y="38076"/>
                  </a:lnTo>
                  <a:lnTo>
                    <a:pt x="3168461" y="10212"/>
                  </a:lnTo>
                  <a:lnTo>
                    <a:pt x="311772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186801" y="5491226"/>
              <a:ext cx="3248025" cy="781050"/>
            </a:xfrm>
            <a:custGeom>
              <a:avLst/>
              <a:gdLst/>
              <a:ahLst/>
              <a:cxnLst/>
              <a:rect l="l" t="t" r="r" b="b"/>
              <a:pathLst>
                <a:path w="3248025" h="781050">
                  <a:moveTo>
                    <a:pt x="0" y="130111"/>
                  </a:moveTo>
                  <a:lnTo>
                    <a:pt x="10213" y="79429"/>
                  </a:lnTo>
                  <a:lnTo>
                    <a:pt x="38084" y="38076"/>
                  </a:lnTo>
                  <a:lnTo>
                    <a:pt x="79456" y="10212"/>
                  </a:lnTo>
                  <a:lnTo>
                    <a:pt x="130175" y="0"/>
                  </a:lnTo>
                  <a:lnTo>
                    <a:pt x="3117723" y="0"/>
                  </a:lnTo>
                  <a:lnTo>
                    <a:pt x="3168461" y="10212"/>
                  </a:lnTo>
                  <a:lnTo>
                    <a:pt x="3209877" y="38076"/>
                  </a:lnTo>
                  <a:lnTo>
                    <a:pt x="3237791" y="79429"/>
                  </a:lnTo>
                  <a:lnTo>
                    <a:pt x="3248025" y="130111"/>
                  </a:lnTo>
                  <a:lnTo>
                    <a:pt x="3248025" y="650811"/>
                  </a:lnTo>
                  <a:lnTo>
                    <a:pt x="3237791" y="701481"/>
                  </a:lnTo>
                  <a:lnTo>
                    <a:pt x="3209877" y="742859"/>
                  </a:lnTo>
                  <a:lnTo>
                    <a:pt x="3168461" y="770756"/>
                  </a:lnTo>
                  <a:lnTo>
                    <a:pt x="3117723" y="780986"/>
                  </a:lnTo>
                  <a:lnTo>
                    <a:pt x="130175" y="780986"/>
                  </a:lnTo>
                  <a:lnTo>
                    <a:pt x="79456" y="770756"/>
                  </a:lnTo>
                  <a:lnTo>
                    <a:pt x="38084" y="742859"/>
                  </a:lnTo>
                  <a:lnTo>
                    <a:pt x="10213" y="701481"/>
                  </a:lnTo>
                  <a:lnTo>
                    <a:pt x="0" y="650811"/>
                  </a:lnTo>
                  <a:lnTo>
                    <a:pt x="0" y="130111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24825" y="5448300"/>
              <a:ext cx="185737" cy="89058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181975" y="5486400"/>
              <a:ext cx="76200" cy="781050"/>
            </a:xfrm>
            <a:custGeom>
              <a:avLst/>
              <a:gdLst/>
              <a:ahLst/>
              <a:cxnLst/>
              <a:rect l="l" t="t" r="r" b="b"/>
              <a:pathLst>
                <a:path w="76200" h="781050">
                  <a:moveTo>
                    <a:pt x="7620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76200" y="7810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470265" y="1304861"/>
            <a:ext cx="2697480" cy="5330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 b="1">
                <a:solidFill>
                  <a:srgbClr val="122239"/>
                </a:solidFill>
                <a:latin typeface="Trebuchet MS"/>
                <a:cs typeface="Trebuchet MS"/>
              </a:rPr>
              <a:t>Layer</a:t>
            </a:r>
            <a:r>
              <a:rPr dirty="0" sz="1500" spc="-13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1</a:t>
            </a:r>
            <a:r>
              <a:rPr dirty="0" sz="1500" spc="-17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275" b="1">
                <a:solidFill>
                  <a:srgbClr val="122239"/>
                </a:solidFill>
                <a:latin typeface="Trebuchet MS"/>
                <a:cs typeface="Trebuchet MS"/>
              </a:rPr>
              <a:t>—</a:t>
            </a:r>
            <a:r>
              <a:rPr dirty="0" sz="1500" spc="-15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End</a:t>
            </a:r>
            <a:r>
              <a:rPr dirty="0" sz="1500" spc="-204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40" b="1">
                <a:solidFill>
                  <a:srgbClr val="122239"/>
                </a:solidFill>
                <a:latin typeface="Trebuchet MS"/>
                <a:cs typeface="Trebuchet MS"/>
              </a:rPr>
              <a:t>User</a:t>
            </a:r>
            <a:r>
              <a:rPr dirty="0" sz="1500" spc="-20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Devices</a:t>
            </a:r>
            <a:endParaRPr sz="1500">
              <a:latin typeface="Trebuchet MS"/>
              <a:cs typeface="Trebuchet MS"/>
            </a:endParaRPr>
          </a:p>
          <a:p>
            <a:pPr marL="12700" marR="156845">
              <a:lnSpc>
                <a:spcPct val="108100"/>
              </a:lnSpc>
              <a:spcBef>
                <a:spcPts val="151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Desktop,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laptop,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tablet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smartphone 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through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modern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browsers.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95" b="1">
                <a:solidFill>
                  <a:srgbClr val="122239"/>
                </a:solidFill>
                <a:latin typeface="Trebuchet MS"/>
                <a:cs typeface="Trebuchet MS"/>
              </a:rPr>
              <a:t>Layer</a:t>
            </a:r>
            <a:r>
              <a:rPr dirty="0" sz="1500" spc="-14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2</a:t>
            </a:r>
            <a:r>
              <a:rPr dirty="0" sz="1500" spc="-17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275" b="1">
                <a:solidFill>
                  <a:srgbClr val="122239"/>
                </a:solidFill>
                <a:latin typeface="Trebuchet MS"/>
                <a:cs typeface="Trebuchet MS"/>
              </a:rPr>
              <a:t>—</a:t>
            </a:r>
            <a:r>
              <a:rPr dirty="0" sz="1500" spc="-15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Edge</a:t>
            </a:r>
            <a:r>
              <a:rPr dirty="0" sz="1500" spc="-17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Hardware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Barcode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scanner,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RFID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reader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label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printer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reduce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manual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entry.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95" b="1">
                <a:solidFill>
                  <a:srgbClr val="122239"/>
                </a:solidFill>
                <a:latin typeface="Trebuchet MS"/>
                <a:cs typeface="Trebuchet MS"/>
              </a:rPr>
              <a:t>Layer</a:t>
            </a:r>
            <a:r>
              <a:rPr dirty="0" sz="1500" spc="-13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3</a:t>
            </a:r>
            <a:r>
              <a:rPr dirty="0" sz="1500" spc="-17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275" b="1">
                <a:solidFill>
                  <a:srgbClr val="122239"/>
                </a:solidFill>
                <a:latin typeface="Trebuchet MS"/>
                <a:cs typeface="Trebuchet MS"/>
              </a:rPr>
              <a:t>—</a:t>
            </a:r>
            <a:r>
              <a:rPr dirty="0" sz="1500" spc="-15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85" b="1">
                <a:solidFill>
                  <a:srgbClr val="122239"/>
                </a:solidFill>
                <a:latin typeface="Trebuchet MS"/>
                <a:cs typeface="Trebuchet MS"/>
              </a:rPr>
              <a:t>Network</a:t>
            </a:r>
            <a:r>
              <a:rPr dirty="0" sz="1500" spc="-13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4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Security</a:t>
            </a:r>
            <a:endParaRPr sz="1500">
              <a:latin typeface="Trebuchet MS"/>
              <a:cs typeface="Trebuchet MS"/>
            </a:endParaRPr>
          </a:p>
          <a:p>
            <a:pPr marL="12700" marR="82550">
              <a:lnSpc>
                <a:spcPct val="108100"/>
              </a:lnSpc>
              <a:spcBef>
                <a:spcPts val="151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Routers, switches,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firewall,</a:t>
            </a:r>
            <a:r>
              <a:rPr dirty="0" sz="11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SSL/TLS,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VPN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WAF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protect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communication.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spc="-95" b="1">
                <a:solidFill>
                  <a:srgbClr val="122239"/>
                </a:solidFill>
                <a:latin typeface="Trebuchet MS"/>
                <a:cs typeface="Trebuchet MS"/>
              </a:rPr>
              <a:t>Layer</a:t>
            </a:r>
            <a:r>
              <a:rPr dirty="0" sz="1500" spc="-14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4</a:t>
            </a:r>
            <a:r>
              <a:rPr dirty="0" sz="1500" spc="-18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275" b="1">
                <a:solidFill>
                  <a:srgbClr val="122239"/>
                </a:solidFill>
                <a:latin typeface="Trebuchet MS"/>
                <a:cs typeface="Trebuchet MS"/>
              </a:rPr>
              <a:t>—</a:t>
            </a:r>
            <a:r>
              <a:rPr dirty="0" sz="1500" spc="-16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Servers</a:t>
            </a:r>
            <a:endParaRPr sz="1500">
              <a:latin typeface="Trebuchet MS"/>
              <a:cs typeface="Trebuchet MS"/>
            </a:endParaRPr>
          </a:p>
          <a:p>
            <a:pPr marL="12700" marR="122555">
              <a:lnSpc>
                <a:spcPct val="108100"/>
              </a:lnSpc>
              <a:spcBef>
                <a:spcPts val="15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Apache/Nginx,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PHP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8.x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MVC,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MySQL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8.0,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AES-256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bcrypt.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 spc="-95" b="1">
                <a:solidFill>
                  <a:srgbClr val="122239"/>
                </a:solidFill>
                <a:latin typeface="Trebuchet MS"/>
                <a:cs typeface="Trebuchet MS"/>
              </a:rPr>
              <a:t>Layer</a:t>
            </a:r>
            <a:r>
              <a:rPr dirty="0" sz="1500" spc="-13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5</a:t>
            </a:r>
            <a:r>
              <a:rPr dirty="0" sz="1500" spc="-17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275" b="1">
                <a:solidFill>
                  <a:srgbClr val="122239"/>
                </a:solidFill>
                <a:latin typeface="Trebuchet MS"/>
                <a:cs typeface="Trebuchet MS"/>
              </a:rPr>
              <a:t>—</a:t>
            </a:r>
            <a:r>
              <a:rPr dirty="0" sz="1500" spc="-15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Backup</a:t>
            </a:r>
            <a:r>
              <a:rPr dirty="0" sz="1500" spc="-204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5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Audit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200"/>
              </a:lnSpc>
              <a:spcBef>
                <a:spcPts val="155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Offsite/cloud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backup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immutable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audit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logging</a:t>
            </a:r>
            <a:r>
              <a:rPr dirty="0" sz="11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support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recovery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accountability.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5"/>
              <a:t>Technology</a:t>
            </a:r>
            <a:r>
              <a:rPr dirty="0" spc="-250"/>
              <a:t> </a:t>
            </a:r>
            <a:r>
              <a:rPr dirty="0" spc="600"/>
              <a:t>s</a:t>
            </a:r>
            <a:r>
              <a:rPr dirty="0" spc="-300"/>
              <a:t> </a:t>
            </a:r>
            <a:r>
              <a:rPr dirty="0" spc="-120"/>
              <a:t>Security</a:t>
            </a:r>
            <a:r>
              <a:rPr dirty="0" spc="-250"/>
              <a:t> </a:t>
            </a:r>
            <a:r>
              <a:rPr dirty="0" spc="-1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0380" y="353440"/>
            <a:ext cx="8788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DESIGN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57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Key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implementation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technologies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controls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specified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in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SRS.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200150"/>
            <a:ext cx="3615054" cy="1519555"/>
            <a:chOff x="533400" y="1200150"/>
            <a:chExt cx="3615054" cy="15195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1228635"/>
              <a:ext cx="3586299" cy="14812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243076"/>
              <a:ext cx="3524885" cy="1409700"/>
            </a:xfrm>
            <a:custGeom>
              <a:avLst/>
              <a:gdLst/>
              <a:ahLst/>
              <a:cxnLst/>
              <a:rect l="l" t="t" r="r" b="b"/>
              <a:pathLst>
                <a:path w="3524885" h="1409700">
                  <a:moveTo>
                    <a:pt x="3289236" y="0"/>
                  </a:moveTo>
                  <a:lnTo>
                    <a:pt x="234950" y="0"/>
                  </a:lnTo>
                  <a:lnTo>
                    <a:pt x="187600" y="4771"/>
                  </a:lnTo>
                  <a:lnTo>
                    <a:pt x="143498" y="18458"/>
                  </a:lnTo>
                  <a:lnTo>
                    <a:pt x="103588" y="40116"/>
                  </a:lnTo>
                  <a:lnTo>
                    <a:pt x="68816" y="68802"/>
                  </a:lnTo>
                  <a:lnTo>
                    <a:pt x="40126" y="103571"/>
                  </a:lnTo>
                  <a:lnTo>
                    <a:pt x="18464" y="143482"/>
                  </a:lnTo>
                  <a:lnTo>
                    <a:pt x="4773" y="187589"/>
                  </a:lnTo>
                  <a:lnTo>
                    <a:pt x="0" y="234950"/>
                  </a:lnTo>
                  <a:lnTo>
                    <a:pt x="0" y="1174623"/>
                  </a:lnTo>
                  <a:lnTo>
                    <a:pt x="4773" y="1221989"/>
                  </a:lnTo>
                  <a:lnTo>
                    <a:pt x="18464" y="1266110"/>
                  </a:lnTo>
                  <a:lnTo>
                    <a:pt x="40126" y="1306041"/>
                  </a:lnTo>
                  <a:lnTo>
                    <a:pt x="68816" y="1340834"/>
                  </a:lnTo>
                  <a:lnTo>
                    <a:pt x="103588" y="1369543"/>
                  </a:lnTo>
                  <a:lnTo>
                    <a:pt x="143498" y="1391221"/>
                  </a:lnTo>
                  <a:lnTo>
                    <a:pt x="187600" y="1404922"/>
                  </a:lnTo>
                  <a:lnTo>
                    <a:pt x="234950" y="1409700"/>
                  </a:lnTo>
                  <a:lnTo>
                    <a:pt x="3289236" y="1409700"/>
                  </a:lnTo>
                  <a:lnTo>
                    <a:pt x="3336602" y="1404922"/>
                  </a:lnTo>
                  <a:lnTo>
                    <a:pt x="3380724" y="1391221"/>
                  </a:lnTo>
                  <a:lnTo>
                    <a:pt x="3420654" y="1369543"/>
                  </a:lnTo>
                  <a:lnTo>
                    <a:pt x="3455447" y="1340834"/>
                  </a:lnTo>
                  <a:lnTo>
                    <a:pt x="3484156" y="1306041"/>
                  </a:lnTo>
                  <a:lnTo>
                    <a:pt x="3505834" y="1266110"/>
                  </a:lnTo>
                  <a:lnTo>
                    <a:pt x="3519536" y="1221989"/>
                  </a:lnTo>
                  <a:lnTo>
                    <a:pt x="3524313" y="1174623"/>
                  </a:lnTo>
                  <a:lnTo>
                    <a:pt x="3524313" y="234950"/>
                  </a:lnTo>
                  <a:lnTo>
                    <a:pt x="3519536" y="187589"/>
                  </a:lnTo>
                  <a:lnTo>
                    <a:pt x="3505834" y="143482"/>
                  </a:lnTo>
                  <a:lnTo>
                    <a:pt x="3484156" y="103571"/>
                  </a:lnTo>
                  <a:lnTo>
                    <a:pt x="3455447" y="68802"/>
                  </a:lnTo>
                  <a:lnTo>
                    <a:pt x="3420654" y="40116"/>
                  </a:lnTo>
                  <a:lnTo>
                    <a:pt x="3380724" y="18458"/>
                  </a:lnTo>
                  <a:lnTo>
                    <a:pt x="3336602" y="4771"/>
                  </a:lnTo>
                  <a:lnTo>
                    <a:pt x="3289236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243076"/>
              <a:ext cx="3524885" cy="1409700"/>
            </a:xfrm>
            <a:custGeom>
              <a:avLst/>
              <a:gdLst/>
              <a:ahLst/>
              <a:cxnLst/>
              <a:rect l="l" t="t" r="r" b="b"/>
              <a:pathLst>
                <a:path w="3524885" h="1409700">
                  <a:moveTo>
                    <a:pt x="0" y="234950"/>
                  </a:moveTo>
                  <a:lnTo>
                    <a:pt x="4773" y="187589"/>
                  </a:lnTo>
                  <a:lnTo>
                    <a:pt x="18464" y="143482"/>
                  </a:lnTo>
                  <a:lnTo>
                    <a:pt x="40126" y="103571"/>
                  </a:lnTo>
                  <a:lnTo>
                    <a:pt x="68816" y="68802"/>
                  </a:lnTo>
                  <a:lnTo>
                    <a:pt x="103588" y="40116"/>
                  </a:lnTo>
                  <a:lnTo>
                    <a:pt x="143498" y="18458"/>
                  </a:lnTo>
                  <a:lnTo>
                    <a:pt x="187600" y="4771"/>
                  </a:lnTo>
                  <a:lnTo>
                    <a:pt x="234950" y="0"/>
                  </a:lnTo>
                  <a:lnTo>
                    <a:pt x="3289236" y="0"/>
                  </a:lnTo>
                  <a:lnTo>
                    <a:pt x="3336602" y="4771"/>
                  </a:lnTo>
                  <a:lnTo>
                    <a:pt x="3380724" y="18458"/>
                  </a:lnTo>
                  <a:lnTo>
                    <a:pt x="3420654" y="40116"/>
                  </a:lnTo>
                  <a:lnTo>
                    <a:pt x="3455447" y="68802"/>
                  </a:lnTo>
                  <a:lnTo>
                    <a:pt x="3484156" y="103571"/>
                  </a:lnTo>
                  <a:lnTo>
                    <a:pt x="3505834" y="143482"/>
                  </a:lnTo>
                  <a:lnTo>
                    <a:pt x="3519536" y="187589"/>
                  </a:lnTo>
                  <a:lnTo>
                    <a:pt x="3524313" y="234950"/>
                  </a:lnTo>
                  <a:lnTo>
                    <a:pt x="3524313" y="1174623"/>
                  </a:lnTo>
                  <a:lnTo>
                    <a:pt x="3519536" y="1221989"/>
                  </a:lnTo>
                  <a:lnTo>
                    <a:pt x="3505834" y="1266110"/>
                  </a:lnTo>
                  <a:lnTo>
                    <a:pt x="3484156" y="1306041"/>
                  </a:lnTo>
                  <a:lnTo>
                    <a:pt x="3455447" y="1340834"/>
                  </a:lnTo>
                  <a:lnTo>
                    <a:pt x="3420654" y="1369543"/>
                  </a:lnTo>
                  <a:lnTo>
                    <a:pt x="3380724" y="1391221"/>
                  </a:lnTo>
                  <a:lnTo>
                    <a:pt x="3336602" y="1404922"/>
                  </a:lnTo>
                  <a:lnTo>
                    <a:pt x="3289236" y="1409700"/>
                  </a:lnTo>
                  <a:lnTo>
                    <a:pt x="234950" y="1409700"/>
                  </a:lnTo>
                  <a:lnTo>
                    <a:pt x="187600" y="1404922"/>
                  </a:lnTo>
                  <a:lnTo>
                    <a:pt x="143498" y="1391221"/>
                  </a:lnTo>
                  <a:lnTo>
                    <a:pt x="103588" y="1369543"/>
                  </a:lnTo>
                  <a:lnTo>
                    <a:pt x="68816" y="1340834"/>
                  </a:lnTo>
                  <a:lnTo>
                    <a:pt x="40126" y="1306041"/>
                  </a:lnTo>
                  <a:lnTo>
                    <a:pt x="18464" y="1266110"/>
                  </a:lnTo>
                  <a:lnTo>
                    <a:pt x="4773" y="1221989"/>
                  </a:lnTo>
                  <a:lnTo>
                    <a:pt x="0" y="1174623"/>
                  </a:lnTo>
                  <a:lnTo>
                    <a:pt x="0" y="2349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200150"/>
              <a:ext cx="185737" cy="15191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238250"/>
              <a:ext cx="76200" cy="1409700"/>
            </a:xfrm>
            <a:custGeom>
              <a:avLst/>
              <a:gdLst/>
              <a:ahLst/>
              <a:cxnLst/>
              <a:rect l="l" t="t" r="r" b="b"/>
              <a:pathLst>
                <a:path w="76200" h="1409700">
                  <a:moveTo>
                    <a:pt x="76200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76200" y="1409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96682"/>
            <a:ext cx="95504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0" b="1">
                <a:solidFill>
                  <a:srgbClr val="122239"/>
                </a:solidFill>
                <a:latin typeface="Trebuchet MS"/>
                <a:cs typeface="Trebuchet MS"/>
              </a:rPr>
              <a:t>Application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5030" y="1817814"/>
            <a:ext cx="2870200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Web-based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application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using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PHP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8.x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with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 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MVC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framework;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hosted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via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Apache/Nginx.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86250" y="1200150"/>
            <a:ext cx="3615054" cy="1519555"/>
            <a:chOff x="4286250" y="1200150"/>
            <a:chExt cx="3615054" cy="151955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1228635"/>
              <a:ext cx="3586299" cy="14812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8226" y="1243076"/>
              <a:ext cx="3524250" cy="1409700"/>
            </a:xfrm>
            <a:custGeom>
              <a:avLst/>
              <a:gdLst/>
              <a:ahLst/>
              <a:cxnLst/>
              <a:rect l="l" t="t" r="r" b="b"/>
              <a:pathLst>
                <a:path w="3524250" h="1409700">
                  <a:moveTo>
                    <a:pt x="3289173" y="0"/>
                  </a:moveTo>
                  <a:lnTo>
                    <a:pt x="234950" y="0"/>
                  </a:lnTo>
                  <a:lnTo>
                    <a:pt x="187589" y="4771"/>
                  </a:lnTo>
                  <a:lnTo>
                    <a:pt x="143482" y="18458"/>
                  </a:lnTo>
                  <a:lnTo>
                    <a:pt x="103571" y="40116"/>
                  </a:lnTo>
                  <a:lnTo>
                    <a:pt x="68802" y="68802"/>
                  </a:lnTo>
                  <a:lnTo>
                    <a:pt x="40116" y="103571"/>
                  </a:lnTo>
                  <a:lnTo>
                    <a:pt x="18458" y="143482"/>
                  </a:lnTo>
                  <a:lnTo>
                    <a:pt x="4771" y="187589"/>
                  </a:lnTo>
                  <a:lnTo>
                    <a:pt x="0" y="234950"/>
                  </a:lnTo>
                  <a:lnTo>
                    <a:pt x="0" y="1174623"/>
                  </a:lnTo>
                  <a:lnTo>
                    <a:pt x="4771" y="1221989"/>
                  </a:lnTo>
                  <a:lnTo>
                    <a:pt x="18458" y="1266110"/>
                  </a:lnTo>
                  <a:lnTo>
                    <a:pt x="40116" y="1306041"/>
                  </a:lnTo>
                  <a:lnTo>
                    <a:pt x="68802" y="1340834"/>
                  </a:lnTo>
                  <a:lnTo>
                    <a:pt x="103571" y="1369543"/>
                  </a:lnTo>
                  <a:lnTo>
                    <a:pt x="143482" y="1391221"/>
                  </a:lnTo>
                  <a:lnTo>
                    <a:pt x="187589" y="1404922"/>
                  </a:lnTo>
                  <a:lnTo>
                    <a:pt x="234950" y="1409700"/>
                  </a:lnTo>
                  <a:lnTo>
                    <a:pt x="3289173" y="1409700"/>
                  </a:lnTo>
                  <a:lnTo>
                    <a:pt x="3336539" y="1404922"/>
                  </a:lnTo>
                  <a:lnTo>
                    <a:pt x="3380660" y="1391221"/>
                  </a:lnTo>
                  <a:lnTo>
                    <a:pt x="3420591" y="1369543"/>
                  </a:lnTo>
                  <a:lnTo>
                    <a:pt x="3455384" y="1340834"/>
                  </a:lnTo>
                  <a:lnTo>
                    <a:pt x="3484093" y="1306041"/>
                  </a:lnTo>
                  <a:lnTo>
                    <a:pt x="3505771" y="1266110"/>
                  </a:lnTo>
                  <a:lnTo>
                    <a:pt x="3519472" y="1221989"/>
                  </a:lnTo>
                  <a:lnTo>
                    <a:pt x="3524250" y="1174623"/>
                  </a:lnTo>
                  <a:lnTo>
                    <a:pt x="3524250" y="234950"/>
                  </a:lnTo>
                  <a:lnTo>
                    <a:pt x="3519472" y="187589"/>
                  </a:lnTo>
                  <a:lnTo>
                    <a:pt x="3505771" y="143482"/>
                  </a:lnTo>
                  <a:lnTo>
                    <a:pt x="3484093" y="103571"/>
                  </a:lnTo>
                  <a:lnTo>
                    <a:pt x="3455384" y="68802"/>
                  </a:lnTo>
                  <a:lnTo>
                    <a:pt x="3420591" y="40116"/>
                  </a:lnTo>
                  <a:lnTo>
                    <a:pt x="3380660" y="18458"/>
                  </a:lnTo>
                  <a:lnTo>
                    <a:pt x="3336539" y="4771"/>
                  </a:lnTo>
                  <a:lnTo>
                    <a:pt x="32891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48226" y="1243076"/>
              <a:ext cx="3524250" cy="1409700"/>
            </a:xfrm>
            <a:custGeom>
              <a:avLst/>
              <a:gdLst/>
              <a:ahLst/>
              <a:cxnLst/>
              <a:rect l="l" t="t" r="r" b="b"/>
              <a:pathLst>
                <a:path w="3524250" h="1409700">
                  <a:moveTo>
                    <a:pt x="0" y="234950"/>
                  </a:moveTo>
                  <a:lnTo>
                    <a:pt x="4771" y="187589"/>
                  </a:lnTo>
                  <a:lnTo>
                    <a:pt x="18458" y="143482"/>
                  </a:lnTo>
                  <a:lnTo>
                    <a:pt x="40116" y="103571"/>
                  </a:lnTo>
                  <a:lnTo>
                    <a:pt x="68802" y="68802"/>
                  </a:lnTo>
                  <a:lnTo>
                    <a:pt x="103571" y="40116"/>
                  </a:lnTo>
                  <a:lnTo>
                    <a:pt x="143482" y="18458"/>
                  </a:lnTo>
                  <a:lnTo>
                    <a:pt x="187589" y="4771"/>
                  </a:lnTo>
                  <a:lnTo>
                    <a:pt x="234950" y="0"/>
                  </a:lnTo>
                  <a:lnTo>
                    <a:pt x="3289173" y="0"/>
                  </a:lnTo>
                  <a:lnTo>
                    <a:pt x="3336539" y="4771"/>
                  </a:lnTo>
                  <a:lnTo>
                    <a:pt x="3380660" y="18458"/>
                  </a:lnTo>
                  <a:lnTo>
                    <a:pt x="3420591" y="40116"/>
                  </a:lnTo>
                  <a:lnTo>
                    <a:pt x="3455384" y="68802"/>
                  </a:lnTo>
                  <a:lnTo>
                    <a:pt x="3484093" y="103571"/>
                  </a:lnTo>
                  <a:lnTo>
                    <a:pt x="3505771" y="143482"/>
                  </a:lnTo>
                  <a:lnTo>
                    <a:pt x="3519472" y="187589"/>
                  </a:lnTo>
                  <a:lnTo>
                    <a:pt x="3524250" y="234950"/>
                  </a:lnTo>
                  <a:lnTo>
                    <a:pt x="3524250" y="1174623"/>
                  </a:lnTo>
                  <a:lnTo>
                    <a:pt x="3519472" y="1221989"/>
                  </a:lnTo>
                  <a:lnTo>
                    <a:pt x="3505771" y="1266110"/>
                  </a:lnTo>
                  <a:lnTo>
                    <a:pt x="3484093" y="1306041"/>
                  </a:lnTo>
                  <a:lnTo>
                    <a:pt x="3455384" y="1340834"/>
                  </a:lnTo>
                  <a:lnTo>
                    <a:pt x="3420591" y="1369543"/>
                  </a:lnTo>
                  <a:lnTo>
                    <a:pt x="3380660" y="1391221"/>
                  </a:lnTo>
                  <a:lnTo>
                    <a:pt x="3336539" y="1404922"/>
                  </a:lnTo>
                  <a:lnTo>
                    <a:pt x="3289173" y="1409700"/>
                  </a:lnTo>
                  <a:lnTo>
                    <a:pt x="234950" y="1409700"/>
                  </a:lnTo>
                  <a:lnTo>
                    <a:pt x="187589" y="1404922"/>
                  </a:lnTo>
                  <a:lnTo>
                    <a:pt x="143482" y="1391221"/>
                  </a:lnTo>
                  <a:lnTo>
                    <a:pt x="103571" y="1369543"/>
                  </a:lnTo>
                  <a:lnTo>
                    <a:pt x="68802" y="1340834"/>
                  </a:lnTo>
                  <a:lnTo>
                    <a:pt x="40116" y="1306041"/>
                  </a:lnTo>
                  <a:lnTo>
                    <a:pt x="18458" y="1266110"/>
                  </a:lnTo>
                  <a:lnTo>
                    <a:pt x="4771" y="1221989"/>
                  </a:lnTo>
                  <a:lnTo>
                    <a:pt x="0" y="1174623"/>
                  </a:lnTo>
                  <a:lnTo>
                    <a:pt x="0" y="2349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1200150"/>
              <a:ext cx="185737" cy="15191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43400" y="1238250"/>
              <a:ext cx="76200" cy="1409700"/>
            </a:xfrm>
            <a:custGeom>
              <a:avLst/>
              <a:gdLst/>
              <a:ahLst/>
              <a:cxnLst/>
              <a:rect l="l" t="t" r="r" b="b"/>
              <a:pathLst>
                <a:path w="76200" h="1409700">
                  <a:moveTo>
                    <a:pt x="76200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76200" y="1409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26990" y="1396682"/>
            <a:ext cx="79946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5" b="1">
                <a:solidFill>
                  <a:srgbClr val="122239"/>
                </a:solidFill>
                <a:latin typeface="Trebuchet MS"/>
                <a:cs typeface="Trebuchet MS"/>
              </a:rPr>
              <a:t>Database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26990" y="1817814"/>
            <a:ext cx="2788920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MySQL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8.0</a:t>
            </a:r>
            <a:r>
              <a:rPr dirty="0" sz="1100" spc="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stores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supports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centralized</a:t>
            </a:r>
            <a:r>
              <a:rPr dirty="0" sz="1100" spc="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processing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layer.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39100" y="1200150"/>
            <a:ext cx="3605529" cy="1519555"/>
            <a:chOff x="8039100" y="1200150"/>
            <a:chExt cx="3605529" cy="1519555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1228635"/>
              <a:ext cx="3576774" cy="148122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01076" y="1243076"/>
              <a:ext cx="3514725" cy="1409700"/>
            </a:xfrm>
            <a:custGeom>
              <a:avLst/>
              <a:gdLst/>
              <a:ahLst/>
              <a:cxnLst/>
              <a:rect l="l" t="t" r="r" b="b"/>
              <a:pathLst>
                <a:path w="3514725" h="1409700">
                  <a:moveTo>
                    <a:pt x="3279648" y="0"/>
                  </a:moveTo>
                  <a:lnTo>
                    <a:pt x="234950" y="0"/>
                  </a:lnTo>
                  <a:lnTo>
                    <a:pt x="187589" y="4771"/>
                  </a:lnTo>
                  <a:lnTo>
                    <a:pt x="143482" y="18458"/>
                  </a:lnTo>
                  <a:lnTo>
                    <a:pt x="103571" y="40116"/>
                  </a:lnTo>
                  <a:lnTo>
                    <a:pt x="68802" y="68802"/>
                  </a:lnTo>
                  <a:lnTo>
                    <a:pt x="40116" y="103571"/>
                  </a:lnTo>
                  <a:lnTo>
                    <a:pt x="18458" y="143482"/>
                  </a:lnTo>
                  <a:lnTo>
                    <a:pt x="4771" y="187589"/>
                  </a:lnTo>
                  <a:lnTo>
                    <a:pt x="0" y="234950"/>
                  </a:lnTo>
                  <a:lnTo>
                    <a:pt x="0" y="1174623"/>
                  </a:lnTo>
                  <a:lnTo>
                    <a:pt x="4771" y="1221989"/>
                  </a:lnTo>
                  <a:lnTo>
                    <a:pt x="18458" y="1266110"/>
                  </a:lnTo>
                  <a:lnTo>
                    <a:pt x="40116" y="1306041"/>
                  </a:lnTo>
                  <a:lnTo>
                    <a:pt x="68802" y="1340834"/>
                  </a:lnTo>
                  <a:lnTo>
                    <a:pt x="103571" y="1369543"/>
                  </a:lnTo>
                  <a:lnTo>
                    <a:pt x="143482" y="1391221"/>
                  </a:lnTo>
                  <a:lnTo>
                    <a:pt x="187589" y="1404922"/>
                  </a:lnTo>
                  <a:lnTo>
                    <a:pt x="234950" y="1409700"/>
                  </a:lnTo>
                  <a:lnTo>
                    <a:pt x="3279648" y="1409700"/>
                  </a:lnTo>
                  <a:lnTo>
                    <a:pt x="3327014" y="1404922"/>
                  </a:lnTo>
                  <a:lnTo>
                    <a:pt x="3371135" y="1391221"/>
                  </a:lnTo>
                  <a:lnTo>
                    <a:pt x="3411066" y="1369543"/>
                  </a:lnTo>
                  <a:lnTo>
                    <a:pt x="3445859" y="1340834"/>
                  </a:lnTo>
                  <a:lnTo>
                    <a:pt x="3474568" y="1306041"/>
                  </a:lnTo>
                  <a:lnTo>
                    <a:pt x="3496246" y="1266110"/>
                  </a:lnTo>
                  <a:lnTo>
                    <a:pt x="3509947" y="1221989"/>
                  </a:lnTo>
                  <a:lnTo>
                    <a:pt x="3514725" y="1174623"/>
                  </a:lnTo>
                  <a:lnTo>
                    <a:pt x="3514725" y="234950"/>
                  </a:lnTo>
                  <a:lnTo>
                    <a:pt x="3509947" y="187589"/>
                  </a:lnTo>
                  <a:lnTo>
                    <a:pt x="3496246" y="143482"/>
                  </a:lnTo>
                  <a:lnTo>
                    <a:pt x="3474568" y="103571"/>
                  </a:lnTo>
                  <a:lnTo>
                    <a:pt x="3445859" y="68802"/>
                  </a:lnTo>
                  <a:lnTo>
                    <a:pt x="3411066" y="40116"/>
                  </a:lnTo>
                  <a:lnTo>
                    <a:pt x="3371135" y="18458"/>
                  </a:lnTo>
                  <a:lnTo>
                    <a:pt x="3327014" y="4771"/>
                  </a:lnTo>
                  <a:lnTo>
                    <a:pt x="32796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101076" y="1243076"/>
              <a:ext cx="3514725" cy="1409700"/>
            </a:xfrm>
            <a:custGeom>
              <a:avLst/>
              <a:gdLst/>
              <a:ahLst/>
              <a:cxnLst/>
              <a:rect l="l" t="t" r="r" b="b"/>
              <a:pathLst>
                <a:path w="3514725" h="1409700">
                  <a:moveTo>
                    <a:pt x="0" y="234950"/>
                  </a:moveTo>
                  <a:lnTo>
                    <a:pt x="4771" y="187589"/>
                  </a:lnTo>
                  <a:lnTo>
                    <a:pt x="18458" y="143482"/>
                  </a:lnTo>
                  <a:lnTo>
                    <a:pt x="40116" y="103571"/>
                  </a:lnTo>
                  <a:lnTo>
                    <a:pt x="68802" y="68802"/>
                  </a:lnTo>
                  <a:lnTo>
                    <a:pt x="103571" y="40116"/>
                  </a:lnTo>
                  <a:lnTo>
                    <a:pt x="143482" y="18458"/>
                  </a:lnTo>
                  <a:lnTo>
                    <a:pt x="187589" y="4771"/>
                  </a:lnTo>
                  <a:lnTo>
                    <a:pt x="234950" y="0"/>
                  </a:lnTo>
                  <a:lnTo>
                    <a:pt x="3279648" y="0"/>
                  </a:lnTo>
                  <a:lnTo>
                    <a:pt x="3327014" y="4771"/>
                  </a:lnTo>
                  <a:lnTo>
                    <a:pt x="3371135" y="18458"/>
                  </a:lnTo>
                  <a:lnTo>
                    <a:pt x="3411066" y="40116"/>
                  </a:lnTo>
                  <a:lnTo>
                    <a:pt x="3445859" y="68802"/>
                  </a:lnTo>
                  <a:lnTo>
                    <a:pt x="3474568" y="103571"/>
                  </a:lnTo>
                  <a:lnTo>
                    <a:pt x="3496246" y="143482"/>
                  </a:lnTo>
                  <a:lnTo>
                    <a:pt x="3509947" y="187589"/>
                  </a:lnTo>
                  <a:lnTo>
                    <a:pt x="3514725" y="234950"/>
                  </a:lnTo>
                  <a:lnTo>
                    <a:pt x="3514725" y="1174623"/>
                  </a:lnTo>
                  <a:lnTo>
                    <a:pt x="3509947" y="1221989"/>
                  </a:lnTo>
                  <a:lnTo>
                    <a:pt x="3496246" y="1266110"/>
                  </a:lnTo>
                  <a:lnTo>
                    <a:pt x="3474568" y="1306041"/>
                  </a:lnTo>
                  <a:lnTo>
                    <a:pt x="3445859" y="1340834"/>
                  </a:lnTo>
                  <a:lnTo>
                    <a:pt x="3411066" y="1369543"/>
                  </a:lnTo>
                  <a:lnTo>
                    <a:pt x="3371135" y="1391221"/>
                  </a:lnTo>
                  <a:lnTo>
                    <a:pt x="3327014" y="1404922"/>
                  </a:lnTo>
                  <a:lnTo>
                    <a:pt x="3279648" y="1409700"/>
                  </a:lnTo>
                  <a:lnTo>
                    <a:pt x="234950" y="1409700"/>
                  </a:lnTo>
                  <a:lnTo>
                    <a:pt x="187589" y="1404922"/>
                  </a:lnTo>
                  <a:lnTo>
                    <a:pt x="143482" y="1391221"/>
                  </a:lnTo>
                  <a:lnTo>
                    <a:pt x="103571" y="1369543"/>
                  </a:lnTo>
                  <a:lnTo>
                    <a:pt x="68802" y="1340834"/>
                  </a:lnTo>
                  <a:lnTo>
                    <a:pt x="40116" y="1306041"/>
                  </a:lnTo>
                  <a:lnTo>
                    <a:pt x="18458" y="1266110"/>
                  </a:lnTo>
                  <a:lnTo>
                    <a:pt x="4771" y="1221989"/>
                  </a:lnTo>
                  <a:lnTo>
                    <a:pt x="0" y="1174623"/>
                  </a:lnTo>
                  <a:lnTo>
                    <a:pt x="0" y="2349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1200150"/>
              <a:ext cx="176212" cy="15191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096250" y="1238250"/>
              <a:ext cx="66675" cy="1409700"/>
            </a:xfrm>
            <a:custGeom>
              <a:avLst/>
              <a:gdLst/>
              <a:ahLst/>
              <a:cxnLst/>
              <a:rect l="l" t="t" r="r" b="b"/>
              <a:pathLst>
                <a:path w="66675" h="1409700">
                  <a:moveTo>
                    <a:pt x="66675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66675" y="14097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378825" y="1396682"/>
            <a:ext cx="12211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Authentication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78825" y="1817814"/>
            <a:ext cx="285178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Bcrypt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password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hashing,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access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control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secure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session</a:t>
            </a:r>
            <a:r>
              <a:rPr dirty="0" sz="1100" spc="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handling.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33400" y="2933700"/>
            <a:ext cx="3615054" cy="1529080"/>
            <a:chOff x="533400" y="2933700"/>
            <a:chExt cx="3615054" cy="1529080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1938" y="2962185"/>
              <a:ext cx="3586299" cy="149074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5312" y="2976626"/>
              <a:ext cx="3524885" cy="1419225"/>
            </a:xfrm>
            <a:custGeom>
              <a:avLst/>
              <a:gdLst/>
              <a:ahLst/>
              <a:cxnLst/>
              <a:rect l="l" t="t" r="r" b="b"/>
              <a:pathLst>
                <a:path w="3524885" h="1419225">
                  <a:moveTo>
                    <a:pt x="3287712" y="0"/>
                  </a:moveTo>
                  <a:lnTo>
                    <a:pt x="236537" y="0"/>
                  </a:lnTo>
                  <a:lnTo>
                    <a:pt x="188868" y="4800"/>
                  </a:lnTo>
                  <a:lnTo>
                    <a:pt x="144468" y="18571"/>
                  </a:lnTo>
                  <a:lnTo>
                    <a:pt x="104288" y="40364"/>
                  </a:lnTo>
                  <a:lnTo>
                    <a:pt x="69281" y="69230"/>
                  </a:lnTo>
                  <a:lnTo>
                    <a:pt x="40397" y="104223"/>
                  </a:lnTo>
                  <a:lnTo>
                    <a:pt x="18588" y="144393"/>
                  </a:lnTo>
                  <a:lnTo>
                    <a:pt x="4805" y="188792"/>
                  </a:lnTo>
                  <a:lnTo>
                    <a:pt x="0" y="236474"/>
                  </a:lnTo>
                  <a:lnTo>
                    <a:pt x="0" y="1182624"/>
                  </a:lnTo>
                  <a:lnTo>
                    <a:pt x="4805" y="1230310"/>
                  </a:lnTo>
                  <a:lnTo>
                    <a:pt x="18588" y="1274724"/>
                  </a:lnTo>
                  <a:lnTo>
                    <a:pt x="40397" y="1314915"/>
                  </a:lnTo>
                  <a:lnTo>
                    <a:pt x="69281" y="1349930"/>
                  </a:lnTo>
                  <a:lnTo>
                    <a:pt x="104288" y="1378820"/>
                  </a:lnTo>
                  <a:lnTo>
                    <a:pt x="144468" y="1400633"/>
                  </a:lnTo>
                  <a:lnTo>
                    <a:pt x="188868" y="1414418"/>
                  </a:lnTo>
                  <a:lnTo>
                    <a:pt x="236537" y="1419225"/>
                  </a:lnTo>
                  <a:lnTo>
                    <a:pt x="3287712" y="1419225"/>
                  </a:lnTo>
                  <a:lnTo>
                    <a:pt x="3335399" y="1414418"/>
                  </a:lnTo>
                  <a:lnTo>
                    <a:pt x="3379813" y="1400633"/>
                  </a:lnTo>
                  <a:lnTo>
                    <a:pt x="3420003" y="1378820"/>
                  </a:lnTo>
                  <a:lnTo>
                    <a:pt x="3455019" y="1349930"/>
                  </a:lnTo>
                  <a:lnTo>
                    <a:pt x="3483908" y="1314915"/>
                  </a:lnTo>
                  <a:lnTo>
                    <a:pt x="3505721" y="1274724"/>
                  </a:lnTo>
                  <a:lnTo>
                    <a:pt x="3519507" y="1230310"/>
                  </a:lnTo>
                  <a:lnTo>
                    <a:pt x="3524313" y="1182624"/>
                  </a:lnTo>
                  <a:lnTo>
                    <a:pt x="3524313" y="236474"/>
                  </a:lnTo>
                  <a:lnTo>
                    <a:pt x="3519507" y="188792"/>
                  </a:lnTo>
                  <a:lnTo>
                    <a:pt x="3505721" y="144393"/>
                  </a:lnTo>
                  <a:lnTo>
                    <a:pt x="3483908" y="104223"/>
                  </a:lnTo>
                  <a:lnTo>
                    <a:pt x="3455019" y="69230"/>
                  </a:lnTo>
                  <a:lnTo>
                    <a:pt x="3420003" y="40364"/>
                  </a:lnTo>
                  <a:lnTo>
                    <a:pt x="3379813" y="18571"/>
                  </a:lnTo>
                  <a:lnTo>
                    <a:pt x="3335399" y="4800"/>
                  </a:lnTo>
                  <a:lnTo>
                    <a:pt x="3287712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95312" y="2976626"/>
              <a:ext cx="3524885" cy="1419225"/>
            </a:xfrm>
            <a:custGeom>
              <a:avLst/>
              <a:gdLst/>
              <a:ahLst/>
              <a:cxnLst/>
              <a:rect l="l" t="t" r="r" b="b"/>
              <a:pathLst>
                <a:path w="3524885" h="1419225">
                  <a:moveTo>
                    <a:pt x="0" y="236474"/>
                  </a:moveTo>
                  <a:lnTo>
                    <a:pt x="4805" y="188792"/>
                  </a:lnTo>
                  <a:lnTo>
                    <a:pt x="18588" y="144393"/>
                  </a:lnTo>
                  <a:lnTo>
                    <a:pt x="40397" y="104223"/>
                  </a:lnTo>
                  <a:lnTo>
                    <a:pt x="69281" y="69230"/>
                  </a:lnTo>
                  <a:lnTo>
                    <a:pt x="104288" y="40364"/>
                  </a:lnTo>
                  <a:lnTo>
                    <a:pt x="144468" y="18571"/>
                  </a:lnTo>
                  <a:lnTo>
                    <a:pt x="188868" y="4800"/>
                  </a:lnTo>
                  <a:lnTo>
                    <a:pt x="236537" y="0"/>
                  </a:lnTo>
                  <a:lnTo>
                    <a:pt x="3287712" y="0"/>
                  </a:lnTo>
                  <a:lnTo>
                    <a:pt x="3335399" y="4800"/>
                  </a:lnTo>
                  <a:lnTo>
                    <a:pt x="3379813" y="18571"/>
                  </a:lnTo>
                  <a:lnTo>
                    <a:pt x="3420003" y="40364"/>
                  </a:lnTo>
                  <a:lnTo>
                    <a:pt x="3455019" y="69230"/>
                  </a:lnTo>
                  <a:lnTo>
                    <a:pt x="3483908" y="104223"/>
                  </a:lnTo>
                  <a:lnTo>
                    <a:pt x="3505721" y="144393"/>
                  </a:lnTo>
                  <a:lnTo>
                    <a:pt x="3519507" y="188792"/>
                  </a:lnTo>
                  <a:lnTo>
                    <a:pt x="3524313" y="236474"/>
                  </a:lnTo>
                  <a:lnTo>
                    <a:pt x="3524313" y="1182624"/>
                  </a:lnTo>
                  <a:lnTo>
                    <a:pt x="3519507" y="1230310"/>
                  </a:lnTo>
                  <a:lnTo>
                    <a:pt x="3505721" y="1274724"/>
                  </a:lnTo>
                  <a:lnTo>
                    <a:pt x="3483908" y="1314915"/>
                  </a:lnTo>
                  <a:lnTo>
                    <a:pt x="3455019" y="1349930"/>
                  </a:lnTo>
                  <a:lnTo>
                    <a:pt x="3420003" y="1378820"/>
                  </a:lnTo>
                  <a:lnTo>
                    <a:pt x="3379813" y="1400633"/>
                  </a:lnTo>
                  <a:lnTo>
                    <a:pt x="3335399" y="1414418"/>
                  </a:lnTo>
                  <a:lnTo>
                    <a:pt x="3287712" y="1419225"/>
                  </a:lnTo>
                  <a:lnTo>
                    <a:pt x="236537" y="1419225"/>
                  </a:lnTo>
                  <a:lnTo>
                    <a:pt x="188868" y="1414418"/>
                  </a:lnTo>
                  <a:lnTo>
                    <a:pt x="144468" y="1400633"/>
                  </a:lnTo>
                  <a:lnTo>
                    <a:pt x="104288" y="1378820"/>
                  </a:lnTo>
                  <a:lnTo>
                    <a:pt x="69281" y="1349930"/>
                  </a:lnTo>
                  <a:lnTo>
                    <a:pt x="40397" y="1314915"/>
                  </a:lnTo>
                  <a:lnTo>
                    <a:pt x="18588" y="1274724"/>
                  </a:lnTo>
                  <a:lnTo>
                    <a:pt x="4805" y="1230310"/>
                  </a:lnTo>
                  <a:lnTo>
                    <a:pt x="0" y="1182624"/>
                  </a:lnTo>
                  <a:lnTo>
                    <a:pt x="0" y="2364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400" y="2933700"/>
              <a:ext cx="185737" cy="15286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90550" y="2971800"/>
              <a:ext cx="76200" cy="1419225"/>
            </a:xfrm>
            <a:custGeom>
              <a:avLst/>
              <a:gdLst/>
              <a:ahLst/>
              <a:cxnLst/>
              <a:rect l="l" t="t" r="r" b="b"/>
              <a:pathLst>
                <a:path w="76200" h="1419225">
                  <a:moveTo>
                    <a:pt x="76200" y="0"/>
                  </a:moveTo>
                  <a:lnTo>
                    <a:pt x="0" y="0"/>
                  </a:lnTo>
                  <a:lnTo>
                    <a:pt x="0" y="1419225"/>
                  </a:lnTo>
                  <a:lnTo>
                    <a:pt x="76200" y="14192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75030" y="3136328"/>
            <a:ext cx="12877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122239"/>
                </a:solidFill>
                <a:latin typeface="Trebuchet MS"/>
                <a:cs typeface="Trebuchet MS"/>
              </a:rPr>
              <a:t>Data</a:t>
            </a:r>
            <a:r>
              <a:rPr dirty="0" sz="1500" spc="-14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75" b="1">
                <a:solidFill>
                  <a:srgbClr val="122239"/>
                </a:solidFill>
                <a:latin typeface="Trebuchet MS"/>
                <a:cs typeface="Trebuchet MS"/>
              </a:rPr>
              <a:t>protection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5030" y="3557651"/>
            <a:ext cx="247586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AES-256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field-level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encryption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protects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sensitive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clinical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information.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286250" y="2933700"/>
            <a:ext cx="3615054" cy="1529080"/>
            <a:chOff x="4286250" y="2933700"/>
            <a:chExt cx="3615054" cy="1529080"/>
          </a:xfrm>
        </p:grpSpPr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4788" y="2962185"/>
              <a:ext cx="3586299" cy="149074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348226" y="2976626"/>
              <a:ext cx="3524250" cy="1419225"/>
            </a:xfrm>
            <a:custGeom>
              <a:avLst/>
              <a:gdLst/>
              <a:ahLst/>
              <a:cxnLst/>
              <a:rect l="l" t="t" r="r" b="b"/>
              <a:pathLst>
                <a:path w="3524250" h="1419225">
                  <a:moveTo>
                    <a:pt x="3287649" y="0"/>
                  </a:moveTo>
                  <a:lnTo>
                    <a:pt x="236474" y="0"/>
                  </a:lnTo>
                  <a:lnTo>
                    <a:pt x="188792" y="4800"/>
                  </a:lnTo>
                  <a:lnTo>
                    <a:pt x="144393" y="18571"/>
                  </a:lnTo>
                  <a:lnTo>
                    <a:pt x="104223" y="40364"/>
                  </a:lnTo>
                  <a:lnTo>
                    <a:pt x="69230" y="69230"/>
                  </a:lnTo>
                  <a:lnTo>
                    <a:pt x="40364" y="104223"/>
                  </a:lnTo>
                  <a:lnTo>
                    <a:pt x="18571" y="144393"/>
                  </a:lnTo>
                  <a:lnTo>
                    <a:pt x="4800" y="188792"/>
                  </a:lnTo>
                  <a:lnTo>
                    <a:pt x="0" y="236474"/>
                  </a:lnTo>
                  <a:lnTo>
                    <a:pt x="0" y="1182624"/>
                  </a:lnTo>
                  <a:lnTo>
                    <a:pt x="4800" y="1230310"/>
                  </a:lnTo>
                  <a:lnTo>
                    <a:pt x="18571" y="1274724"/>
                  </a:lnTo>
                  <a:lnTo>
                    <a:pt x="40364" y="1314915"/>
                  </a:lnTo>
                  <a:lnTo>
                    <a:pt x="69230" y="1349930"/>
                  </a:lnTo>
                  <a:lnTo>
                    <a:pt x="104223" y="1378820"/>
                  </a:lnTo>
                  <a:lnTo>
                    <a:pt x="144393" y="1400633"/>
                  </a:lnTo>
                  <a:lnTo>
                    <a:pt x="188792" y="1414418"/>
                  </a:lnTo>
                  <a:lnTo>
                    <a:pt x="236474" y="1419225"/>
                  </a:lnTo>
                  <a:lnTo>
                    <a:pt x="3287649" y="1419225"/>
                  </a:lnTo>
                  <a:lnTo>
                    <a:pt x="3335335" y="1414418"/>
                  </a:lnTo>
                  <a:lnTo>
                    <a:pt x="3379749" y="1400633"/>
                  </a:lnTo>
                  <a:lnTo>
                    <a:pt x="3419940" y="1378820"/>
                  </a:lnTo>
                  <a:lnTo>
                    <a:pt x="3454955" y="1349930"/>
                  </a:lnTo>
                  <a:lnTo>
                    <a:pt x="3483845" y="1314915"/>
                  </a:lnTo>
                  <a:lnTo>
                    <a:pt x="3505658" y="1274724"/>
                  </a:lnTo>
                  <a:lnTo>
                    <a:pt x="3519443" y="1230310"/>
                  </a:lnTo>
                  <a:lnTo>
                    <a:pt x="3524250" y="1182624"/>
                  </a:lnTo>
                  <a:lnTo>
                    <a:pt x="3524250" y="236474"/>
                  </a:lnTo>
                  <a:lnTo>
                    <a:pt x="3519443" y="188792"/>
                  </a:lnTo>
                  <a:lnTo>
                    <a:pt x="3505658" y="144393"/>
                  </a:lnTo>
                  <a:lnTo>
                    <a:pt x="3483845" y="104223"/>
                  </a:lnTo>
                  <a:lnTo>
                    <a:pt x="3454955" y="69230"/>
                  </a:lnTo>
                  <a:lnTo>
                    <a:pt x="3419940" y="40364"/>
                  </a:lnTo>
                  <a:lnTo>
                    <a:pt x="3379749" y="18571"/>
                  </a:lnTo>
                  <a:lnTo>
                    <a:pt x="3335335" y="4800"/>
                  </a:lnTo>
                  <a:lnTo>
                    <a:pt x="328764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348226" y="2976626"/>
              <a:ext cx="3524250" cy="1419225"/>
            </a:xfrm>
            <a:custGeom>
              <a:avLst/>
              <a:gdLst/>
              <a:ahLst/>
              <a:cxnLst/>
              <a:rect l="l" t="t" r="r" b="b"/>
              <a:pathLst>
                <a:path w="3524250" h="1419225">
                  <a:moveTo>
                    <a:pt x="0" y="236474"/>
                  </a:moveTo>
                  <a:lnTo>
                    <a:pt x="4800" y="188792"/>
                  </a:lnTo>
                  <a:lnTo>
                    <a:pt x="18571" y="144393"/>
                  </a:lnTo>
                  <a:lnTo>
                    <a:pt x="40364" y="104223"/>
                  </a:lnTo>
                  <a:lnTo>
                    <a:pt x="69230" y="69230"/>
                  </a:lnTo>
                  <a:lnTo>
                    <a:pt x="104223" y="40364"/>
                  </a:lnTo>
                  <a:lnTo>
                    <a:pt x="144393" y="18571"/>
                  </a:lnTo>
                  <a:lnTo>
                    <a:pt x="188792" y="4800"/>
                  </a:lnTo>
                  <a:lnTo>
                    <a:pt x="236474" y="0"/>
                  </a:lnTo>
                  <a:lnTo>
                    <a:pt x="3287649" y="0"/>
                  </a:lnTo>
                  <a:lnTo>
                    <a:pt x="3335335" y="4800"/>
                  </a:lnTo>
                  <a:lnTo>
                    <a:pt x="3379749" y="18571"/>
                  </a:lnTo>
                  <a:lnTo>
                    <a:pt x="3419940" y="40364"/>
                  </a:lnTo>
                  <a:lnTo>
                    <a:pt x="3454955" y="69230"/>
                  </a:lnTo>
                  <a:lnTo>
                    <a:pt x="3483845" y="104223"/>
                  </a:lnTo>
                  <a:lnTo>
                    <a:pt x="3505658" y="144393"/>
                  </a:lnTo>
                  <a:lnTo>
                    <a:pt x="3519443" y="188792"/>
                  </a:lnTo>
                  <a:lnTo>
                    <a:pt x="3524250" y="236474"/>
                  </a:lnTo>
                  <a:lnTo>
                    <a:pt x="3524250" y="1182624"/>
                  </a:lnTo>
                  <a:lnTo>
                    <a:pt x="3519443" y="1230310"/>
                  </a:lnTo>
                  <a:lnTo>
                    <a:pt x="3505658" y="1274724"/>
                  </a:lnTo>
                  <a:lnTo>
                    <a:pt x="3483845" y="1314915"/>
                  </a:lnTo>
                  <a:lnTo>
                    <a:pt x="3454955" y="1349930"/>
                  </a:lnTo>
                  <a:lnTo>
                    <a:pt x="3419940" y="1378820"/>
                  </a:lnTo>
                  <a:lnTo>
                    <a:pt x="3379749" y="1400633"/>
                  </a:lnTo>
                  <a:lnTo>
                    <a:pt x="3335335" y="1414418"/>
                  </a:lnTo>
                  <a:lnTo>
                    <a:pt x="3287649" y="1419225"/>
                  </a:lnTo>
                  <a:lnTo>
                    <a:pt x="236474" y="1419225"/>
                  </a:lnTo>
                  <a:lnTo>
                    <a:pt x="188792" y="1414418"/>
                  </a:lnTo>
                  <a:lnTo>
                    <a:pt x="144393" y="1400633"/>
                  </a:lnTo>
                  <a:lnTo>
                    <a:pt x="104223" y="1378820"/>
                  </a:lnTo>
                  <a:lnTo>
                    <a:pt x="69230" y="1349930"/>
                  </a:lnTo>
                  <a:lnTo>
                    <a:pt x="40364" y="1314915"/>
                  </a:lnTo>
                  <a:lnTo>
                    <a:pt x="18571" y="1274724"/>
                  </a:lnTo>
                  <a:lnTo>
                    <a:pt x="4800" y="1230310"/>
                  </a:lnTo>
                  <a:lnTo>
                    <a:pt x="0" y="1182624"/>
                  </a:lnTo>
                  <a:lnTo>
                    <a:pt x="0" y="2364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86250" y="2933700"/>
              <a:ext cx="185737" cy="152869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43400" y="2971800"/>
              <a:ext cx="76200" cy="1419225"/>
            </a:xfrm>
            <a:custGeom>
              <a:avLst/>
              <a:gdLst/>
              <a:ahLst/>
              <a:cxnLst/>
              <a:rect l="l" t="t" r="r" b="b"/>
              <a:pathLst>
                <a:path w="76200" h="1419225">
                  <a:moveTo>
                    <a:pt x="76200" y="0"/>
                  </a:moveTo>
                  <a:lnTo>
                    <a:pt x="0" y="0"/>
                  </a:lnTo>
                  <a:lnTo>
                    <a:pt x="0" y="1419225"/>
                  </a:lnTo>
                  <a:lnTo>
                    <a:pt x="76200" y="14192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4626990" y="3136328"/>
            <a:ext cx="13735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Secure</a:t>
            </a:r>
            <a:r>
              <a:rPr dirty="0" sz="1500" spc="-7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transport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26990" y="3557651"/>
            <a:ext cx="2528570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HTTPS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/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SSL-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TLS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protects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information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in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transit.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039100" y="2933700"/>
            <a:ext cx="3605529" cy="1529080"/>
            <a:chOff x="8039100" y="2933700"/>
            <a:chExt cx="3605529" cy="152908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67638" y="2962185"/>
              <a:ext cx="3576774" cy="149074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101076" y="2976626"/>
              <a:ext cx="3514725" cy="1419225"/>
            </a:xfrm>
            <a:custGeom>
              <a:avLst/>
              <a:gdLst/>
              <a:ahLst/>
              <a:cxnLst/>
              <a:rect l="l" t="t" r="r" b="b"/>
              <a:pathLst>
                <a:path w="3514725" h="1419225">
                  <a:moveTo>
                    <a:pt x="3278124" y="0"/>
                  </a:moveTo>
                  <a:lnTo>
                    <a:pt x="236474" y="0"/>
                  </a:lnTo>
                  <a:lnTo>
                    <a:pt x="188792" y="4800"/>
                  </a:lnTo>
                  <a:lnTo>
                    <a:pt x="144393" y="18571"/>
                  </a:lnTo>
                  <a:lnTo>
                    <a:pt x="104223" y="40364"/>
                  </a:lnTo>
                  <a:lnTo>
                    <a:pt x="69230" y="69230"/>
                  </a:lnTo>
                  <a:lnTo>
                    <a:pt x="40364" y="104223"/>
                  </a:lnTo>
                  <a:lnTo>
                    <a:pt x="18571" y="144393"/>
                  </a:lnTo>
                  <a:lnTo>
                    <a:pt x="4800" y="188792"/>
                  </a:lnTo>
                  <a:lnTo>
                    <a:pt x="0" y="236474"/>
                  </a:lnTo>
                  <a:lnTo>
                    <a:pt x="0" y="1182624"/>
                  </a:lnTo>
                  <a:lnTo>
                    <a:pt x="4800" y="1230310"/>
                  </a:lnTo>
                  <a:lnTo>
                    <a:pt x="18571" y="1274724"/>
                  </a:lnTo>
                  <a:lnTo>
                    <a:pt x="40364" y="1314915"/>
                  </a:lnTo>
                  <a:lnTo>
                    <a:pt x="69230" y="1349930"/>
                  </a:lnTo>
                  <a:lnTo>
                    <a:pt x="104223" y="1378820"/>
                  </a:lnTo>
                  <a:lnTo>
                    <a:pt x="144393" y="1400633"/>
                  </a:lnTo>
                  <a:lnTo>
                    <a:pt x="188792" y="1414418"/>
                  </a:lnTo>
                  <a:lnTo>
                    <a:pt x="236474" y="1419225"/>
                  </a:lnTo>
                  <a:lnTo>
                    <a:pt x="3278124" y="1419225"/>
                  </a:lnTo>
                  <a:lnTo>
                    <a:pt x="3325810" y="1414418"/>
                  </a:lnTo>
                  <a:lnTo>
                    <a:pt x="3370224" y="1400633"/>
                  </a:lnTo>
                  <a:lnTo>
                    <a:pt x="3410415" y="1378820"/>
                  </a:lnTo>
                  <a:lnTo>
                    <a:pt x="3445430" y="1349930"/>
                  </a:lnTo>
                  <a:lnTo>
                    <a:pt x="3474320" y="1314915"/>
                  </a:lnTo>
                  <a:lnTo>
                    <a:pt x="3496133" y="1274724"/>
                  </a:lnTo>
                  <a:lnTo>
                    <a:pt x="3509918" y="1230310"/>
                  </a:lnTo>
                  <a:lnTo>
                    <a:pt x="3514725" y="1182624"/>
                  </a:lnTo>
                  <a:lnTo>
                    <a:pt x="3514725" y="236474"/>
                  </a:lnTo>
                  <a:lnTo>
                    <a:pt x="3509918" y="188792"/>
                  </a:lnTo>
                  <a:lnTo>
                    <a:pt x="3496133" y="144393"/>
                  </a:lnTo>
                  <a:lnTo>
                    <a:pt x="3474320" y="104223"/>
                  </a:lnTo>
                  <a:lnTo>
                    <a:pt x="3445430" y="69230"/>
                  </a:lnTo>
                  <a:lnTo>
                    <a:pt x="3410415" y="40364"/>
                  </a:lnTo>
                  <a:lnTo>
                    <a:pt x="3370224" y="18571"/>
                  </a:lnTo>
                  <a:lnTo>
                    <a:pt x="3325810" y="4800"/>
                  </a:lnTo>
                  <a:lnTo>
                    <a:pt x="32781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101076" y="2976626"/>
              <a:ext cx="3514725" cy="1419225"/>
            </a:xfrm>
            <a:custGeom>
              <a:avLst/>
              <a:gdLst/>
              <a:ahLst/>
              <a:cxnLst/>
              <a:rect l="l" t="t" r="r" b="b"/>
              <a:pathLst>
                <a:path w="3514725" h="1419225">
                  <a:moveTo>
                    <a:pt x="0" y="236474"/>
                  </a:moveTo>
                  <a:lnTo>
                    <a:pt x="4800" y="188792"/>
                  </a:lnTo>
                  <a:lnTo>
                    <a:pt x="18571" y="144393"/>
                  </a:lnTo>
                  <a:lnTo>
                    <a:pt x="40364" y="104223"/>
                  </a:lnTo>
                  <a:lnTo>
                    <a:pt x="69230" y="69230"/>
                  </a:lnTo>
                  <a:lnTo>
                    <a:pt x="104223" y="40364"/>
                  </a:lnTo>
                  <a:lnTo>
                    <a:pt x="144393" y="18571"/>
                  </a:lnTo>
                  <a:lnTo>
                    <a:pt x="188792" y="4800"/>
                  </a:lnTo>
                  <a:lnTo>
                    <a:pt x="236474" y="0"/>
                  </a:lnTo>
                  <a:lnTo>
                    <a:pt x="3278124" y="0"/>
                  </a:lnTo>
                  <a:lnTo>
                    <a:pt x="3325810" y="4800"/>
                  </a:lnTo>
                  <a:lnTo>
                    <a:pt x="3370224" y="18571"/>
                  </a:lnTo>
                  <a:lnTo>
                    <a:pt x="3410415" y="40364"/>
                  </a:lnTo>
                  <a:lnTo>
                    <a:pt x="3445430" y="69230"/>
                  </a:lnTo>
                  <a:lnTo>
                    <a:pt x="3474320" y="104223"/>
                  </a:lnTo>
                  <a:lnTo>
                    <a:pt x="3496133" y="144393"/>
                  </a:lnTo>
                  <a:lnTo>
                    <a:pt x="3509918" y="188792"/>
                  </a:lnTo>
                  <a:lnTo>
                    <a:pt x="3514725" y="236474"/>
                  </a:lnTo>
                  <a:lnTo>
                    <a:pt x="3514725" y="1182624"/>
                  </a:lnTo>
                  <a:lnTo>
                    <a:pt x="3509918" y="1230310"/>
                  </a:lnTo>
                  <a:lnTo>
                    <a:pt x="3496133" y="1274724"/>
                  </a:lnTo>
                  <a:lnTo>
                    <a:pt x="3474320" y="1314915"/>
                  </a:lnTo>
                  <a:lnTo>
                    <a:pt x="3445430" y="1349930"/>
                  </a:lnTo>
                  <a:lnTo>
                    <a:pt x="3410415" y="1378820"/>
                  </a:lnTo>
                  <a:lnTo>
                    <a:pt x="3370224" y="1400633"/>
                  </a:lnTo>
                  <a:lnTo>
                    <a:pt x="3325810" y="1414418"/>
                  </a:lnTo>
                  <a:lnTo>
                    <a:pt x="3278124" y="1419225"/>
                  </a:lnTo>
                  <a:lnTo>
                    <a:pt x="236474" y="1419225"/>
                  </a:lnTo>
                  <a:lnTo>
                    <a:pt x="188792" y="1414418"/>
                  </a:lnTo>
                  <a:lnTo>
                    <a:pt x="144393" y="1400633"/>
                  </a:lnTo>
                  <a:lnTo>
                    <a:pt x="104223" y="1378820"/>
                  </a:lnTo>
                  <a:lnTo>
                    <a:pt x="69230" y="1349930"/>
                  </a:lnTo>
                  <a:lnTo>
                    <a:pt x="40364" y="1314915"/>
                  </a:lnTo>
                  <a:lnTo>
                    <a:pt x="18571" y="1274724"/>
                  </a:lnTo>
                  <a:lnTo>
                    <a:pt x="4800" y="1230310"/>
                  </a:lnTo>
                  <a:lnTo>
                    <a:pt x="0" y="1182624"/>
                  </a:lnTo>
                  <a:lnTo>
                    <a:pt x="0" y="2364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9100" y="2933700"/>
              <a:ext cx="176212" cy="152869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096250" y="2971800"/>
              <a:ext cx="66675" cy="1419225"/>
            </a:xfrm>
            <a:custGeom>
              <a:avLst/>
              <a:gdLst/>
              <a:ahLst/>
              <a:cxnLst/>
              <a:rect l="l" t="t" r="r" b="b"/>
              <a:pathLst>
                <a:path w="66675" h="1419225">
                  <a:moveTo>
                    <a:pt x="66675" y="0"/>
                  </a:moveTo>
                  <a:lnTo>
                    <a:pt x="0" y="0"/>
                  </a:lnTo>
                  <a:lnTo>
                    <a:pt x="0" y="1419225"/>
                  </a:lnTo>
                  <a:lnTo>
                    <a:pt x="66675" y="14192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8378825" y="3136328"/>
            <a:ext cx="120078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Accountability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12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8378825" y="3557651"/>
            <a:ext cx="298640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Immutable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logs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capture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critical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activities,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timestamps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IP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addresses.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57262" y="4985956"/>
            <a:ext cx="908939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Architecture</a:t>
            </a:r>
            <a:r>
              <a:rPr dirty="0" sz="1400" spc="-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also</a:t>
            </a:r>
            <a:r>
              <a:rPr dirty="0" sz="14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includes</a:t>
            </a:r>
            <a:r>
              <a:rPr dirty="0" sz="14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22C39"/>
                </a:solidFill>
                <a:latin typeface="Tahoma"/>
                <a:cs typeface="Tahoma"/>
              </a:rPr>
              <a:t>barcode/RFID</a:t>
            </a:r>
            <a:r>
              <a:rPr dirty="0" sz="1400" spc="-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22C39"/>
                </a:solidFill>
                <a:latin typeface="Tahoma"/>
                <a:cs typeface="Tahoma"/>
              </a:rPr>
              <a:t>hardware,</a:t>
            </a:r>
            <a:r>
              <a:rPr dirty="0" sz="14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label</a:t>
            </a:r>
            <a:r>
              <a:rPr dirty="0" sz="14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22C39"/>
                </a:solidFill>
                <a:latin typeface="Tahoma"/>
                <a:cs typeface="Tahoma"/>
              </a:rPr>
              <a:t>printing,</a:t>
            </a:r>
            <a:r>
              <a:rPr dirty="0" sz="14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222C39"/>
                </a:solidFill>
                <a:latin typeface="Tahoma"/>
                <a:cs typeface="Tahoma"/>
              </a:rPr>
              <a:t>firewall/VPN/WAF,</a:t>
            </a:r>
            <a:r>
              <a:rPr dirty="0" sz="14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offsite</a:t>
            </a:r>
            <a:r>
              <a:rPr dirty="0" sz="14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backup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 and</a:t>
            </a:r>
            <a:r>
              <a:rPr dirty="0" sz="14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cloud</a:t>
            </a:r>
            <a:r>
              <a:rPr dirty="0" sz="14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vaulting.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System</a:t>
            </a:r>
            <a:r>
              <a:rPr dirty="0" spc="-280"/>
              <a:t> </a:t>
            </a:r>
            <a:r>
              <a:rPr dirty="0" spc="-65"/>
              <a:t>Design</a:t>
            </a:r>
            <a:r>
              <a:rPr dirty="0" spc="-240"/>
              <a:t> </a:t>
            </a:r>
            <a:r>
              <a:rPr dirty="0" spc="495"/>
              <a:t>—</a:t>
            </a:r>
            <a:r>
              <a:rPr dirty="0" spc="-250"/>
              <a:t> </a:t>
            </a:r>
            <a:r>
              <a:rPr dirty="0" spc="-80"/>
              <a:t>User</a:t>
            </a:r>
            <a:r>
              <a:rPr dirty="0" spc="-285"/>
              <a:t> </a:t>
            </a:r>
            <a:r>
              <a:rPr dirty="0" spc="-135"/>
              <a:t>Interface</a:t>
            </a:r>
            <a:r>
              <a:rPr dirty="0" spc="-300"/>
              <a:t> </a:t>
            </a:r>
            <a:r>
              <a:rPr dirty="0" spc="-10"/>
              <a:t>Showcase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63934" y="353440"/>
            <a:ext cx="3797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25" b="1">
                <a:solidFill>
                  <a:srgbClr val="008F95"/>
                </a:solidFill>
                <a:latin typeface="Trebuchet MS"/>
                <a:cs typeface="Trebuchet MS"/>
              </a:rPr>
              <a:t>UX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7828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provides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UI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journey</a:t>
            </a:r>
            <a:r>
              <a:rPr dirty="0" sz="12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landing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page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through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Doctor,</a:t>
            </a:r>
            <a:r>
              <a:rPr dirty="0" sz="1200" spc="-1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Admin,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Patient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Pharmacist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modules.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81025" y="1285875"/>
            <a:ext cx="3567429" cy="1624330"/>
            <a:chOff x="581025" y="1285875"/>
            <a:chExt cx="3567429" cy="16243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62" y="1314241"/>
              <a:ext cx="3538675" cy="15861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2937" y="1328801"/>
              <a:ext cx="3477260" cy="1514475"/>
            </a:xfrm>
            <a:custGeom>
              <a:avLst/>
              <a:gdLst/>
              <a:ahLst/>
              <a:cxnLst/>
              <a:rect l="l" t="t" r="r" b="b"/>
              <a:pathLst>
                <a:path w="3477260" h="1514475">
                  <a:moveTo>
                    <a:pt x="3224212" y="0"/>
                  </a:moveTo>
                  <a:lnTo>
                    <a:pt x="252412" y="0"/>
                  </a:lnTo>
                  <a:lnTo>
                    <a:pt x="207043" y="4063"/>
                  </a:lnTo>
                  <a:lnTo>
                    <a:pt x="164340" y="15778"/>
                  </a:lnTo>
                  <a:lnTo>
                    <a:pt x="125018" y="34435"/>
                  </a:lnTo>
                  <a:lnTo>
                    <a:pt x="89789" y="59323"/>
                  </a:lnTo>
                  <a:lnTo>
                    <a:pt x="59367" y="89731"/>
                  </a:lnTo>
                  <a:lnTo>
                    <a:pt x="34463" y="124949"/>
                  </a:lnTo>
                  <a:lnTo>
                    <a:pt x="15792" y="164265"/>
                  </a:lnTo>
                  <a:lnTo>
                    <a:pt x="4066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6" y="1307383"/>
                  </a:lnTo>
                  <a:lnTo>
                    <a:pt x="15792" y="1350099"/>
                  </a:lnTo>
                  <a:lnTo>
                    <a:pt x="34463" y="1389431"/>
                  </a:lnTo>
                  <a:lnTo>
                    <a:pt x="59367" y="1424669"/>
                  </a:lnTo>
                  <a:lnTo>
                    <a:pt x="89789" y="1455098"/>
                  </a:lnTo>
                  <a:lnTo>
                    <a:pt x="125018" y="1480006"/>
                  </a:lnTo>
                  <a:lnTo>
                    <a:pt x="164340" y="1498680"/>
                  </a:lnTo>
                  <a:lnTo>
                    <a:pt x="207043" y="1510407"/>
                  </a:lnTo>
                  <a:lnTo>
                    <a:pt x="252412" y="1514475"/>
                  </a:lnTo>
                  <a:lnTo>
                    <a:pt x="3224212" y="1514475"/>
                  </a:lnTo>
                  <a:lnTo>
                    <a:pt x="3269597" y="1510407"/>
                  </a:lnTo>
                  <a:lnTo>
                    <a:pt x="3312312" y="1498680"/>
                  </a:lnTo>
                  <a:lnTo>
                    <a:pt x="3351645" y="1480006"/>
                  </a:lnTo>
                  <a:lnTo>
                    <a:pt x="3386882" y="1455098"/>
                  </a:lnTo>
                  <a:lnTo>
                    <a:pt x="3417311" y="1424669"/>
                  </a:lnTo>
                  <a:lnTo>
                    <a:pt x="3442219" y="1389431"/>
                  </a:lnTo>
                  <a:lnTo>
                    <a:pt x="3460893" y="1350099"/>
                  </a:lnTo>
                  <a:lnTo>
                    <a:pt x="3472621" y="1307383"/>
                  </a:lnTo>
                  <a:lnTo>
                    <a:pt x="3476688" y="1261999"/>
                  </a:lnTo>
                  <a:lnTo>
                    <a:pt x="3476688" y="252349"/>
                  </a:lnTo>
                  <a:lnTo>
                    <a:pt x="3472621" y="206968"/>
                  </a:lnTo>
                  <a:lnTo>
                    <a:pt x="3460893" y="164265"/>
                  </a:lnTo>
                  <a:lnTo>
                    <a:pt x="3442219" y="124949"/>
                  </a:lnTo>
                  <a:lnTo>
                    <a:pt x="3417311" y="89731"/>
                  </a:lnTo>
                  <a:lnTo>
                    <a:pt x="3386882" y="59323"/>
                  </a:lnTo>
                  <a:lnTo>
                    <a:pt x="3351645" y="34435"/>
                  </a:lnTo>
                  <a:lnTo>
                    <a:pt x="3312312" y="15778"/>
                  </a:lnTo>
                  <a:lnTo>
                    <a:pt x="3269597" y="4063"/>
                  </a:lnTo>
                  <a:lnTo>
                    <a:pt x="3224212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2937" y="1328801"/>
              <a:ext cx="3477260" cy="1514475"/>
            </a:xfrm>
            <a:custGeom>
              <a:avLst/>
              <a:gdLst/>
              <a:ahLst/>
              <a:cxnLst/>
              <a:rect l="l" t="t" r="r" b="b"/>
              <a:pathLst>
                <a:path w="3477260" h="1514475">
                  <a:moveTo>
                    <a:pt x="0" y="252349"/>
                  </a:moveTo>
                  <a:lnTo>
                    <a:pt x="4066" y="206968"/>
                  </a:lnTo>
                  <a:lnTo>
                    <a:pt x="15792" y="164265"/>
                  </a:lnTo>
                  <a:lnTo>
                    <a:pt x="34463" y="124949"/>
                  </a:lnTo>
                  <a:lnTo>
                    <a:pt x="59367" y="89731"/>
                  </a:lnTo>
                  <a:lnTo>
                    <a:pt x="89789" y="59323"/>
                  </a:lnTo>
                  <a:lnTo>
                    <a:pt x="125018" y="34435"/>
                  </a:lnTo>
                  <a:lnTo>
                    <a:pt x="164340" y="15778"/>
                  </a:lnTo>
                  <a:lnTo>
                    <a:pt x="207043" y="4063"/>
                  </a:lnTo>
                  <a:lnTo>
                    <a:pt x="252412" y="0"/>
                  </a:lnTo>
                  <a:lnTo>
                    <a:pt x="3224212" y="0"/>
                  </a:lnTo>
                  <a:lnTo>
                    <a:pt x="3269597" y="4063"/>
                  </a:lnTo>
                  <a:lnTo>
                    <a:pt x="3312312" y="15778"/>
                  </a:lnTo>
                  <a:lnTo>
                    <a:pt x="3351645" y="34435"/>
                  </a:lnTo>
                  <a:lnTo>
                    <a:pt x="3386882" y="59323"/>
                  </a:lnTo>
                  <a:lnTo>
                    <a:pt x="3417311" y="89731"/>
                  </a:lnTo>
                  <a:lnTo>
                    <a:pt x="3442219" y="124949"/>
                  </a:lnTo>
                  <a:lnTo>
                    <a:pt x="3460893" y="164265"/>
                  </a:lnTo>
                  <a:lnTo>
                    <a:pt x="3472621" y="206968"/>
                  </a:lnTo>
                  <a:lnTo>
                    <a:pt x="3476688" y="252349"/>
                  </a:lnTo>
                  <a:lnTo>
                    <a:pt x="3476688" y="1261999"/>
                  </a:lnTo>
                  <a:lnTo>
                    <a:pt x="3472621" y="1307383"/>
                  </a:lnTo>
                  <a:lnTo>
                    <a:pt x="3460893" y="1350099"/>
                  </a:lnTo>
                  <a:lnTo>
                    <a:pt x="3442219" y="1389431"/>
                  </a:lnTo>
                  <a:lnTo>
                    <a:pt x="3417311" y="1424669"/>
                  </a:lnTo>
                  <a:lnTo>
                    <a:pt x="3386882" y="1455098"/>
                  </a:lnTo>
                  <a:lnTo>
                    <a:pt x="3351645" y="1480006"/>
                  </a:lnTo>
                  <a:lnTo>
                    <a:pt x="3312312" y="1498680"/>
                  </a:lnTo>
                  <a:lnTo>
                    <a:pt x="3269597" y="1510407"/>
                  </a:lnTo>
                  <a:lnTo>
                    <a:pt x="3224212" y="1514475"/>
                  </a:lnTo>
                  <a:lnTo>
                    <a:pt x="252412" y="1514475"/>
                  </a:lnTo>
                  <a:lnTo>
                    <a:pt x="207043" y="1510407"/>
                  </a:lnTo>
                  <a:lnTo>
                    <a:pt x="164340" y="1498680"/>
                  </a:lnTo>
                  <a:lnTo>
                    <a:pt x="125018" y="1480006"/>
                  </a:lnTo>
                  <a:lnTo>
                    <a:pt x="89789" y="1455098"/>
                  </a:lnTo>
                  <a:lnTo>
                    <a:pt x="59367" y="1424669"/>
                  </a:lnTo>
                  <a:lnTo>
                    <a:pt x="34463" y="1389431"/>
                  </a:lnTo>
                  <a:lnTo>
                    <a:pt x="15792" y="1350099"/>
                  </a:lnTo>
                  <a:lnTo>
                    <a:pt x="4066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" y="1285875"/>
              <a:ext cx="185737" cy="16239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8175" y="1323975"/>
              <a:ext cx="76200" cy="1514475"/>
            </a:xfrm>
            <a:custGeom>
              <a:avLst/>
              <a:gdLst/>
              <a:ahLst/>
              <a:cxnLst/>
              <a:rect l="l" t="t" r="r" b="b"/>
              <a:pathLst>
                <a:path w="76200" h="1514475">
                  <a:moveTo>
                    <a:pt x="76200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76200" y="15144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20750" y="1488122"/>
            <a:ext cx="13265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Public</a:t>
            </a:r>
            <a:r>
              <a:rPr dirty="0" sz="1500" spc="-14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3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Access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0750" y="1910036"/>
            <a:ext cx="2712085" cy="5594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2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Landing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page,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services,</a:t>
            </a:r>
            <a:r>
              <a:rPr dirty="0" sz="11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login,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staff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role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selection,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password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reset,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OTP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verification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registration.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14825" y="1285875"/>
            <a:ext cx="3567429" cy="1624330"/>
            <a:chOff x="4314825" y="1285875"/>
            <a:chExt cx="3567429" cy="162433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362" y="1314241"/>
              <a:ext cx="3538675" cy="15861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76801" y="1328801"/>
              <a:ext cx="3476625" cy="1514475"/>
            </a:xfrm>
            <a:custGeom>
              <a:avLst/>
              <a:gdLst/>
              <a:ahLst/>
              <a:cxnLst/>
              <a:rect l="l" t="t" r="r" b="b"/>
              <a:pathLst>
                <a:path w="3476625" h="1514475">
                  <a:moveTo>
                    <a:pt x="3224149" y="0"/>
                  </a:moveTo>
                  <a:lnTo>
                    <a:pt x="252349" y="0"/>
                  </a:lnTo>
                  <a:lnTo>
                    <a:pt x="206968" y="4063"/>
                  </a:lnTo>
                  <a:lnTo>
                    <a:pt x="164265" y="15778"/>
                  </a:lnTo>
                  <a:lnTo>
                    <a:pt x="124949" y="34435"/>
                  </a:lnTo>
                  <a:lnTo>
                    <a:pt x="89731" y="59323"/>
                  </a:lnTo>
                  <a:lnTo>
                    <a:pt x="59323" y="89731"/>
                  </a:lnTo>
                  <a:lnTo>
                    <a:pt x="34435" y="124949"/>
                  </a:lnTo>
                  <a:lnTo>
                    <a:pt x="15778" y="164265"/>
                  </a:lnTo>
                  <a:lnTo>
                    <a:pt x="4063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3" y="1307383"/>
                  </a:lnTo>
                  <a:lnTo>
                    <a:pt x="15778" y="1350099"/>
                  </a:lnTo>
                  <a:lnTo>
                    <a:pt x="34435" y="1389431"/>
                  </a:lnTo>
                  <a:lnTo>
                    <a:pt x="59323" y="1424669"/>
                  </a:lnTo>
                  <a:lnTo>
                    <a:pt x="89731" y="1455098"/>
                  </a:lnTo>
                  <a:lnTo>
                    <a:pt x="124949" y="1480006"/>
                  </a:lnTo>
                  <a:lnTo>
                    <a:pt x="164265" y="1498680"/>
                  </a:lnTo>
                  <a:lnTo>
                    <a:pt x="206968" y="1510407"/>
                  </a:lnTo>
                  <a:lnTo>
                    <a:pt x="252349" y="1514475"/>
                  </a:lnTo>
                  <a:lnTo>
                    <a:pt x="3224149" y="1514475"/>
                  </a:lnTo>
                  <a:lnTo>
                    <a:pt x="3269533" y="1510407"/>
                  </a:lnTo>
                  <a:lnTo>
                    <a:pt x="3312249" y="1498680"/>
                  </a:lnTo>
                  <a:lnTo>
                    <a:pt x="3351581" y="1480006"/>
                  </a:lnTo>
                  <a:lnTo>
                    <a:pt x="3386819" y="1455098"/>
                  </a:lnTo>
                  <a:lnTo>
                    <a:pt x="3417248" y="1424669"/>
                  </a:lnTo>
                  <a:lnTo>
                    <a:pt x="3442156" y="1389431"/>
                  </a:lnTo>
                  <a:lnTo>
                    <a:pt x="3460830" y="1350099"/>
                  </a:lnTo>
                  <a:lnTo>
                    <a:pt x="3472557" y="1307383"/>
                  </a:lnTo>
                  <a:lnTo>
                    <a:pt x="3476625" y="1261999"/>
                  </a:lnTo>
                  <a:lnTo>
                    <a:pt x="3476625" y="252349"/>
                  </a:lnTo>
                  <a:lnTo>
                    <a:pt x="3472557" y="206968"/>
                  </a:lnTo>
                  <a:lnTo>
                    <a:pt x="3460830" y="164265"/>
                  </a:lnTo>
                  <a:lnTo>
                    <a:pt x="3442156" y="124949"/>
                  </a:lnTo>
                  <a:lnTo>
                    <a:pt x="3417248" y="89731"/>
                  </a:lnTo>
                  <a:lnTo>
                    <a:pt x="3386819" y="59323"/>
                  </a:lnTo>
                  <a:lnTo>
                    <a:pt x="3351581" y="34435"/>
                  </a:lnTo>
                  <a:lnTo>
                    <a:pt x="3312249" y="15778"/>
                  </a:lnTo>
                  <a:lnTo>
                    <a:pt x="3269533" y="4063"/>
                  </a:lnTo>
                  <a:lnTo>
                    <a:pt x="322414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76801" y="1328801"/>
              <a:ext cx="3476625" cy="1514475"/>
            </a:xfrm>
            <a:custGeom>
              <a:avLst/>
              <a:gdLst/>
              <a:ahLst/>
              <a:cxnLst/>
              <a:rect l="l" t="t" r="r" b="b"/>
              <a:pathLst>
                <a:path w="3476625" h="1514475">
                  <a:moveTo>
                    <a:pt x="0" y="252349"/>
                  </a:moveTo>
                  <a:lnTo>
                    <a:pt x="4063" y="206968"/>
                  </a:lnTo>
                  <a:lnTo>
                    <a:pt x="15778" y="164265"/>
                  </a:lnTo>
                  <a:lnTo>
                    <a:pt x="34435" y="124949"/>
                  </a:lnTo>
                  <a:lnTo>
                    <a:pt x="59323" y="89731"/>
                  </a:lnTo>
                  <a:lnTo>
                    <a:pt x="89731" y="59323"/>
                  </a:lnTo>
                  <a:lnTo>
                    <a:pt x="124949" y="34435"/>
                  </a:lnTo>
                  <a:lnTo>
                    <a:pt x="164265" y="15778"/>
                  </a:lnTo>
                  <a:lnTo>
                    <a:pt x="206968" y="4063"/>
                  </a:lnTo>
                  <a:lnTo>
                    <a:pt x="252349" y="0"/>
                  </a:lnTo>
                  <a:lnTo>
                    <a:pt x="3224149" y="0"/>
                  </a:lnTo>
                  <a:lnTo>
                    <a:pt x="3269533" y="4063"/>
                  </a:lnTo>
                  <a:lnTo>
                    <a:pt x="3312249" y="15778"/>
                  </a:lnTo>
                  <a:lnTo>
                    <a:pt x="3351581" y="34435"/>
                  </a:lnTo>
                  <a:lnTo>
                    <a:pt x="3386819" y="59323"/>
                  </a:lnTo>
                  <a:lnTo>
                    <a:pt x="3417248" y="89731"/>
                  </a:lnTo>
                  <a:lnTo>
                    <a:pt x="3442156" y="124949"/>
                  </a:lnTo>
                  <a:lnTo>
                    <a:pt x="3460830" y="164265"/>
                  </a:lnTo>
                  <a:lnTo>
                    <a:pt x="3472557" y="206968"/>
                  </a:lnTo>
                  <a:lnTo>
                    <a:pt x="3476625" y="252349"/>
                  </a:lnTo>
                  <a:lnTo>
                    <a:pt x="3476625" y="1261999"/>
                  </a:lnTo>
                  <a:lnTo>
                    <a:pt x="3472557" y="1307383"/>
                  </a:lnTo>
                  <a:lnTo>
                    <a:pt x="3460830" y="1350099"/>
                  </a:lnTo>
                  <a:lnTo>
                    <a:pt x="3442156" y="1389431"/>
                  </a:lnTo>
                  <a:lnTo>
                    <a:pt x="3417248" y="1424669"/>
                  </a:lnTo>
                  <a:lnTo>
                    <a:pt x="3386819" y="1455098"/>
                  </a:lnTo>
                  <a:lnTo>
                    <a:pt x="3351581" y="1480006"/>
                  </a:lnTo>
                  <a:lnTo>
                    <a:pt x="3312249" y="1498680"/>
                  </a:lnTo>
                  <a:lnTo>
                    <a:pt x="3269533" y="1510407"/>
                  </a:lnTo>
                  <a:lnTo>
                    <a:pt x="3224149" y="1514475"/>
                  </a:lnTo>
                  <a:lnTo>
                    <a:pt x="252349" y="1514475"/>
                  </a:lnTo>
                  <a:lnTo>
                    <a:pt x="206968" y="1510407"/>
                  </a:lnTo>
                  <a:lnTo>
                    <a:pt x="164265" y="1498680"/>
                  </a:lnTo>
                  <a:lnTo>
                    <a:pt x="124949" y="1480006"/>
                  </a:lnTo>
                  <a:lnTo>
                    <a:pt x="89731" y="1455098"/>
                  </a:lnTo>
                  <a:lnTo>
                    <a:pt x="59323" y="1424669"/>
                  </a:lnTo>
                  <a:lnTo>
                    <a:pt x="34435" y="1389431"/>
                  </a:lnTo>
                  <a:lnTo>
                    <a:pt x="15778" y="1350099"/>
                  </a:lnTo>
                  <a:lnTo>
                    <a:pt x="4063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4825" y="1285875"/>
              <a:ext cx="185737" cy="16239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71975" y="1323975"/>
              <a:ext cx="76200" cy="1514475"/>
            </a:xfrm>
            <a:custGeom>
              <a:avLst/>
              <a:gdLst/>
              <a:ahLst/>
              <a:cxnLst/>
              <a:rect l="l" t="t" r="r" b="b"/>
              <a:pathLst>
                <a:path w="76200" h="1514475">
                  <a:moveTo>
                    <a:pt x="76200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76200" y="15144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54296" y="1488122"/>
            <a:ext cx="5873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0" b="1">
                <a:solidFill>
                  <a:srgbClr val="122239"/>
                </a:solidFill>
                <a:latin typeface="Trebuchet MS"/>
                <a:cs typeface="Trebuchet MS"/>
              </a:rPr>
              <a:t>Doctor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4296" y="1910036"/>
            <a:ext cx="2805430" cy="38735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Dashboard,</a:t>
            </a:r>
            <a:r>
              <a:rPr dirty="0" sz="11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patient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reports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prescription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creation/editing</a:t>
            </a:r>
            <a:r>
              <a:rPr dirty="0" sz="11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with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digital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signature.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48625" y="1285875"/>
            <a:ext cx="3557904" cy="1624330"/>
            <a:chOff x="8048625" y="1285875"/>
            <a:chExt cx="3557904" cy="162433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7162" y="1314241"/>
              <a:ext cx="3529150" cy="15861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10601" y="1328801"/>
              <a:ext cx="3467100" cy="1514475"/>
            </a:xfrm>
            <a:custGeom>
              <a:avLst/>
              <a:gdLst/>
              <a:ahLst/>
              <a:cxnLst/>
              <a:rect l="l" t="t" r="r" b="b"/>
              <a:pathLst>
                <a:path w="3467100" h="1514475">
                  <a:moveTo>
                    <a:pt x="3214624" y="0"/>
                  </a:moveTo>
                  <a:lnTo>
                    <a:pt x="252349" y="0"/>
                  </a:lnTo>
                  <a:lnTo>
                    <a:pt x="206968" y="4063"/>
                  </a:lnTo>
                  <a:lnTo>
                    <a:pt x="164265" y="15778"/>
                  </a:lnTo>
                  <a:lnTo>
                    <a:pt x="124949" y="34435"/>
                  </a:lnTo>
                  <a:lnTo>
                    <a:pt x="89731" y="59323"/>
                  </a:lnTo>
                  <a:lnTo>
                    <a:pt x="59323" y="89731"/>
                  </a:lnTo>
                  <a:lnTo>
                    <a:pt x="34435" y="124949"/>
                  </a:lnTo>
                  <a:lnTo>
                    <a:pt x="15778" y="164265"/>
                  </a:lnTo>
                  <a:lnTo>
                    <a:pt x="4063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3" y="1307383"/>
                  </a:lnTo>
                  <a:lnTo>
                    <a:pt x="15778" y="1350099"/>
                  </a:lnTo>
                  <a:lnTo>
                    <a:pt x="34435" y="1389431"/>
                  </a:lnTo>
                  <a:lnTo>
                    <a:pt x="59323" y="1424669"/>
                  </a:lnTo>
                  <a:lnTo>
                    <a:pt x="89731" y="1455098"/>
                  </a:lnTo>
                  <a:lnTo>
                    <a:pt x="124949" y="1480006"/>
                  </a:lnTo>
                  <a:lnTo>
                    <a:pt x="164265" y="1498680"/>
                  </a:lnTo>
                  <a:lnTo>
                    <a:pt x="206968" y="1510407"/>
                  </a:lnTo>
                  <a:lnTo>
                    <a:pt x="252349" y="1514475"/>
                  </a:lnTo>
                  <a:lnTo>
                    <a:pt x="3214624" y="1514475"/>
                  </a:lnTo>
                  <a:lnTo>
                    <a:pt x="3260008" y="1510407"/>
                  </a:lnTo>
                  <a:lnTo>
                    <a:pt x="3302724" y="1498680"/>
                  </a:lnTo>
                  <a:lnTo>
                    <a:pt x="3342056" y="1480006"/>
                  </a:lnTo>
                  <a:lnTo>
                    <a:pt x="3377294" y="1455098"/>
                  </a:lnTo>
                  <a:lnTo>
                    <a:pt x="3407723" y="1424669"/>
                  </a:lnTo>
                  <a:lnTo>
                    <a:pt x="3432631" y="1389431"/>
                  </a:lnTo>
                  <a:lnTo>
                    <a:pt x="3451305" y="1350099"/>
                  </a:lnTo>
                  <a:lnTo>
                    <a:pt x="3463032" y="1307383"/>
                  </a:lnTo>
                  <a:lnTo>
                    <a:pt x="3467100" y="1261999"/>
                  </a:lnTo>
                  <a:lnTo>
                    <a:pt x="3467100" y="252349"/>
                  </a:lnTo>
                  <a:lnTo>
                    <a:pt x="3463032" y="206968"/>
                  </a:lnTo>
                  <a:lnTo>
                    <a:pt x="3451305" y="164265"/>
                  </a:lnTo>
                  <a:lnTo>
                    <a:pt x="3432631" y="124949"/>
                  </a:lnTo>
                  <a:lnTo>
                    <a:pt x="3407723" y="89731"/>
                  </a:lnTo>
                  <a:lnTo>
                    <a:pt x="3377294" y="59323"/>
                  </a:lnTo>
                  <a:lnTo>
                    <a:pt x="3342056" y="34435"/>
                  </a:lnTo>
                  <a:lnTo>
                    <a:pt x="3302724" y="15778"/>
                  </a:lnTo>
                  <a:lnTo>
                    <a:pt x="3260008" y="4063"/>
                  </a:lnTo>
                  <a:lnTo>
                    <a:pt x="32146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110601" y="1328801"/>
              <a:ext cx="3467100" cy="1514475"/>
            </a:xfrm>
            <a:custGeom>
              <a:avLst/>
              <a:gdLst/>
              <a:ahLst/>
              <a:cxnLst/>
              <a:rect l="l" t="t" r="r" b="b"/>
              <a:pathLst>
                <a:path w="3467100" h="1514475">
                  <a:moveTo>
                    <a:pt x="0" y="252349"/>
                  </a:moveTo>
                  <a:lnTo>
                    <a:pt x="4063" y="206968"/>
                  </a:lnTo>
                  <a:lnTo>
                    <a:pt x="15778" y="164265"/>
                  </a:lnTo>
                  <a:lnTo>
                    <a:pt x="34435" y="124949"/>
                  </a:lnTo>
                  <a:lnTo>
                    <a:pt x="59323" y="89731"/>
                  </a:lnTo>
                  <a:lnTo>
                    <a:pt x="89731" y="59323"/>
                  </a:lnTo>
                  <a:lnTo>
                    <a:pt x="124949" y="34435"/>
                  </a:lnTo>
                  <a:lnTo>
                    <a:pt x="164265" y="15778"/>
                  </a:lnTo>
                  <a:lnTo>
                    <a:pt x="206968" y="4063"/>
                  </a:lnTo>
                  <a:lnTo>
                    <a:pt x="252349" y="0"/>
                  </a:lnTo>
                  <a:lnTo>
                    <a:pt x="3214624" y="0"/>
                  </a:lnTo>
                  <a:lnTo>
                    <a:pt x="3260008" y="4063"/>
                  </a:lnTo>
                  <a:lnTo>
                    <a:pt x="3302724" y="15778"/>
                  </a:lnTo>
                  <a:lnTo>
                    <a:pt x="3342056" y="34435"/>
                  </a:lnTo>
                  <a:lnTo>
                    <a:pt x="3377294" y="59323"/>
                  </a:lnTo>
                  <a:lnTo>
                    <a:pt x="3407723" y="89731"/>
                  </a:lnTo>
                  <a:lnTo>
                    <a:pt x="3432631" y="124949"/>
                  </a:lnTo>
                  <a:lnTo>
                    <a:pt x="3451305" y="164265"/>
                  </a:lnTo>
                  <a:lnTo>
                    <a:pt x="3463032" y="206968"/>
                  </a:lnTo>
                  <a:lnTo>
                    <a:pt x="3467100" y="252349"/>
                  </a:lnTo>
                  <a:lnTo>
                    <a:pt x="3467100" y="1261999"/>
                  </a:lnTo>
                  <a:lnTo>
                    <a:pt x="3463032" y="1307383"/>
                  </a:lnTo>
                  <a:lnTo>
                    <a:pt x="3451305" y="1350099"/>
                  </a:lnTo>
                  <a:lnTo>
                    <a:pt x="3432631" y="1389431"/>
                  </a:lnTo>
                  <a:lnTo>
                    <a:pt x="3407723" y="1424669"/>
                  </a:lnTo>
                  <a:lnTo>
                    <a:pt x="3377294" y="1455098"/>
                  </a:lnTo>
                  <a:lnTo>
                    <a:pt x="3342056" y="1480006"/>
                  </a:lnTo>
                  <a:lnTo>
                    <a:pt x="3302724" y="1498680"/>
                  </a:lnTo>
                  <a:lnTo>
                    <a:pt x="3260008" y="1510407"/>
                  </a:lnTo>
                  <a:lnTo>
                    <a:pt x="3214624" y="1514475"/>
                  </a:lnTo>
                  <a:lnTo>
                    <a:pt x="252349" y="1514475"/>
                  </a:lnTo>
                  <a:lnTo>
                    <a:pt x="206968" y="1510407"/>
                  </a:lnTo>
                  <a:lnTo>
                    <a:pt x="164265" y="1498680"/>
                  </a:lnTo>
                  <a:lnTo>
                    <a:pt x="124949" y="1480006"/>
                  </a:lnTo>
                  <a:lnTo>
                    <a:pt x="89731" y="1455098"/>
                  </a:lnTo>
                  <a:lnTo>
                    <a:pt x="59323" y="1424669"/>
                  </a:lnTo>
                  <a:lnTo>
                    <a:pt x="34435" y="1389431"/>
                  </a:lnTo>
                  <a:lnTo>
                    <a:pt x="15778" y="1350099"/>
                  </a:lnTo>
                  <a:lnTo>
                    <a:pt x="4063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8625" y="1285875"/>
              <a:ext cx="176212" cy="162394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05775" y="1323975"/>
              <a:ext cx="66675" cy="1514475"/>
            </a:xfrm>
            <a:custGeom>
              <a:avLst/>
              <a:gdLst/>
              <a:ahLst/>
              <a:cxnLst/>
              <a:rect l="l" t="t" r="r" b="b"/>
              <a:pathLst>
                <a:path w="66675" h="1514475">
                  <a:moveTo>
                    <a:pt x="66675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66675" y="15144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387968" y="1488122"/>
            <a:ext cx="11379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122239"/>
                </a:solidFill>
                <a:latin typeface="Trebuchet MS"/>
                <a:cs typeface="Trebuchet MS"/>
              </a:rPr>
              <a:t>Administrator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87968" y="1910036"/>
            <a:ext cx="2845435" cy="38735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Dashboard,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user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management,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logs,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reports,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settings,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notifications</a:t>
            </a:r>
            <a:r>
              <a:rPr dirty="0" sz="11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inventory.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57450" y="3343275"/>
            <a:ext cx="3567429" cy="1624330"/>
            <a:chOff x="2457450" y="3343275"/>
            <a:chExt cx="3567429" cy="162433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5987" y="3371641"/>
              <a:ext cx="3538675" cy="158611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519426" y="3386201"/>
              <a:ext cx="3476625" cy="1514475"/>
            </a:xfrm>
            <a:custGeom>
              <a:avLst/>
              <a:gdLst/>
              <a:ahLst/>
              <a:cxnLst/>
              <a:rect l="l" t="t" r="r" b="b"/>
              <a:pathLst>
                <a:path w="3476625" h="1514475">
                  <a:moveTo>
                    <a:pt x="3224149" y="0"/>
                  </a:moveTo>
                  <a:lnTo>
                    <a:pt x="252349" y="0"/>
                  </a:lnTo>
                  <a:lnTo>
                    <a:pt x="206968" y="4063"/>
                  </a:lnTo>
                  <a:lnTo>
                    <a:pt x="164265" y="15778"/>
                  </a:lnTo>
                  <a:lnTo>
                    <a:pt x="124949" y="34435"/>
                  </a:lnTo>
                  <a:lnTo>
                    <a:pt x="89731" y="59323"/>
                  </a:lnTo>
                  <a:lnTo>
                    <a:pt x="59323" y="89731"/>
                  </a:lnTo>
                  <a:lnTo>
                    <a:pt x="34435" y="124949"/>
                  </a:lnTo>
                  <a:lnTo>
                    <a:pt x="15778" y="164265"/>
                  </a:lnTo>
                  <a:lnTo>
                    <a:pt x="4063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3" y="1307383"/>
                  </a:lnTo>
                  <a:lnTo>
                    <a:pt x="15778" y="1350099"/>
                  </a:lnTo>
                  <a:lnTo>
                    <a:pt x="34435" y="1389431"/>
                  </a:lnTo>
                  <a:lnTo>
                    <a:pt x="59323" y="1424669"/>
                  </a:lnTo>
                  <a:lnTo>
                    <a:pt x="89731" y="1455098"/>
                  </a:lnTo>
                  <a:lnTo>
                    <a:pt x="124949" y="1480006"/>
                  </a:lnTo>
                  <a:lnTo>
                    <a:pt x="164265" y="1498680"/>
                  </a:lnTo>
                  <a:lnTo>
                    <a:pt x="206968" y="1510407"/>
                  </a:lnTo>
                  <a:lnTo>
                    <a:pt x="252349" y="1514475"/>
                  </a:lnTo>
                  <a:lnTo>
                    <a:pt x="3224149" y="1514475"/>
                  </a:lnTo>
                  <a:lnTo>
                    <a:pt x="3269533" y="1510407"/>
                  </a:lnTo>
                  <a:lnTo>
                    <a:pt x="3312249" y="1498680"/>
                  </a:lnTo>
                  <a:lnTo>
                    <a:pt x="3351581" y="1480006"/>
                  </a:lnTo>
                  <a:lnTo>
                    <a:pt x="3386819" y="1455098"/>
                  </a:lnTo>
                  <a:lnTo>
                    <a:pt x="3417248" y="1424669"/>
                  </a:lnTo>
                  <a:lnTo>
                    <a:pt x="3442156" y="1389431"/>
                  </a:lnTo>
                  <a:lnTo>
                    <a:pt x="3460830" y="1350099"/>
                  </a:lnTo>
                  <a:lnTo>
                    <a:pt x="3472557" y="1307383"/>
                  </a:lnTo>
                  <a:lnTo>
                    <a:pt x="3476625" y="1261999"/>
                  </a:lnTo>
                  <a:lnTo>
                    <a:pt x="3476625" y="252349"/>
                  </a:lnTo>
                  <a:lnTo>
                    <a:pt x="3472557" y="206968"/>
                  </a:lnTo>
                  <a:lnTo>
                    <a:pt x="3460830" y="164265"/>
                  </a:lnTo>
                  <a:lnTo>
                    <a:pt x="3442156" y="124949"/>
                  </a:lnTo>
                  <a:lnTo>
                    <a:pt x="3417248" y="89731"/>
                  </a:lnTo>
                  <a:lnTo>
                    <a:pt x="3386819" y="59323"/>
                  </a:lnTo>
                  <a:lnTo>
                    <a:pt x="3351581" y="34435"/>
                  </a:lnTo>
                  <a:lnTo>
                    <a:pt x="3312249" y="15778"/>
                  </a:lnTo>
                  <a:lnTo>
                    <a:pt x="3269533" y="4063"/>
                  </a:lnTo>
                  <a:lnTo>
                    <a:pt x="322414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519426" y="3386201"/>
              <a:ext cx="3476625" cy="1514475"/>
            </a:xfrm>
            <a:custGeom>
              <a:avLst/>
              <a:gdLst/>
              <a:ahLst/>
              <a:cxnLst/>
              <a:rect l="l" t="t" r="r" b="b"/>
              <a:pathLst>
                <a:path w="3476625" h="1514475">
                  <a:moveTo>
                    <a:pt x="0" y="252349"/>
                  </a:moveTo>
                  <a:lnTo>
                    <a:pt x="4063" y="206968"/>
                  </a:lnTo>
                  <a:lnTo>
                    <a:pt x="15778" y="164265"/>
                  </a:lnTo>
                  <a:lnTo>
                    <a:pt x="34435" y="124949"/>
                  </a:lnTo>
                  <a:lnTo>
                    <a:pt x="59323" y="89731"/>
                  </a:lnTo>
                  <a:lnTo>
                    <a:pt x="89731" y="59323"/>
                  </a:lnTo>
                  <a:lnTo>
                    <a:pt x="124949" y="34435"/>
                  </a:lnTo>
                  <a:lnTo>
                    <a:pt x="164265" y="15778"/>
                  </a:lnTo>
                  <a:lnTo>
                    <a:pt x="206968" y="4063"/>
                  </a:lnTo>
                  <a:lnTo>
                    <a:pt x="252349" y="0"/>
                  </a:lnTo>
                  <a:lnTo>
                    <a:pt x="3224149" y="0"/>
                  </a:lnTo>
                  <a:lnTo>
                    <a:pt x="3269533" y="4063"/>
                  </a:lnTo>
                  <a:lnTo>
                    <a:pt x="3312249" y="15778"/>
                  </a:lnTo>
                  <a:lnTo>
                    <a:pt x="3351581" y="34435"/>
                  </a:lnTo>
                  <a:lnTo>
                    <a:pt x="3386819" y="59323"/>
                  </a:lnTo>
                  <a:lnTo>
                    <a:pt x="3417248" y="89731"/>
                  </a:lnTo>
                  <a:lnTo>
                    <a:pt x="3442156" y="124949"/>
                  </a:lnTo>
                  <a:lnTo>
                    <a:pt x="3460830" y="164265"/>
                  </a:lnTo>
                  <a:lnTo>
                    <a:pt x="3472557" y="206968"/>
                  </a:lnTo>
                  <a:lnTo>
                    <a:pt x="3476625" y="252349"/>
                  </a:lnTo>
                  <a:lnTo>
                    <a:pt x="3476625" y="1261999"/>
                  </a:lnTo>
                  <a:lnTo>
                    <a:pt x="3472557" y="1307383"/>
                  </a:lnTo>
                  <a:lnTo>
                    <a:pt x="3460830" y="1350099"/>
                  </a:lnTo>
                  <a:lnTo>
                    <a:pt x="3442156" y="1389431"/>
                  </a:lnTo>
                  <a:lnTo>
                    <a:pt x="3417248" y="1424669"/>
                  </a:lnTo>
                  <a:lnTo>
                    <a:pt x="3386819" y="1455098"/>
                  </a:lnTo>
                  <a:lnTo>
                    <a:pt x="3351581" y="1480006"/>
                  </a:lnTo>
                  <a:lnTo>
                    <a:pt x="3312249" y="1498680"/>
                  </a:lnTo>
                  <a:lnTo>
                    <a:pt x="3269533" y="1510407"/>
                  </a:lnTo>
                  <a:lnTo>
                    <a:pt x="3224149" y="1514475"/>
                  </a:lnTo>
                  <a:lnTo>
                    <a:pt x="252349" y="1514475"/>
                  </a:lnTo>
                  <a:lnTo>
                    <a:pt x="206968" y="1510407"/>
                  </a:lnTo>
                  <a:lnTo>
                    <a:pt x="164265" y="1498680"/>
                  </a:lnTo>
                  <a:lnTo>
                    <a:pt x="124949" y="1480006"/>
                  </a:lnTo>
                  <a:lnTo>
                    <a:pt x="89731" y="1455098"/>
                  </a:lnTo>
                  <a:lnTo>
                    <a:pt x="59323" y="1424669"/>
                  </a:lnTo>
                  <a:lnTo>
                    <a:pt x="34435" y="1389431"/>
                  </a:lnTo>
                  <a:lnTo>
                    <a:pt x="15778" y="1350099"/>
                  </a:lnTo>
                  <a:lnTo>
                    <a:pt x="4063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7450" y="3343275"/>
              <a:ext cx="185737" cy="162394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514600" y="3381375"/>
              <a:ext cx="76200" cy="1514475"/>
            </a:xfrm>
            <a:custGeom>
              <a:avLst/>
              <a:gdLst/>
              <a:ahLst/>
              <a:cxnLst/>
              <a:rect l="l" t="t" r="r" b="b"/>
              <a:pathLst>
                <a:path w="76200" h="1514475">
                  <a:moveTo>
                    <a:pt x="76200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76200" y="15144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796539" y="3548443"/>
            <a:ext cx="2780665" cy="80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Patient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Dashboard,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</a:t>
            </a:r>
            <a:r>
              <a:rPr dirty="0" sz="1100" spc="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details,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profile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medication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tracking.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91250" y="3343275"/>
            <a:ext cx="3557904" cy="1624330"/>
            <a:chOff x="6191250" y="3343275"/>
            <a:chExt cx="3557904" cy="1624330"/>
          </a:xfrm>
        </p:grpSpPr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9787" y="3371641"/>
              <a:ext cx="3529150" cy="158611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253226" y="3386201"/>
              <a:ext cx="3467100" cy="1514475"/>
            </a:xfrm>
            <a:custGeom>
              <a:avLst/>
              <a:gdLst/>
              <a:ahLst/>
              <a:cxnLst/>
              <a:rect l="l" t="t" r="r" b="b"/>
              <a:pathLst>
                <a:path w="3467100" h="1514475">
                  <a:moveTo>
                    <a:pt x="3214624" y="0"/>
                  </a:moveTo>
                  <a:lnTo>
                    <a:pt x="252349" y="0"/>
                  </a:lnTo>
                  <a:lnTo>
                    <a:pt x="206968" y="4063"/>
                  </a:lnTo>
                  <a:lnTo>
                    <a:pt x="164265" y="15778"/>
                  </a:lnTo>
                  <a:lnTo>
                    <a:pt x="124949" y="34435"/>
                  </a:lnTo>
                  <a:lnTo>
                    <a:pt x="89731" y="59323"/>
                  </a:lnTo>
                  <a:lnTo>
                    <a:pt x="59323" y="89731"/>
                  </a:lnTo>
                  <a:lnTo>
                    <a:pt x="34435" y="124949"/>
                  </a:lnTo>
                  <a:lnTo>
                    <a:pt x="15778" y="164265"/>
                  </a:lnTo>
                  <a:lnTo>
                    <a:pt x="4063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3" y="1307383"/>
                  </a:lnTo>
                  <a:lnTo>
                    <a:pt x="15778" y="1350099"/>
                  </a:lnTo>
                  <a:lnTo>
                    <a:pt x="34435" y="1389431"/>
                  </a:lnTo>
                  <a:lnTo>
                    <a:pt x="59323" y="1424669"/>
                  </a:lnTo>
                  <a:lnTo>
                    <a:pt x="89731" y="1455098"/>
                  </a:lnTo>
                  <a:lnTo>
                    <a:pt x="124949" y="1480006"/>
                  </a:lnTo>
                  <a:lnTo>
                    <a:pt x="164265" y="1498680"/>
                  </a:lnTo>
                  <a:lnTo>
                    <a:pt x="206968" y="1510407"/>
                  </a:lnTo>
                  <a:lnTo>
                    <a:pt x="252349" y="1514475"/>
                  </a:lnTo>
                  <a:lnTo>
                    <a:pt x="3214624" y="1514475"/>
                  </a:lnTo>
                  <a:lnTo>
                    <a:pt x="3260008" y="1510407"/>
                  </a:lnTo>
                  <a:lnTo>
                    <a:pt x="3302724" y="1498680"/>
                  </a:lnTo>
                  <a:lnTo>
                    <a:pt x="3342056" y="1480006"/>
                  </a:lnTo>
                  <a:lnTo>
                    <a:pt x="3377294" y="1455098"/>
                  </a:lnTo>
                  <a:lnTo>
                    <a:pt x="3407723" y="1424669"/>
                  </a:lnTo>
                  <a:lnTo>
                    <a:pt x="3432631" y="1389431"/>
                  </a:lnTo>
                  <a:lnTo>
                    <a:pt x="3451305" y="1350099"/>
                  </a:lnTo>
                  <a:lnTo>
                    <a:pt x="3463032" y="1307383"/>
                  </a:lnTo>
                  <a:lnTo>
                    <a:pt x="3467100" y="1261999"/>
                  </a:lnTo>
                  <a:lnTo>
                    <a:pt x="3467100" y="252349"/>
                  </a:lnTo>
                  <a:lnTo>
                    <a:pt x="3463032" y="206968"/>
                  </a:lnTo>
                  <a:lnTo>
                    <a:pt x="3451305" y="164265"/>
                  </a:lnTo>
                  <a:lnTo>
                    <a:pt x="3432631" y="124949"/>
                  </a:lnTo>
                  <a:lnTo>
                    <a:pt x="3407723" y="89731"/>
                  </a:lnTo>
                  <a:lnTo>
                    <a:pt x="3377294" y="59323"/>
                  </a:lnTo>
                  <a:lnTo>
                    <a:pt x="3342056" y="34435"/>
                  </a:lnTo>
                  <a:lnTo>
                    <a:pt x="3302724" y="15778"/>
                  </a:lnTo>
                  <a:lnTo>
                    <a:pt x="3260008" y="4063"/>
                  </a:lnTo>
                  <a:lnTo>
                    <a:pt x="32146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253226" y="3386201"/>
              <a:ext cx="3467100" cy="1514475"/>
            </a:xfrm>
            <a:custGeom>
              <a:avLst/>
              <a:gdLst/>
              <a:ahLst/>
              <a:cxnLst/>
              <a:rect l="l" t="t" r="r" b="b"/>
              <a:pathLst>
                <a:path w="3467100" h="1514475">
                  <a:moveTo>
                    <a:pt x="0" y="252349"/>
                  </a:moveTo>
                  <a:lnTo>
                    <a:pt x="4063" y="206968"/>
                  </a:lnTo>
                  <a:lnTo>
                    <a:pt x="15778" y="164265"/>
                  </a:lnTo>
                  <a:lnTo>
                    <a:pt x="34435" y="124949"/>
                  </a:lnTo>
                  <a:lnTo>
                    <a:pt x="59323" y="89731"/>
                  </a:lnTo>
                  <a:lnTo>
                    <a:pt x="89731" y="59323"/>
                  </a:lnTo>
                  <a:lnTo>
                    <a:pt x="124949" y="34435"/>
                  </a:lnTo>
                  <a:lnTo>
                    <a:pt x="164265" y="15778"/>
                  </a:lnTo>
                  <a:lnTo>
                    <a:pt x="206968" y="4063"/>
                  </a:lnTo>
                  <a:lnTo>
                    <a:pt x="252349" y="0"/>
                  </a:lnTo>
                  <a:lnTo>
                    <a:pt x="3214624" y="0"/>
                  </a:lnTo>
                  <a:lnTo>
                    <a:pt x="3260008" y="4063"/>
                  </a:lnTo>
                  <a:lnTo>
                    <a:pt x="3302724" y="15778"/>
                  </a:lnTo>
                  <a:lnTo>
                    <a:pt x="3342056" y="34435"/>
                  </a:lnTo>
                  <a:lnTo>
                    <a:pt x="3377294" y="59323"/>
                  </a:lnTo>
                  <a:lnTo>
                    <a:pt x="3407723" y="89731"/>
                  </a:lnTo>
                  <a:lnTo>
                    <a:pt x="3432631" y="124949"/>
                  </a:lnTo>
                  <a:lnTo>
                    <a:pt x="3451305" y="164265"/>
                  </a:lnTo>
                  <a:lnTo>
                    <a:pt x="3463032" y="206968"/>
                  </a:lnTo>
                  <a:lnTo>
                    <a:pt x="3467100" y="252349"/>
                  </a:lnTo>
                  <a:lnTo>
                    <a:pt x="3467100" y="1261999"/>
                  </a:lnTo>
                  <a:lnTo>
                    <a:pt x="3463032" y="1307383"/>
                  </a:lnTo>
                  <a:lnTo>
                    <a:pt x="3451305" y="1350099"/>
                  </a:lnTo>
                  <a:lnTo>
                    <a:pt x="3432631" y="1389431"/>
                  </a:lnTo>
                  <a:lnTo>
                    <a:pt x="3407723" y="1424669"/>
                  </a:lnTo>
                  <a:lnTo>
                    <a:pt x="3377294" y="1455098"/>
                  </a:lnTo>
                  <a:lnTo>
                    <a:pt x="3342056" y="1480006"/>
                  </a:lnTo>
                  <a:lnTo>
                    <a:pt x="3302724" y="1498680"/>
                  </a:lnTo>
                  <a:lnTo>
                    <a:pt x="3260008" y="1510407"/>
                  </a:lnTo>
                  <a:lnTo>
                    <a:pt x="3214624" y="1514475"/>
                  </a:lnTo>
                  <a:lnTo>
                    <a:pt x="252349" y="1514475"/>
                  </a:lnTo>
                  <a:lnTo>
                    <a:pt x="206968" y="1510407"/>
                  </a:lnTo>
                  <a:lnTo>
                    <a:pt x="164265" y="1498680"/>
                  </a:lnTo>
                  <a:lnTo>
                    <a:pt x="124949" y="1480006"/>
                  </a:lnTo>
                  <a:lnTo>
                    <a:pt x="89731" y="1455098"/>
                  </a:lnTo>
                  <a:lnTo>
                    <a:pt x="59323" y="1424669"/>
                  </a:lnTo>
                  <a:lnTo>
                    <a:pt x="34435" y="1389431"/>
                  </a:lnTo>
                  <a:lnTo>
                    <a:pt x="15778" y="1350099"/>
                  </a:lnTo>
                  <a:lnTo>
                    <a:pt x="4063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1250" y="3343275"/>
              <a:ext cx="176212" cy="162394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248400" y="3381375"/>
              <a:ext cx="66675" cy="1514475"/>
            </a:xfrm>
            <a:custGeom>
              <a:avLst/>
              <a:gdLst/>
              <a:ahLst/>
              <a:cxnLst/>
              <a:rect l="l" t="t" r="r" b="b"/>
              <a:pathLst>
                <a:path w="66675" h="1514475">
                  <a:moveTo>
                    <a:pt x="66675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66675" y="15144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530340" y="3548443"/>
            <a:ext cx="2941320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Pharmacist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200"/>
              </a:lnSpc>
              <a:spcBef>
                <a:spcPts val="155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Dashboard,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assigned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prescriptions,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verification,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dispensing,</a:t>
            </a:r>
            <a:r>
              <a:rPr dirty="0" sz="11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inventory,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reports</a:t>
            </a:r>
            <a:r>
              <a:rPr dirty="0" sz="11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profile.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13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957262" y="5361622"/>
            <a:ext cx="655193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All</a:t>
            </a:r>
            <a:r>
              <a:rPr dirty="0" sz="125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 spc="-40">
                <a:solidFill>
                  <a:srgbClr val="222C39"/>
                </a:solidFill>
                <a:latin typeface="Tahoma"/>
                <a:cs typeface="Tahoma"/>
              </a:rPr>
              <a:t>UI</a:t>
            </a:r>
            <a:r>
              <a:rPr dirty="0" sz="125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screenshots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 on</a:t>
            </a:r>
            <a:r>
              <a:rPr dirty="0" sz="125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5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following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slides</a:t>
            </a:r>
            <a:r>
              <a:rPr dirty="0" sz="125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are</a:t>
            </a:r>
            <a:r>
              <a:rPr dirty="0" sz="125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50" spc="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5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5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attached</a:t>
            </a:r>
            <a:r>
              <a:rPr dirty="0" sz="125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5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5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35"/>
              <a:t> </a:t>
            </a:r>
            <a:r>
              <a:rPr dirty="0" spc="-55"/>
              <a:t>Showcase</a:t>
            </a:r>
            <a:r>
              <a:rPr dirty="0" spc="-300"/>
              <a:t> </a:t>
            </a:r>
            <a:r>
              <a:rPr dirty="0" spc="495"/>
              <a:t>—</a:t>
            </a:r>
            <a:r>
              <a:rPr dirty="0" spc="-260"/>
              <a:t> </a:t>
            </a:r>
            <a:r>
              <a:rPr dirty="0" spc="-135"/>
              <a:t>Landing</a:t>
            </a:r>
            <a:r>
              <a:rPr dirty="0" spc="-270"/>
              <a:t> </a:t>
            </a:r>
            <a:r>
              <a:rPr dirty="0" spc="-114"/>
              <a:t>Page</a:t>
            </a:r>
            <a:r>
              <a:rPr dirty="0" spc="-315"/>
              <a:t> </a:t>
            </a:r>
            <a:r>
              <a:rPr dirty="0" spc="600"/>
              <a:t>s</a:t>
            </a:r>
            <a:r>
              <a:rPr dirty="0" spc="-235"/>
              <a:t> </a:t>
            </a:r>
            <a:r>
              <a:rPr dirty="0" spc="-75"/>
              <a:t>Services</a:t>
            </a:r>
            <a:r>
              <a:rPr dirty="0" spc="-300"/>
              <a:t> </a:t>
            </a:r>
            <a:r>
              <a:rPr dirty="0" spc="-20"/>
              <a:t>/</a:t>
            </a:r>
            <a:r>
              <a:rPr dirty="0" spc="-265"/>
              <a:t> </a:t>
            </a:r>
            <a:r>
              <a:rPr dirty="0" spc="-70"/>
              <a:t>Clinic</a:t>
            </a:r>
            <a:r>
              <a:rPr dirty="0" spc="-290"/>
              <a:t> </a:t>
            </a:r>
            <a:r>
              <a:rPr dirty="0" spc="-95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6280" y="353440"/>
            <a:ext cx="666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8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ACCESS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19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20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371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6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Landing</a:t>
            </a:r>
            <a:r>
              <a:rPr dirty="0" sz="900" spc="-8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Page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21469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5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Services</a:t>
            </a:r>
            <a:r>
              <a:rPr dirty="0" sz="900" spc="-9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/</a:t>
            </a:r>
            <a:r>
              <a:rPr dirty="0" sz="900" spc="-4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Clinic</a:t>
            </a:r>
            <a:r>
              <a:rPr dirty="0" sz="900" spc="-4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Information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9277" y="297180"/>
            <a:ext cx="1098677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35"/>
              <a:t> </a:t>
            </a:r>
            <a:r>
              <a:rPr dirty="0" spc="-55"/>
              <a:t>Showcase</a:t>
            </a:r>
            <a:r>
              <a:rPr dirty="0" spc="-295"/>
              <a:t> </a:t>
            </a:r>
            <a:r>
              <a:rPr dirty="0" spc="495"/>
              <a:t>—</a:t>
            </a:r>
            <a:r>
              <a:rPr dirty="0" spc="-260"/>
              <a:t> </a:t>
            </a:r>
            <a:r>
              <a:rPr dirty="0" spc="-135"/>
              <a:t>Login</a:t>
            </a:r>
            <a:r>
              <a:rPr dirty="0" spc="-280"/>
              <a:t> </a:t>
            </a:r>
            <a:r>
              <a:rPr dirty="0" spc="-140"/>
              <a:t>Portal</a:t>
            </a:r>
            <a:r>
              <a:rPr dirty="0" spc="-265"/>
              <a:t> </a:t>
            </a:r>
            <a:r>
              <a:rPr dirty="0" spc="600"/>
              <a:t>s</a:t>
            </a:r>
            <a:r>
              <a:rPr dirty="0" spc="-235"/>
              <a:t> </a:t>
            </a:r>
            <a:r>
              <a:rPr dirty="0" spc="-95"/>
              <a:t>Staff</a:t>
            </a:r>
            <a:r>
              <a:rPr dirty="0" spc="-225"/>
              <a:t> </a:t>
            </a:r>
            <a:r>
              <a:rPr dirty="0" spc="-150"/>
              <a:t>Login</a:t>
            </a:r>
            <a:r>
              <a:rPr dirty="0" spc="-204"/>
              <a:t> </a:t>
            </a:r>
            <a:r>
              <a:rPr dirty="0" spc="600"/>
              <a:t>s</a:t>
            </a:r>
            <a:r>
              <a:rPr dirty="0" spc="-310"/>
              <a:t> </a:t>
            </a:r>
            <a:r>
              <a:rPr dirty="0" spc="-135"/>
              <a:t>Login</a:t>
            </a:r>
            <a:r>
              <a:rPr dirty="0" spc="-280"/>
              <a:t> </a:t>
            </a:r>
            <a:r>
              <a:rPr dirty="0" spc="-190"/>
              <a:t>Error</a:t>
            </a:r>
            <a:r>
              <a:rPr dirty="0" spc="-220"/>
              <a:t> </a:t>
            </a:r>
            <a:r>
              <a:rPr dirty="0" spc="600"/>
              <a:t>s</a:t>
            </a:r>
            <a:r>
              <a:rPr dirty="0" spc="-310"/>
              <a:t> </a:t>
            </a:r>
            <a:r>
              <a:rPr dirty="0" spc="-175"/>
              <a:t>Forgot</a:t>
            </a:r>
            <a:r>
              <a:rPr dirty="0" spc="-265"/>
              <a:t> </a:t>
            </a:r>
            <a:r>
              <a:rPr dirty="0" spc="-95"/>
              <a:t>P</a:t>
            </a:r>
            <a:r>
              <a:rPr dirty="0" spc="-35"/>
              <a:t>a</a:t>
            </a:r>
            <a:r>
              <a:rPr dirty="0" spc="30"/>
              <a:t>s</a:t>
            </a:r>
            <a:r>
              <a:rPr dirty="0" spc="-40"/>
              <a:t>s</a:t>
            </a:r>
            <a:r>
              <a:rPr dirty="0" spc="-80"/>
              <a:t>w</a:t>
            </a:r>
            <a:r>
              <a:rPr dirty="0" spc="-540"/>
              <a:t>o</a:t>
            </a:r>
            <a:r>
              <a:rPr dirty="0" baseline="83333" sz="1350" spc="-225">
                <a:solidFill>
                  <a:srgbClr val="008F95"/>
                </a:solidFill>
              </a:rPr>
              <a:t>U</a:t>
            </a:r>
            <a:r>
              <a:rPr dirty="0" sz="2700" spc="-1019"/>
              <a:t>r</a:t>
            </a:r>
            <a:r>
              <a:rPr dirty="0" baseline="83333" sz="1350" spc="-7">
                <a:solidFill>
                  <a:srgbClr val="008F95"/>
                </a:solidFill>
              </a:rPr>
              <a:t>I</a:t>
            </a:r>
            <a:r>
              <a:rPr dirty="0" baseline="83333" sz="1350" spc="-120">
                <a:solidFill>
                  <a:srgbClr val="008F95"/>
                </a:solidFill>
              </a:rPr>
              <a:t> </a:t>
            </a:r>
            <a:r>
              <a:rPr dirty="0" baseline="83333" sz="1350" spc="165">
                <a:solidFill>
                  <a:srgbClr val="008F95"/>
                </a:solidFill>
              </a:rPr>
              <a:t>/</a:t>
            </a:r>
            <a:r>
              <a:rPr dirty="0" sz="2700" spc="-1160"/>
              <a:t>d</a:t>
            </a:r>
            <a:r>
              <a:rPr dirty="0" baseline="83333" sz="1350" spc="142">
                <a:solidFill>
                  <a:srgbClr val="008F95"/>
                </a:solidFill>
              </a:rPr>
              <a:t>A</a:t>
            </a:r>
            <a:r>
              <a:rPr dirty="0" baseline="83333" sz="1350" spc="262">
                <a:solidFill>
                  <a:srgbClr val="008F95"/>
                </a:solidFill>
              </a:rPr>
              <a:t>C</a:t>
            </a:r>
            <a:r>
              <a:rPr dirty="0" baseline="83333" sz="1350" spc="150">
                <a:solidFill>
                  <a:srgbClr val="008F95"/>
                </a:solidFill>
              </a:rPr>
              <a:t>C</a:t>
            </a:r>
            <a:r>
              <a:rPr dirty="0" baseline="83333" sz="1350" spc="217">
                <a:solidFill>
                  <a:srgbClr val="008F95"/>
                </a:solidFill>
              </a:rPr>
              <a:t>E</a:t>
            </a:r>
            <a:r>
              <a:rPr dirty="0" baseline="83333" sz="1350" spc="179">
                <a:solidFill>
                  <a:srgbClr val="008F95"/>
                </a:solidFill>
              </a:rPr>
              <a:t>S</a:t>
            </a:r>
            <a:r>
              <a:rPr dirty="0" baseline="83333" sz="1350" spc="202">
                <a:solidFill>
                  <a:srgbClr val="008F95"/>
                </a:solidFill>
              </a:rPr>
              <a:t>S</a:t>
            </a:r>
            <a:endParaRPr baseline="83333" sz="1350"/>
          </a:p>
        </p:txBody>
      </p:sp>
      <p:sp>
        <p:nvSpPr>
          <p:cNvPr id="3" name="object 3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page_21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page_22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37552" y="6140450"/>
            <a:ext cx="19780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8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Login </a:t>
            </a:r>
            <a:r>
              <a:rPr dirty="0" sz="900" spc="-25" b="1">
                <a:solidFill>
                  <a:srgbClr val="5A636D"/>
                </a:solidFill>
                <a:latin typeface="Trebuchet MS"/>
                <a:cs typeface="Trebuchet MS"/>
              </a:rPr>
              <a:t>Portal</a:t>
            </a:r>
            <a:r>
              <a:rPr dirty="0" sz="900" spc="-7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220" b="1">
                <a:solidFill>
                  <a:srgbClr val="5A636D"/>
                </a:solidFill>
                <a:latin typeface="Trebuchet MS"/>
                <a:cs typeface="Trebuchet MS"/>
              </a:rPr>
              <a:t>s</a:t>
            </a:r>
            <a:r>
              <a:rPr dirty="0" sz="900" spc="-3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Staff</a:t>
            </a:r>
            <a:r>
              <a:rPr dirty="0" sz="900" spc="-2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Login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38900" y="6140450"/>
            <a:ext cx="22237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7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5" b="1">
                <a:solidFill>
                  <a:srgbClr val="5A636D"/>
                </a:solidFill>
                <a:latin typeface="Trebuchet MS"/>
                <a:cs typeface="Trebuchet MS"/>
              </a:rPr>
              <a:t>Login</a:t>
            </a:r>
            <a:r>
              <a:rPr dirty="0" sz="900" spc="-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55" b="1">
                <a:solidFill>
                  <a:srgbClr val="5A636D"/>
                </a:solidFill>
                <a:latin typeface="Trebuchet MS"/>
                <a:cs typeface="Trebuchet MS"/>
              </a:rPr>
              <a:t>Error</a:t>
            </a:r>
            <a:r>
              <a:rPr dirty="0" sz="900" spc="-4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220" b="1">
                <a:solidFill>
                  <a:srgbClr val="5A636D"/>
                </a:solidFill>
                <a:latin typeface="Trebuchet MS"/>
                <a:cs typeface="Trebuchet MS"/>
              </a:rPr>
              <a:t>s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30" b="1">
                <a:solidFill>
                  <a:srgbClr val="5A636D"/>
                </a:solidFill>
                <a:latin typeface="Trebuchet MS"/>
                <a:cs typeface="Trebuchet MS"/>
              </a:rPr>
              <a:t>Forgot</a:t>
            </a:r>
            <a:r>
              <a:rPr dirty="0" sz="900" spc="-3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Password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35"/>
              <a:t> </a:t>
            </a:r>
            <a:r>
              <a:rPr dirty="0" spc="-55"/>
              <a:t>Showcase</a:t>
            </a:r>
            <a:r>
              <a:rPr dirty="0" spc="-300"/>
              <a:t> </a:t>
            </a:r>
            <a:r>
              <a:rPr dirty="0" spc="495"/>
              <a:t>—</a:t>
            </a:r>
            <a:r>
              <a:rPr dirty="0" spc="-260"/>
              <a:t> </a:t>
            </a:r>
            <a:r>
              <a:rPr dirty="0" spc="-75"/>
              <a:t>Reset</a:t>
            </a:r>
            <a:r>
              <a:rPr dirty="0" spc="-265"/>
              <a:t> </a:t>
            </a:r>
            <a:r>
              <a:rPr dirty="0" spc="-80"/>
              <a:t>Password</a:t>
            </a:r>
            <a:r>
              <a:rPr dirty="0" spc="-305"/>
              <a:t> </a:t>
            </a:r>
            <a:r>
              <a:rPr dirty="0" spc="600"/>
              <a:t>s</a:t>
            </a:r>
            <a:r>
              <a:rPr dirty="0" spc="-235"/>
              <a:t> </a:t>
            </a:r>
            <a:r>
              <a:rPr dirty="0" spc="-155"/>
              <a:t>OTP</a:t>
            </a:r>
            <a:r>
              <a:rPr dirty="0" spc="-265"/>
              <a:t> </a:t>
            </a:r>
            <a:r>
              <a:rPr dirty="0" spc="-120"/>
              <a:t>Verification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6280" y="353440"/>
            <a:ext cx="666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8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ACCESS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23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24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51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8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Reset</a:t>
            </a:r>
            <a:r>
              <a:rPr dirty="0" sz="900" spc="-5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Password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5093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3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5" b="1">
                <a:solidFill>
                  <a:srgbClr val="5A636D"/>
                </a:solidFill>
                <a:latin typeface="Trebuchet MS"/>
                <a:cs typeface="Trebuchet MS"/>
              </a:rPr>
              <a:t>OTP</a:t>
            </a:r>
            <a:r>
              <a:rPr dirty="0" sz="900" spc="-9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Verification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9277" y="297180"/>
            <a:ext cx="1098677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9"/>
              <a:t> </a:t>
            </a:r>
            <a:r>
              <a:rPr dirty="0" spc="-55"/>
              <a:t>Showcase</a:t>
            </a:r>
            <a:r>
              <a:rPr dirty="0" spc="-290"/>
              <a:t> </a:t>
            </a:r>
            <a:r>
              <a:rPr dirty="0" spc="495"/>
              <a:t>—</a:t>
            </a:r>
            <a:r>
              <a:rPr dirty="0" spc="-254"/>
              <a:t> </a:t>
            </a:r>
            <a:r>
              <a:rPr dirty="0" spc="-75"/>
              <a:t>Sign</a:t>
            </a:r>
            <a:r>
              <a:rPr dirty="0" spc="-200"/>
              <a:t> </a:t>
            </a:r>
            <a:r>
              <a:rPr dirty="0" spc="-125"/>
              <a:t>In</a:t>
            </a:r>
            <a:r>
              <a:rPr dirty="0" spc="-275"/>
              <a:t> </a:t>
            </a:r>
            <a:r>
              <a:rPr dirty="0" spc="-20"/>
              <a:t>/</a:t>
            </a:r>
            <a:r>
              <a:rPr dirty="0" spc="-254"/>
              <a:t> </a:t>
            </a:r>
            <a:r>
              <a:rPr dirty="0" spc="-130"/>
              <a:t>Registration</a:t>
            </a:r>
            <a:r>
              <a:rPr dirty="0" spc="-275"/>
              <a:t> </a:t>
            </a:r>
            <a:r>
              <a:rPr dirty="0" spc="600"/>
              <a:t>s</a:t>
            </a:r>
            <a:r>
              <a:rPr dirty="0" spc="-229"/>
              <a:t> </a:t>
            </a:r>
            <a:r>
              <a:rPr dirty="0" spc="-114"/>
              <a:t>Doctor</a:t>
            </a:r>
            <a:r>
              <a:rPr dirty="0" spc="-210"/>
              <a:t> </a:t>
            </a:r>
            <a:r>
              <a:rPr dirty="0" spc="-85"/>
              <a:t>Dashboard</a:t>
            </a:r>
            <a:r>
              <a:rPr dirty="0" spc="-305"/>
              <a:t> </a:t>
            </a:r>
            <a:r>
              <a:rPr dirty="0" spc="600"/>
              <a:t>s</a:t>
            </a:r>
            <a:r>
              <a:rPr dirty="0" spc="-225"/>
              <a:t> </a:t>
            </a:r>
            <a:r>
              <a:rPr dirty="0" spc="-165"/>
              <a:t>Patient</a:t>
            </a:r>
            <a:r>
              <a:rPr dirty="0" spc="-260"/>
              <a:t> </a:t>
            </a:r>
            <a:r>
              <a:rPr dirty="0" spc="-45"/>
              <a:t>R</a:t>
            </a:r>
            <a:r>
              <a:rPr dirty="0" spc="-15"/>
              <a:t>e</a:t>
            </a:r>
            <a:r>
              <a:rPr dirty="0" spc="-700"/>
              <a:t>p</a:t>
            </a:r>
            <a:r>
              <a:rPr dirty="0" baseline="83333" sz="1350" spc="-165">
                <a:solidFill>
                  <a:srgbClr val="008F95"/>
                </a:solidFill>
              </a:rPr>
              <a:t>U</a:t>
            </a:r>
            <a:r>
              <a:rPr dirty="0" sz="2700" spc="-1555"/>
              <a:t>o</a:t>
            </a:r>
            <a:r>
              <a:rPr dirty="0" baseline="83333" sz="1350" spc="-67">
                <a:solidFill>
                  <a:srgbClr val="008F95"/>
                </a:solidFill>
              </a:rPr>
              <a:t>I</a:t>
            </a:r>
            <a:r>
              <a:rPr dirty="0" baseline="83333" sz="1350" spc="-112">
                <a:solidFill>
                  <a:srgbClr val="008F95"/>
                </a:solidFill>
              </a:rPr>
              <a:t> </a:t>
            </a:r>
            <a:r>
              <a:rPr dirty="0" baseline="83333" sz="1350">
                <a:solidFill>
                  <a:srgbClr val="008F95"/>
                </a:solidFill>
              </a:rPr>
              <a:t>/</a:t>
            </a:r>
            <a:r>
              <a:rPr dirty="0" baseline="83333" sz="1350" spc="-15">
                <a:solidFill>
                  <a:srgbClr val="008F95"/>
                </a:solidFill>
              </a:rPr>
              <a:t> </a:t>
            </a:r>
            <a:r>
              <a:rPr dirty="0" baseline="83333" sz="1350" spc="-337">
                <a:solidFill>
                  <a:srgbClr val="008F95"/>
                </a:solidFill>
              </a:rPr>
              <a:t>A</a:t>
            </a:r>
            <a:r>
              <a:rPr dirty="0" sz="2700" spc="-930"/>
              <a:t>r</a:t>
            </a:r>
            <a:r>
              <a:rPr dirty="0" baseline="83333" sz="1350" spc="67">
                <a:solidFill>
                  <a:srgbClr val="008F95"/>
                </a:solidFill>
              </a:rPr>
              <a:t>C</a:t>
            </a:r>
            <a:r>
              <a:rPr dirty="0" baseline="83333" sz="1350" spc="-690">
                <a:solidFill>
                  <a:srgbClr val="008F95"/>
                </a:solidFill>
              </a:rPr>
              <a:t>C</a:t>
            </a:r>
            <a:r>
              <a:rPr dirty="0" sz="2700" spc="-490"/>
              <a:t>t</a:t>
            </a:r>
            <a:r>
              <a:rPr dirty="0" baseline="83333" sz="1350" spc="-157">
                <a:solidFill>
                  <a:srgbClr val="008F95"/>
                </a:solidFill>
              </a:rPr>
              <a:t>E</a:t>
            </a:r>
            <a:r>
              <a:rPr dirty="0" sz="2700" spc="-1060"/>
              <a:t>s</a:t>
            </a:r>
            <a:r>
              <a:rPr dirty="0" baseline="83333" sz="1350" spc="-15">
                <a:solidFill>
                  <a:srgbClr val="008F95"/>
                </a:solidFill>
              </a:rPr>
              <a:t>S</a:t>
            </a:r>
            <a:r>
              <a:rPr dirty="0" baseline="83333" sz="1350" spc="7">
                <a:solidFill>
                  <a:srgbClr val="008F95"/>
                </a:solidFill>
              </a:rPr>
              <a:t>S</a:t>
            </a:r>
            <a:endParaRPr baseline="83333" sz="1350"/>
          </a:p>
        </p:txBody>
      </p:sp>
      <p:sp>
        <p:nvSpPr>
          <p:cNvPr id="3" name="object 3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page_25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page_26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37552" y="6140450"/>
            <a:ext cx="175831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9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Sign</a:t>
            </a:r>
            <a:r>
              <a:rPr dirty="0" sz="900" spc="-30" b="1">
                <a:solidFill>
                  <a:srgbClr val="5A636D"/>
                </a:solidFill>
                <a:latin typeface="Trebuchet MS"/>
                <a:cs typeface="Trebuchet MS"/>
              </a:rPr>
              <a:t> In</a:t>
            </a:r>
            <a:r>
              <a:rPr dirty="0" sz="900" spc="-2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/</a:t>
            </a:r>
            <a:r>
              <a:rPr dirty="0" sz="900" spc="-8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Registration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17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38900" y="6140450"/>
            <a:ext cx="25584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7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Doctor</a:t>
            </a:r>
            <a:r>
              <a:rPr dirty="0" sz="900" spc="-4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Dashboard</a:t>
            </a:r>
            <a:r>
              <a:rPr dirty="0" sz="900" spc="-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220" b="1">
                <a:solidFill>
                  <a:srgbClr val="5A636D"/>
                </a:solidFill>
                <a:latin typeface="Trebuchet MS"/>
                <a:cs typeface="Trebuchet MS"/>
              </a:rPr>
              <a:t>s</a:t>
            </a:r>
            <a:r>
              <a:rPr dirty="0" sz="900" spc="-10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Patient</a:t>
            </a:r>
            <a:r>
              <a:rPr dirty="0" sz="900" spc="-114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Reports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5"/>
              <a:t> </a:t>
            </a:r>
            <a:r>
              <a:rPr dirty="0" spc="-55"/>
              <a:t>Showcase</a:t>
            </a:r>
            <a:r>
              <a:rPr dirty="0" spc="-285"/>
              <a:t> </a:t>
            </a:r>
            <a:r>
              <a:rPr dirty="0" spc="495"/>
              <a:t>—</a:t>
            </a:r>
            <a:r>
              <a:rPr dirty="0" spc="-245"/>
              <a:t> </a:t>
            </a:r>
            <a:r>
              <a:rPr dirty="0" spc="-135"/>
              <a:t>Prescription</a:t>
            </a:r>
            <a:r>
              <a:rPr dirty="0" spc="-270"/>
              <a:t> </a:t>
            </a:r>
            <a:r>
              <a:rPr dirty="0" spc="-85"/>
              <a:t>Dashboard</a:t>
            </a:r>
            <a:r>
              <a:rPr dirty="0" spc="-215"/>
              <a:t> </a:t>
            </a:r>
            <a:r>
              <a:rPr dirty="0" spc="600"/>
              <a:t>s</a:t>
            </a:r>
            <a:r>
              <a:rPr dirty="0" spc="-220"/>
              <a:t> </a:t>
            </a:r>
            <a:r>
              <a:rPr dirty="0" spc="-125"/>
              <a:t>Admin</a:t>
            </a:r>
            <a:r>
              <a:rPr dirty="0" spc="-270"/>
              <a:t> </a:t>
            </a:r>
            <a:r>
              <a:rPr dirty="0" spc="-35"/>
              <a:t>Dashboard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49558" y="353440"/>
            <a:ext cx="5937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ADMIN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27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28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92023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4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Prescription</a:t>
            </a:r>
            <a:r>
              <a:rPr dirty="0" sz="900" spc="2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Dashboard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6059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5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Admin</a:t>
            </a:r>
            <a:r>
              <a:rPr dirty="0" sz="900" spc="2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Dashboard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35"/>
              <a:t> </a:t>
            </a:r>
            <a:r>
              <a:rPr dirty="0" spc="-55"/>
              <a:t>Showcase</a:t>
            </a:r>
            <a:r>
              <a:rPr dirty="0" spc="-300"/>
              <a:t> </a:t>
            </a:r>
            <a:r>
              <a:rPr dirty="0" spc="495"/>
              <a:t>—</a:t>
            </a:r>
            <a:r>
              <a:rPr dirty="0" spc="-260"/>
              <a:t> </a:t>
            </a:r>
            <a:r>
              <a:rPr dirty="0" spc="-85"/>
              <a:t>User</a:t>
            </a:r>
            <a:r>
              <a:rPr dirty="0" spc="-295"/>
              <a:t> </a:t>
            </a:r>
            <a:r>
              <a:rPr dirty="0" spc="-110"/>
              <a:t>Management</a:t>
            </a:r>
            <a:r>
              <a:rPr dirty="0" spc="-265"/>
              <a:t> </a:t>
            </a:r>
            <a:r>
              <a:rPr dirty="0" spc="600"/>
              <a:t>s</a:t>
            </a:r>
            <a:r>
              <a:rPr dirty="0" spc="-315"/>
              <a:t> </a:t>
            </a:r>
            <a:r>
              <a:rPr dirty="0" spc="-135"/>
              <a:t>Audit</a:t>
            </a:r>
            <a:r>
              <a:rPr dirty="0" spc="-265"/>
              <a:t> </a:t>
            </a:r>
            <a:r>
              <a:rPr dirty="0" spc="-20"/>
              <a:t>Logs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49558" y="353440"/>
            <a:ext cx="5937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ADMIN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29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30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625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7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User</a:t>
            </a:r>
            <a:r>
              <a:rPr dirty="0" sz="900" spc="-4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Management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19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2077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40" b="1">
                <a:solidFill>
                  <a:srgbClr val="5A636D"/>
                </a:solidFill>
                <a:latin typeface="Trebuchet MS"/>
                <a:cs typeface="Trebuchet MS"/>
              </a:rPr>
              <a:t> Audit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Logs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5"/>
              <a:t> </a:t>
            </a:r>
            <a:r>
              <a:rPr dirty="0" spc="-55"/>
              <a:t>Showcase</a:t>
            </a:r>
            <a:r>
              <a:rPr dirty="0" spc="-290"/>
              <a:t> </a:t>
            </a:r>
            <a:r>
              <a:rPr dirty="0" spc="495"/>
              <a:t>—</a:t>
            </a:r>
            <a:r>
              <a:rPr dirty="0" spc="-254"/>
              <a:t> </a:t>
            </a:r>
            <a:r>
              <a:rPr dirty="0" spc="-70"/>
              <a:t>System</a:t>
            </a:r>
            <a:r>
              <a:rPr dirty="0" spc="-275"/>
              <a:t> </a:t>
            </a:r>
            <a:r>
              <a:rPr dirty="0" spc="-100"/>
              <a:t>Reports</a:t>
            </a:r>
            <a:r>
              <a:rPr dirty="0" spc="-295"/>
              <a:t> </a:t>
            </a:r>
            <a:r>
              <a:rPr dirty="0" spc="600"/>
              <a:t>s</a:t>
            </a:r>
            <a:r>
              <a:rPr dirty="0" spc="-225"/>
              <a:t> </a:t>
            </a:r>
            <a:r>
              <a:rPr dirty="0" spc="-125"/>
              <a:t>Application</a:t>
            </a:r>
            <a:r>
              <a:rPr dirty="0" spc="-275"/>
              <a:t> </a:t>
            </a:r>
            <a:r>
              <a:rPr dirty="0" spc="-30"/>
              <a:t>Settings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49558" y="353440"/>
            <a:ext cx="5937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ADMIN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31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32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5005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5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System</a:t>
            </a:r>
            <a:r>
              <a:rPr dirty="0" sz="900" spc="-5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Reports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20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721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4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Application</a:t>
            </a:r>
            <a:r>
              <a:rPr dirty="0" sz="900" spc="-7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Settings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45"/>
              <a:t> </a:t>
            </a:r>
            <a:r>
              <a:rPr dirty="0" spc="-55"/>
              <a:t>Showcase</a:t>
            </a:r>
            <a:r>
              <a:rPr dirty="0" spc="-300"/>
              <a:t> </a:t>
            </a:r>
            <a:r>
              <a:rPr dirty="0" spc="495"/>
              <a:t>—</a:t>
            </a:r>
            <a:r>
              <a:rPr dirty="0" spc="-270"/>
              <a:t> </a:t>
            </a:r>
            <a:r>
              <a:rPr dirty="0" spc="-145"/>
              <a:t>Logout</a:t>
            </a:r>
            <a:r>
              <a:rPr dirty="0" spc="-270"/>
              <a:t> </a:t>
            </a:r>
            <a:r>
              <a:rPr dirty="0" spc="600"/>
              <a:t>s</a:t>
            </a:r>
            <a:r>
              <a:rPr dirty="0" spc="-320"/>
              <a:t> </a:t>
            </a:r>
            <a:r>
              <a:rPr dirty="0" spc="-80"/>
              <a:t>Notifications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49558" y="353440"/>
            <a:ext cx="5937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ADMIN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33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34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0325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7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Logout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3500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Notifications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5"/>
              <a:t> </a:t>
            </a:r>
            <a:r>
              <a:rPr dirty="0" spc="-55"/>
              <a:t>Showcase</a:t>
            </a:r>
            <a:r>
              <a:rPr dirty="0" spc="-285"/>
              <a:t> </a:t>
            </a:r>
            <a:r>
              <a:rPr dirty="0" spc="495"/>
              <a:t>—</a:t>
            </a:r>
            <a:r>
              <a:rPr dirty="0" spc="-250"/>
              <a:t> </a:t>
            </a:r>
            <a:r>
              <a:rPr dirty="0" spc="-160"/>
              <a:t>Inventory</a:t>
            </a:r>
            <a:r>
              <a:rPr dirty="0" spc="-265"/>
              <a:t> </a:t>
            </a:r>
            <a:r>
              <a:rPr dirty="0" spc="-120"/>
              <a:t>Management</a:t>
            </a:r>
            <a:r>
              <a:rPr dirty="0" spc="-254"/>
              <a:t> </a:t>
            </a:r>
            <a:r>
              <a:rPr dirty="0" spc="600"/>
              <a:t>s</a:t>
            </a:r>
            <a:r>
              <a:rPr dirty="0" spc="-229"/>
              <a:t> </a:t>
            </a:r>
            <a:r>
              <a:rPr dirty="0" spc="-65"/>
              <a:t>System</a:t>
            </a:r>
            <a:r>
              <a:rPr dirty="0" spc="-275"/>
              <a:t> </a:t>
            </a:r>
            <a:r>
              <a:rPr dirty="0" spc="-30"/>
              <a:t>Settings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49558" y="353440"/>
            <a:ext cx="5937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ADMIN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35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575" y="1171574"/>
              <a:ext cx="4152900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36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7524" y="1171574"/>
              <a:ext cx="41529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873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4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30" b="1">
                <a:solidFill>
                  <a:srgbClr val="5A636D"/>
                </a:solidFill>
                <a:latin typeface="Trebuchet MS"/>
                <a:cs typeface="Trebuchet MS"/>
              </a:rPr>
              <a:t>Inventory</a:t>
            </a:r>
            <a:r>
              <a:rPr dirty="0" sz="900" spc="-6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Management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5119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3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System</a:t>
            </a:r>
            <a:r>
              <a:rPr dirty="0" sz="900" spc="-3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Settings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0"/>
              <a:t> </a:t>
            </a:r>
            <a:r>
              <a:rPr dirty="0" spc="-55"/>
              <a:t>Showcase</a:t>
            </a:r>
            <a:r>
              <a:rPr dirty="0" spc="-285"/>
              <a:t> </a:t>
            </a:r>
            <a:r>
              <a:rPr dirty="0" spc="495"/>
              <a:t>—</a:t>
            </a:r>
            <a:r>
              <a:rPr dirty="0" spc="-245"/>
              <a:t> </a:t>
            </a:r>
            <a:r>
              <a:rPr dirty="0" spc="-165"/>
              <a:t>Patient</a:t>
            </a:r>
            <a:r>
              <a:rPr dirty="0" spc="-250"/>
              <a:t> </a:t>
            </a:r>
            <a:r>
              <a:rPr dirty="0" spc="-85"/>
              <a:t>Dashboard</a:t>
            </a:r>
            <a:r>
              <a:rPr dirty="0" spc="-215"/>
              <a:t> </a:t>
            </a:r>
            <a:r>
              <a:rPr dirty="0" spc="600"/>
              <a:t>s</a:t>
            </a:r>
            <a:r>
              <a:rPr dirty="0" spc="-215"/>
              <a:t> </a:t>
            </a:r>
            <a:r>
              <a:rPr dirty="0" spc="-135"/>
              <a:t>Prescription</a:t>
            </a:r>
            <a:r>
              <a:rPr dirty="0" spc="-270"/>
              <a:t> </a:t>
            </a:r>
            <a:r>
              <a:rPr dirty="0" spc="-10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4756" y="353440"/>
            <a:ext cx="6654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8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25" b="1">
                <a:solidFill>
                  <a:srgbClr val="008F95"/>
                </a:solidFill>
                <a:latin typeface="Trebuchet MS"/>
                <a:cs typeface="Trebuchet MS"/>
              </a:rPr>
              <a:t>PATIENT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37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025" y="1171574"/>
              <a:ext cx="3800475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38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8975" y="1171574"/>
              <a:ext cx="38100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652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6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5" b="1">
                <a:solidFill>
                  <a:srgbClr val="5A636D"/>
                </a:solidFill>
                <a:latin typeface="Trebuchet MS"/>
                <a:cs typeface="Trebuchet MS"/>
              </a:rPr>
              <a:t>Patient</a:t>
            </a:r>
            <a:r>
              <a:rPr dirty="0" sz="900" spc="-1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Dashboard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23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9469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3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Prescription</a:t>
            </a:r>
            <a:r>
              <a:rPr dirty="0" sz="900" spc="4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Information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9"/>
              <a:t> </a:t>
            </a:r>
            <a:r>
              <a:rPr dirty="0" spc="-55"/>
              <a:t>Showcase</a:t>
            </a:r>
            <a:r>
              <a:rPr dirty="0" spc="-290"/>
              <a:t> </a:t>
            </a:r>
            <a:r>
              <a:rPr dirty="0" spc="495"/>
              <a:t>—</a:t>
            </a:r>
            <a:r>
              <a:rPr dirty="0" spc="-254"/>
              <a:t> </a:t>
            </a:r>
            <a:r>
              <a:rPr dirty="0" spc="-165"/>
              <a:t>Patient</a:t>
            </a:r>
            <a:r>
              <a:rPr dirty="0" spc="-254"/>
              <a:t> </a:t>
            </a:r>
            <a:r>
              <a:rPr dirty="0" spc="-140"/>
              <a:t>Profile</a:t>
            </a:r>
            <a:r>
              <a:rPr dirty="0" spc="-235"/>
              <a:t> </a:t>
            </a:r>
            <a:r>
              <a:rPr dirty="0" spc="600"/>
              <a:t>s</a:t>
            </a:r>
            <a:r>
              <a:rPr dirty="0" spc="-305"/>
              <a:t> </a:t>
            </a:r>
            <a:r>
              <a:rPr dirty="0" spc="-114"/>
              <a:t>Medication</a:t>
            </a:r>
            <a:r>
              <a:rPr dirty="0" spc="-275"/>
              <a:t> </a:t>
            </a:r>
            <a:r>
              <a:rPr dirty="0" spc="-6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4756" y="353440"/>
            <a:ext cx="6654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8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25" b="1">
                <a:solidFill>
                  <a:srgbClr val="008F95"/>
                </a:solidFill>
                <a:latin typeface="Trebuchet MS"/>
                <a:cs typeface="Trebuchet MS"/>
              </a:rPr>
              <a:t>PATIENT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39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025" y="1171574"/>
              <a:ext cx="3800475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40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8975" y="1171574"/>
              <a:ext cx="38100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4198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6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5" b="1">
                <a:solidFill>
                  <a:srgbClr val="5A636D"/>
                </a:solidFill>
                <a:latin typeface="Trebuchet MS"/>
                <a:cs typeface="Trebuchet MS"/>
              </a:rPr>
              <a:t>Patient</a:t>
            </a:r>
            <a:r>
              <a:rPr dirty="0" sz="900" spc="-1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Profile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9589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5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Medication</a:t>
            </a:r>
            <a:r>
              <a:rPr dirty="0" sz="900" spc="2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Management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0"/>
              <a:t> </a:t>
            </a:r>
            <a:r>
              <a:rPr dirty="0" spc="-55"/>
              <a:t>Showcase</a:t>
            </a:r>
            <a:r>
              <a:rPr dirty="0" spc="-285"/>
              <a:t> </a:t>
            </a:r>
            <a:r>
              <a:rPr dirty="0" spc="495"/>
              <a:t>—</a:t>
            </a:r>
            <a:r>
              <a:rPr dirty="0" spc="-245"/>
              <a:t> </a:t>
            </a:r>
            <a:r>
              <a:rPr dirty="0" spc="-95"/>
              <a:t>Pharmacist</a:t>
            </a:r>
            <a:r>
              <a:rPr dirty="0" spc="-254"/>
              <a:t> </a:t>
            </a:r>
            <a:r>
              <a:rPr dirty="0" spc="-85"/>
              <a:t>Dashboard</a:t>
            </a:r>
            <a:r>
              <a:rPr dirty="0" spc="-295"/>
              <a:t> </a:t>
            </a:r>
            <a:r>
              <a:rPr dirty="0" spc="600"/>
              <a:t>s</a:t>
            </a:r>
            <a:r>
              <a:rPr dirty="0" spc="-215"/>
              <a:t> </a:t>
            </a:r>
            <a:r>
              <a:rPr dirty="0" spc="-65"/>
              <a:t>Assigned</a:t>
            </a:r>
            <a:r>
              <a:rPr dirty="0" spc="-295"/>
              <a:t> </a:t>
            </a:r>
            <a:r>
              <a:rPr dirty="0" spc="-65"/>
              <a:t>Prescriptions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9580" y="353440"/>
            <a:ext cx="930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PHARMACIST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41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025" y="1171574"/>
              <a:ext cx="3800475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42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8975" y="1171574"/>
              <a:ext cx="38100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8815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5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Pharmacist</a:t>
            </a:r>
            <a:r>
              <a:rPr dirty="0" sz="900" spc="-10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Dashboard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864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Assigned</a:t>
            </a:r>
            <a:r>
              <a:rPr dirty="0" sz="900" spc="-5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Prescriptions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0"/>
              <a:t> </a:t>
            </a:r>
            <a:r>
              <a:rPr dirty="0" spc="-55"/>
              <a:t>Showcase</a:t>
            </a:r>
            <a:r>
              <a:rPr dirty="0" spc="-280"/>
              <a:t> </a:t>
            </a:r>
            <a:r>
              <a:rPr dirty="0" spc="495"/>
              <a:t>—</a:t>
            </a:r>
            <a:r>
              <a:rPr dirty="0" spc="-245"/>
              <a:t> </a:t>
            </a:r>
            <a:r>
              <a:rPr dirty="0" spc="-135"/>
              <a:t>Prescription</a:t>
            </a:r>
            <a:r>
              <a:rPr dirty="0" spc="-260"/>
              <a:t> </a:t>
            </a:r>
            <a:r>
              <a:rPr dirty="0" spc="-155"/>
              <a:t>Verification</a:t>
            </a:r>
            <a:r>
              <a:rPr dirty="0" spc="-265"/>
              <a:t> </a:t>
            </a:r>
            <a:r>
              <a:rPr dirty="0" spc="600"/>
              <a:t>s</a:t>
            </a:r>
            <a:r>
              <a:rPr dirty="0" spc="-220"/>
              <a:t> </a:t>
            </a:r>
            <a:r>
              <a:rPr dirty="0" spc="-30"/>
              <a:t>Dispensing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9580" y="353440"/>
            <a:ext cx="930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PHARMACIST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43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025" y="1171574"/>
              <a:ext cx="3800475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44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8975" y="1171574"/>
              <a:ext cx="38100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9494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4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Prescription</a:t>
            </a:r>
            <a:r>
              <a:rPr dirty="0" sz="900" spc="2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Verification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2547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Dispensing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0"/>
              <a:t> </a:t>
            </a:r>
            <a:r>
              <a:rPr dirty="0" spc="-55"/>
              <a:t>Showcase</a:t>
            </a:r>
            <a:r>
              <a:rPr dirty="0" spc="-285"/>
              <a:t> </a:t>
            </a:r>
            <a:r>
              <a:rPr dirty="0" spc="495"/>
              <a:t>—</a:t>
            </a:r>
            <a:r>
              <a:rPr dirty="0" spc="-245"/>
              <a:t> </a:t>
            </a:r>
            <a:r>
              <a:rPr dirty="0" spc="-95"/>
              <a:t>Pharmacist</a:t>
            </a:r>
            <a:r>
              <a:rPr dirty="0" spc="-250"/>
              <a:t> </a:t>
            </a:r>
            <a:r>
              <a:rPr dirty="0" spc="-160"/>
              <a:t>Inventory</a:t>
            </a:r>
            <a:r>
              <a:rPr dirty="0" spc="-265"/>
              <a:t> </a:t>
            </a:r>
            <a:r>
              <a:rPr dirty="0" spc="600"/>
              <a:t>s</a:t>
            </a:r>
            <a:r>
              <a:rPr dirty="0" spc="-300"/>
              <a:t> </a:t>
            </a:r>
            <a:r>
              <a:rPr dirty="0" spc="-95"/>
              <a:t>Pharmacist</a:t>
            </a:r>
            <a:r>
              <a:rPr dirty="0" spc="-250"/>
              <a:t> </a:t>
            </a:r>
            <a:r>
              <a:rPr dirty="0" spc="-35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9580" y="353440"/>
            <a:ext cx="930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PHARMACIST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23861"/>
            <a:ext cx="5624830" cy="5224780"/>
            <a:chOff x="438126" y="1123861"/>
            <a:chExt cx="5624830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23861"/>
              <a:ext cx="5624623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4703762" y="0"/>
                  </a:moveTo>
                  <a:lnTo>
                    <a:pt x="858837" y="0"/>
                  </a:lnTo>
                  <a:lnTo>
                    <a:pt x="810102" y="1359"/>
                  </a:lnTo>
                  <a:lnTo>
                    <a:pt x="762080" y="5388"/>
                  </a:lnTo>
                  <a:lnTo>
                    <a:pt x="714844" y="12015"/>
                  </a:lnTo>
                  <a:lnTo>
                    <a:pt x="668466" y="21168"/>
                  </a:lnTo>
                  <a:lnTo>
                    <a:pt x="623018" y="32773"/>
                  </a:lnTo>
                  <a:lnTo>
                    <a:pt x="578574" y="46759"/>
                  </a:lnTo>
                  <a:lnTo>
                    <a:pt x="535206" y="63053"/>
                  </a:lnTo>
                  <a:lnTo>
                    <a:pt x="492985" y="81582"/>
                  </a:lnTo>
                  <a:lnTo>
                    <a:pt x="451986" y="102274"/>
                  </a:lnTo>
                  <a:lnTo>
                    <a:pt x="412279" y="125057"/>
                  </a:lnTo>
                  <a:lnTo>
                    <a:pt x="373939" y="149858"/>
                  </a:lnTo>
                  <a:lnTo>
                    <a:pt x="337036" y="176604"/>
                  </a:lnTo>
                  <a:lnTo>
                    <a:pt x="301645" y="205224"/>
                  </a:lnTo>
                  <a:lnTo>
                    <a:pt x="267836" y="235644"/>
                  </a:lnTo>
                  <a:lnTo>
                    <a:pt x="235684" y="267793"/>
                  </a:lnTo>
                  <a:lnTo>
                    <a:pt x="205259" y="301598"/>
                  </a:lnTo>
                  <a:lnTo>
                    <a:pt x="176635" y="336986"/>
                  </a:lnTo>
                  <a:lnTo>
                    <a:pt x="149885" y="373885"/>
                  </a:lnTo>
                  <a:lnTo>
                    <a:pt x="125080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0" y="4740681"/>
                  </a:lnTo>
                  <a:lnTo>
                    <a:pt x="149885" y="4779022"/>
                  </a:lnTo>
                  <a:lnTo>
                    <a:pt x="176635" y="4815924"/>
                  </a:lnTo>
                  <a:lnTo>
                    <a:pt x="205259" y="4851316"/>
                  </a:lnTo>
                  <a:lnTo>
                    <a:pt x="235684" y="4885124"/>
                  </a:lnTo>
                  <a:lnTo>
                    <a:pt x="267836" y="4917277"/>
                  </a:lnTo>
                  <a:lnTo>
                    <a:pt x="301645" y="4947701"/>
                  </a:lnTo>
                  <a:lnTo>
                    <a:pt x="337036" y="4976325"/>
                  </a:lnTo>
                  <a:lnTo>
                    <a:pt x="373939" y="5003076"/>
                  </a:lnTo>
                  <a:lnTo>
                    <a:pt x="412279" y="5027880"/>
                  </a:lnTo>
                  <a:lnTo>
                    <a:pt x="451986" y="5050667"/>
                  </a:lnTo>
                  <a:lnTo>
                    <a:pt x="492985" y="5071363"/>
                  </a:lnTo>
                  <a:lnTo>
                    <a:pt x="535206" y="5089895"/>
                  </a:lnTo>
                  <a:lnTo>
                    <a:pt x="578574" y="5106192"/>
                  </a:lnTo>
                  <a:lnTo>
                    <a:pt x="623018" y="5120180"/>
                  </a:lnTo>
                  <a:lnTo>
                    <a:pt x="668466" y="5131788"/>
                  </a:lnTo>
                  <a:lnTo>
                    <a:pt x="714844" y="5140942"/>
                  </a:lnTo>
                  <a:lnTo>
                    <a:pt x="762080" y="5147571"/>
                  </a:lnTo>
                  <a:lnTo>
                    <a:pt x="810102" y="5151601"/>
                  </a:lnTo>
                  <a:lnTo>
                    <a:pt x="858837" y="5152961"/>
                  </a:lnTo>
                  <a:lnTo>
                    <a:pt x="4703762" y="5152961"/>
                  </a:lnTo>
                  <a:lnTo>
                    <a:pt x="4752500" y="5151601"/>
                  </a:lnTo>
                  <a:lnTo>
                    <a:pt x="4800524" y="5147571"/>
                  </a:lnTo>
                  <a:lnTo>
                    <a:pt x="4847764" y="5140942"/>
                  </a:lnTo>
                  <a:lnTo>
                    <a:pt x="4894144" y="5131788"/>
                  </a:lnTo>
                  <a:lnTo>
                    <a:pt x="4939595" y="5120180"/>
                  </a:lnTo>
                  <a:lnTo>
                    <a:pt x="4984042" y="5106192"/>
                  </a:lnTo>
                  <a:lnTo>
                    <a:pt x="5027413" y="5089895"/>
                  </a:lnTo>
                  <a:lnTo>
                    <a:pt x="5069637" y="5071363"/>
                  </a:lnTo>
                  <a:lnTo>
                    <a:pt x="5110639" y="5050667"/>
                  </a:lnTo>
                  <a:lnTo>
                    <a:pt x="5150348" y="5027880"/>
                  </a:lnTo>
                  <a:lnTo>
                    <a:pt x="5188692" y="5003076"/>
                  </a:lnTo>
                  <a:lnTo>
                    <a:pt x="5225597" y="4976325"/>
                  </a:lnTo>
                  <a:lnTo>
                    <a:pt x="5260992" y="4947701"/>
                  </a:lnTo>
                  <a:lnTo>
                    <a:pt x="5294803" y="4917277"/>
                  </a:lnTo>
                  <a:lnTo>
                    <a:pt x="5326958" y="4885124"/>
                  </a:lnTo>
                  <a:lnTo>
                    <a:pt x="5357385" y="4851316"/>
                  </a:lnTo>
                  <a:lnTo>
                    <a:pt x="5386011" y="4815924"/>
                  </a:lnTo>
                  <a:lnTo>
                    <a:pt x="5412764" y="4779022"/>
                  </a:lnTo>
                  <a:lnTo>
                    <a:pt x="5437571" y="4740681"/>
                  </a:lnTo>
                  <a:lnTo>
                    <a:pt x="5460359" y="4700975"/>
                  </a:lnTo>
                  <a:lnTo>
                    <a:pt x="5481057" y="4659975"/>
                  </a:lnTo>
                  <a:lnTo>
                    <a:pt x="5499591" y="4617755"/>
                  </a:lnTo>
                  <a:lnTo>
                    <a:pt x="5515889" y="4574386"/>
                  </a:lnTo>
                  <a:lnTo>
                    <a:pt x="5529879" y="4529942"/>
                  </a:lnTo>
                  <a:lnTo>
                    <a:pt x="5541488" y="4484495"/>
                  </a:lnTo>
                  <a:lnTo>
                    <a:pt x="5550643" y="4438117"/>
                  </a:lnTo>
                  <a:lnTo>
                    <a:pt x="5557273" y="4390881"/>
                  </a:lnTo>
                  <a:lnTo>
                    <a:pt x="5561303" y="4342859"/>
                  </a:lnTo>
                  <a:lnTo>
                    <a:pt x="5562663" y="4294124"/>
                  </a:lnTo>
                  <a:lnTo>
                    <a:pt x="5562663" y="858774"/>
                  </a:lnTo>
                  <a:lnTo>
                    <a:pt x="5561303" y="810036"/>
                  </a:lnTo>
                  <a:lnTo>
                    <a:pt x="5557273" y="762013"/>
                  </a:lnTo>
                  <a:lnTo>
                    <a:pt x="5550643" y="714776"/>
                  </a:lnTo>
                  <a:lnTo>
                    <a:pt x="5541488" y="668398"/>
                  </a:lnTo>
                  <a:lnTo>
                    <a:pt x="5529879" y="622951"/>
                  </a:lnTo>
                  <a:lnTo>
                    <a:pt x="5515889" y="578508"/>
                  </a:lnTo>
                  <a:lnTo>
                    <a:pt x="5499591" y="535141"/>
                  </a:lnTo>
                  <a:lnTo>
                    <a:pt x="5481057" y="492923"/>
                  </a:lnTo>
                  <a:lnTo>
                    <a:pt x="5460359" y="451926"/>
                  </a:lnTo>
                  <a:lnTo>
                    <a:pt x="5437571" y="412222"/>
                  </a:lnTo>
                  <a:lnTo>
                    <a:pt x="5412764" y="373885"/>
                  </a:lnTo>
                  <a:lnTo>
                    <a:pt x="5386011" y="336986"/>
                  </a:lnTo>
                  <a:lnTo>
                    <a:pt x="5357385" y="301598"/>
                  </a:lnTo>
                  <a:lnTo>
                    <a:pt x="5326958" y="267793"/>
                  </a:lnTo>
                  <a:lnTo>
                    <a:pt x="5294803" y="235644"/>
                  </a:lnTo>
                  <a:lnTo>
                    <a:pt x="5260992" y="205224"/>
                  </a:lnTo>
                  <a:lnTo>
                    <a:pt x="5225597" y="176604"/>
                  </a:lnTo>
                  <a:lnTo>
                    <a:pt x="5188692" y="149858"/>
                  </a:lnTo>
                  <a:lnTo>
                    <a:pt x="5150348" y="125057"/>
                  </a:lnTo>
                  <a:lnTo>
                    <a:pt x="5110639" y="102274"/>
                  </a:lnTo>
                  <a:lnTo>
                    <a:pt x="5069637" y="81582"/>
                  </a:lnTo>
                  <a:lnTo>
                    <a:pt x="5027413" y="63053"/>
                  </a:lnTo>
                  <a:lnTo>
                    <a:pt x="4984042" y="46759"/>
                  </a:lnTo>
                  <a:lnTo>
                    <a:pt x="4939595" y="32773"/>
                  </a:lnTo>
                  <a:lnTo>
                    <a:pt x="4894144" y="21168"/>
                  </a:lnTo>
                  <a:lnTo>
                    <a:pt x="4847764" y="12015"/>
                  </a:lnTo>
                  <a:lnTo>
                    <a:pt x="4800524" y="5388"/>
                  </a:lnTo>
                  <a:lnTo>
                    <a:pt x="4752500" y="1359"/>
                  </a:lnTo>
                  <a:lnTo>
                    <a:pt x="470376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38300"/>
              <a:ext cx="5563235" cy="5153025"/>
            </a:xfrm>
            <a:custGeom>
              <a:avLst/>
              <a:gdLst/>
              <a:ahLst/>
              <a:cxnLst/>
              <a:rect l="l" t="t" r="r" b="b"/>
              <a:pathLst>
                <a:path w="5563235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0" y="412222"/>
                  </a:lnTo>
                  <a:lnTo>
                    <a:pt x="149885" y="373885"/>
                  </a:lnTo>
                  <a:lnTo>
                    <a:pt x="176635" y="336986"/>
                  </a:lnTo>
                  <a:lnTo>
                    <a:pt x="205259" y="301598"/>
                  </a:lnTo>
                  <a:lnTo>
                    <a:pt x="235684" y="267793"/>
                  </a:lnTo>
                  <a:lnTo>
                    <a:pt x="267836" y="235644"/>
                  </a:lnTo>
                  <a:lnTo>
                    <a:pt x="301645" y="205224"/>
                  </a:lnTo>
                  <a:lnTo>
                    <a:pt x="337036" y="176604"/>
                  </a:lnTo>
                  <a:lnTo>
                    <a:pt x="373939" y="149858"/>
                  </a:lnTo>
                  <a:lnTo>
                    <a:pt x="412279" y="125057"/>
                  </a:lnTo>
                  <a:lnTo>
                    <a:pt x="451986" y="102274"/>
                  </a:lnTo>
                  <a:lnTo>
                    <a:pt x="492985" y="81582"/>
                  </a:lnTo>
                  <a:lnTo>
                    <a:pt x="535206" y="63053"/>
                  </a:lnTo>
                  <a:lnTo>
                    <a:pt x="578574" y="46759"/>
                  </a:lnTo>
                  <a:lnTo>
                    <a:pt x="623018" y="32773"/>
                  </a:lnTo>
                  <a:lnTo>
                    <a:pt x="668466" y="21168"/>
                  </a:lnTo>
                  <a:lnTo>
                    <a:pt x="714844" y="12015"/>
                  </a:lnTo>
                  <a:lnTo>
                    <a:pt x="762080" y="5388"/>
                  </a:lnTo>
                  <a:lnTo>
                    <a:pt x="810102" y="1359"/>
                  </a:lnTo>
                  <a:lnTo>
                    <a:pt x="858837" y="0"/>
                  </a:lnTo>
                  <a:lnTo>
                    <a:pt x="4703762" y="0"/>
                  </a:lnTo>
                  <a:lnTo>
                    <a:pt x="4752500" y="1359"/>
                  </a:lnTo>
                  <a:lnTo>
                    <a:pt x="4800524" y="5388"/>
                  </a:lnTo>
                  <a:lnTo>
                    <a:pt x="4847764" y="12015"/>
                  </a:lnTo>
                  <a:lnTo>
                    <a:pt x="4894144" y="21168"/>
                  </a:lnTo>
                  <a:lnTo>
                    <a:pt x="4939595" y="32773"/>
                  </a:lnTo>
                  <a:lnTo>
                    <a:pt x="4984042" y="46759"/>
                  </a:lnTo>
                  <a:lnTo>
                    <a:pt x="5027413" y="63053"/>
                  </a:lnTo>
                  <a:lnTo>
                    <a:pt x="5069637" y="81582"/>
                  </a:lnTo>
                  <a:lnTo>
                    <a:pt x="5110639" y="102274"/>
                  </a:lnTo>
                  <a:lnTo>
                    <a:pt x="5150348" y="125057"/>
                  </a:lnTo>
                  <a:lnTo>
                    <a:pt x="5188692" y="149858"/>
                  </a:lnTo>
                  <a:lnTo>
                    <a:pt x="5225597" y="176604"/>
                  </a:lnTo>
                  <a:lnTo>
                    <a:pt x="5260992" y="205224"/>
                  </a:lnTo>
                  <a:lnTo>
                    <a:pt x="5294803" y="235644"/>
                  </a:lnTo>
                  <a:lnTo>
                    <a:pt x="5326958" y="267793"/>
                  </a:lnTo>
                  <a:lnTo>
                    <a:pt x="5357385" y="301598"/>
                  </a:lnTo>
                  <a:lnTo>
                    <a:pt x="5386011" y="336986"/>
                  </a:lnTo>
                  <a:lnTo>
                    <a:pt x="5412764" y="373885"/>
                  </a:lnTo>
                  <a:lnTo>
                    <a:pt x="5437571" y="412222"/>
                  </a:lnTo>
                  <a:lnTo>
                    <a:pt x="5460359" y="451926"/>
                  </a:lnTo>
                  <a:lnTo>
                    <a:pt x="5481057" y="492923"/>
                  </a:lnTo>
                  <a:lnTo>
                    <a:pt x="5499591" y="535141"/>
                  </a:lnTo>
                  <a:lnTo>
                    <a:pt x="5515889" y="578508"/>
                  </a:lnTo>
                  <a:lnTo>
                    <a:pt x="5529879" y="622951"/>
                  </a:lnTo>
                  <a:lnTo>
                    <a:pt x="5541488" y="668398"/>
                  </a:lnTo>
                  <a:lnTo>
                    <a:pt x="5550643" y="714776"/>
                  </a:lnTo>
                  <a:lnTo>
                    <a:pt x="5557273" y="762013"/>
                  </a:lnTo>
                  <a:lnTo>
                    <a:pt x="5561303" y="810036"/>
                  </a:lnTo>
                  <a:lnTo>
                    <a:pt x="5562663" y="858774"/>
                  </a:lnTo>
                  <a:lnTo>
                    <a:pt x="5562663" y="4294124"/>
                  </a:lnTo>
                  <a:lnTo>
                    <a:pt x="5561303" y="4342859"/>
                  </a:lnTo>
                  <a:lnTo>
                    <a:pt x="5557273" y="4390881"/>
                  </a:lnTo>
                  <a:lnTo>
                    <a:pt x="5550643" y="4438117"/>
                  </a:lnTo>
                  <a:lnTo>
                    <a:pt x="5541488" y="4484495"/>
                  </a:lnTo>
                  <a:lnTo>
                    <a:pt x="5529879" y="4529942"/>
                  </a:lnTo>
                  <a:lnTo>
                    <a:pt x="5515889" y="4574386"/>
                  </a:lnTo>
                  <a:lnTo>
                    <a:pt x="5499591" y="4617755"/>
                  </a:lnTo>
                  <a:lnTo>
                    <a:pt x="5481057" y="4659975"/>
                  </a:lnTo>
                  <a:lnTo>
                    <a:pt x="5460359" y="4700975"/>
                  </a:lnTo>
                  <a:lnTo>
                    <a:pt x="5437571" y="4740681"/>
                  </a:lnTo>
                  <a:lnTo>
                    <a:pt x="5412764" y="4779022"/>
                  </a:lnTo>
                  <a:lnTo>
                    <a:pt x="5386011" y="4815924"/>
                  </a:lnTo>
                  <a:lnTo>
                    <a:pt x="5357385" y="4851316"/>
                  </a:lnTo>
                  <a:lnTo>
                    <a:pt x="5326958" y="4885124"/>
                  </a:lnTo>
                  <a:lnTo>
                    <a:pt x="5294803" y="4917277"/>
                  </a:lnTo>
                  <a:lnTo>
                    <a:pt x="5260992" y="4947701"/>
                  </a:lnTo>
                  <a:lnTo>
                    <a:pt x="5225597" y="4976325"/>
                  </a:lnTo>
                  <a:lnTo>
                    <a:pt x="5188692" y="5003076"/>
                  </a:lnTo>
                  <a:lnTo>
                    <a:pt x="5150348" y="5027880"/>
                  </a:lnTo>
                  <a:lnTo>
                    <a:pt x="5110639" y="5050667"/>
                  </a:lnTo>
                  <a:lnTo>
                    <a:pt x="5069637" y="5071363"/>
                  </a:lnTo>
                  <a:lnTo>
                    <a:pt x="5027413" y="5089895"/>
                  </a:lnTo>
                  <a:lnTo>
                    <a:pt x="4984042" y="5106192"/>
                  </a:lnTo>
                  <a:lnTo>
                    <a:pt x="4939595" y="5120180"/>
                  </a:lnTo>
                  <a:lnTo>
                    <a:pt x="4894144" y="5131788"/>
                  </a:lnTo>
                  <a:lnTo>
                    <a:pt x="4847764" y="5140942"/>
                  </a:lnTo>
                  <a:lnTo>
                    <a:pt x="4800524" y="5147571"/>
                  </a:lnTo>
                  <a:lnTo>
                    <a:pt x="4752500" y="5151601"/>
                  </a:lnTo>
                  <a:lnTo>
                    <a:pt x="4703762" y="5152961"/>
                  </a:lnTo>
                  <a:lnTo>
                    <a:pt x="858837" y="5152961"/>
                  </a:lnTo>
                  <a:lnTo>
                    <a:pt x="810102" y="5151601"/>
                  </a:lnTo>
                  <a:lnTo>
                    <a:pt x="762080" y="5147571"/>
                  </a:lnTo>
                  <a:lnTo>
                    <a:pt x="714844" y="5140942"/>
                  </a:lnTo>
                  <a:lnTo>
                    <a:pt x="668466" y="5131788"/>
                  </a:lnTo>
                  <a:lnTo>
                    <a:pt x="623018" y="5120180"/>
                  </a:lnTo>
                  <a:lnTo>
                    <a:pt x="578574" y="5106192"/>
                  </a:lnTo>
                  <a:lnTo>
                    <a:pt x="535206" y="5089895"/>
                  </a:lnTo>
                  <a:lnTo>
                    <a:pt x="492985" y="5071363"/>
                  </a:lnTo>
                  <a:lnTo>
                    <a:pt x="451986" y="5050667"/>
                  </a:lnTo>
                  <a:lnTo>
                    <a:pt x="412279" y="5027880"/>
                  </a:lnTo>
                  <a:lnTo>
                    <a:pt x="373939" y="5003076"/>
                  </a:lnTo>
                  <a:lnTo>
                    <a:pt x="337036" y="4976325"/>
                  </a:lnTo>
                  <a:lnTo>
                    <a:pt x="301645" y="4947701"/>
                  </a:lnTo>
                  <a:lnTo>
                    <a:pt x="267836" y="4917277"/>
                  </a:lnTo>
                  <a:lnTo>
                    <a:pt x="235684" y="4885124"/>
                  </a:lnTo>
                  <a:lnTo>
                    <a:pt x="205259" y="4851316"/>
                  </a:lnTo>
                  <a:lnTo>
                    <a:pt x="176635" y="4815924"/>
                  </a:lnTo>
                  <a:lnTo>
                    <a:pt x="149885" y="4779022"/>
                  </a:lnTo>
                  <a:lnTo>
                    <a:pt x="125080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45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025" y="1171574"/>
              <a:ext cx="3800475" cy="50768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23861"/>
            <a:ext cx="5624830" cy="5224780"/>
            <a:chOff x="6134076" y="1123861"/>
            <a:chExt cx="5624830" cy="52247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23861"/>
              <a:ext cx="5624623" cy="52245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4703699" y="0"/>
                  </a:moveTo>
                  <a:lnTo>
                    <a:pt x="858774" y="0"/>
                  </a:lnTo>
                  <a:lnTo>
                    <a:pt x="810036" y="1359"/>
                  </a:lnTo>
                  <a:lnTo>
                    <a:pt x="762013" y="5388"/>
                  </a:lnTo>
                  <a:lnTo>
                    <a:pt x="714776" y="12015"/>
                  </a:lnTo>
                  <a:lnTo>
                    <a:pt x="668398" y="21168"/>
                  </a:lnTo>
                  <a:lnTo>
                    <a:pt x="622951" y="32773"/>
                  </a:lnTo>
                  <a:lnTo>
                    <a:pt x="578508" y="46759"/>
                  </a:lnTo>
                  <a:lnTo>
                    <a:pt x="535141" y="63053"/>
                  </a:lnTo>
                  <a:lnTo>
                    <a:pt x="492923" y="81582"/>
                  </a:lnTo>
                  <a:lnTo>
                    <a:pt x="451926" y="102274"/>
                  </a:lnTo>
                  <a:lnTo>
                    <a:pt x="412222" y="125057"/>
                  </a:lnTo>
                  <a:lnTo>
                    <a:pt x="373885" y="149858"/>
                  </a:lnTo>
                  <a:lnTo>
                    <a:pt x="336986" y="176604"/>
                  </a:lnTo>
                  <a:lnTo>
                    <a:pt x="301598" y="205224"/>
                  </a:lnTo>
                  <a:lnTo>
                    <a:pt x="267793" y="235644"/>
                  </a:lnTo>
                  <a:lnTo>
                    <a:pt x="235644" y="267793"/>
                  </a:lnTo>
                  <a:lnTo>
                    <a:pt x="205224" y="301598"/>
                  </a:lnTo>
                  <a:lnTo>
                    <a:pt x="176604" y="336986"/>
                  </a:lnTo>
                  <a:lnTo>
                    <a:pt x="149858" y="373885"/>
                  </a:lnTo>
                  <a:lnTo>
                    <a:pt x="125057" y="412222"/>
                  </a:lnTo>
                  <a:lnTo>
                    <a:pt x="102274" y="451926"/>
                  </a:lnTo>
                  <a:lnTo>
                    <a:pt x="81582" y="492923"/>
                  </a:lnTo>
                  <a:lnTo>
                    <a:pt x="63053" y="535141"/>
                  </a:lnTo>
                  <a:lnTo>
                    <a:pt x="46759" y="578508"/>
                  </a:lnTo>
                  <a:lnTo>
                    <a:pt x="32773" y="622951"/>
                  </a:lnTo>
                  <a:lnTo>
                    <a:pt x="21168" y="668398"/>
                  </a:lnTo>
                  <a:lnTo>
                    <a:pt x="12015" y="714776"/>
                  </a:lnTo>
                  <a:lnTo>
                    <a:pt x="5388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8" y="4390881"/>
                  </a:lnTo>
                  <a:lnTo>
                    <a:pt x="12015" y="4438117"/>
                  </a:lnTo>
                  <a:lnTo>
                    <a:pt x="21168" y="4484495"/>
                  </a:lnTo>
                  <a:lnTo>
                    <a:pt x="32773" y="4529942"/>
                  </a:lnTo>
                  <a:lnTo>
                    <a:pt x="46759" y="4574386"/>
                  </a:lnTo>
                  <a:lnTo>
                    <a:pt x="63053" y="4617755"/>
                  </a:lnTo>
                  <a:lnTo>
                    <a:pt x="81582" y="4659975"/>
                  </a:lnTo>
                  <a:lnTo>
                    <a:pt x="102274" y="4700975"/>
                  </a:lnTo>
                  <a:lnTo>
                    <a:pt x="125057" y="4740681"/>
                  </a:lnTo>
                  <a:lnTo>
                    <a:pt x="149858" y="4779022"/>
                  </a:lnTo>
                  <a:lnTo>
                    <a:pt x="176604" y="4815924"/>
                  </a:lnTo>
                  <a:lnTo>
                    <a:pt x="205224" y="4851316"/>
                  </a:lnTo>
                  <a:lnTo>
                    <a:pt x="235644" y="4885124"/>
                  </a:lnTo>
                  <a:lnTo>
                    <a:pt x="267793" y="4917277"/>
                  </a:lnTo>
                  <a:lnTo>
                    <a:pt x="301598" y="4947701"/>
                  </a:lnTo>
                  <a:lnTo>
                    <a:pt x="336986" y="4976325"/>
                  </a:lnTo>
                  <a:lnTo>
                    <a:pt x="373885" y="5003076"/>
                  </a:lnTo>
                  <a:lnTo>
                    <a:pt x="412222" y="5027880"/>
                  </a:lnTo>
                  <a:lnTo>
                    <a:pt x="451926" y="5050667"/>
                  </a:lnTo>
                  <a:lnTo>
                    <a:pt x="492923" y="5071363"/>
                  </a:lnTo>
                  <a:lnTo>
                    <a:pt x="535141" y="5089895"/>
                  </a:lnTo>
                  <a:lnTo>
                    <a:pt x="578508" y="5106192"/>
                  </a:lnTo>
                  <a:lnTo>
                    <a:pt x="622951" y="5120180"/>
                  </a:lnTo>
                  <a:lnTo>
                    <a:pt x="668398" y="5131788"/>
                  </a:lnTo>
                  <a:lnTo>
                    <a:pt x="714776" y="5140942"/>
                  </a:lnTo>
                  <a:lnTo>
                    <a:pt x="762013" y="5147571"/>
                  </a:lnTo>
                  <a:lnTo>
                    <a:pt x="810036" y="5151601"/>
                  </a:lnTo>
                  <a:lnTo>
                    <a:pt x="858774" y="5152961"/>
                  </a:lnTo>
                  <a:lnTo>
                    <a:pt x="4703699" y="5152961"/>
                  </a:lnTo>
                  <a:lnTo>
                    <a:pt x="4752436" y="5151601"/>
                  </a:lnTo>
                  <a:lnTo>
                    <a:pt x="4800461" y="5147571"/>
                  </a:lnTo>
                  <a:lnTo>
                    <a:pt x="4847700" y="5140942"/>
                  </a:lnTo>
                  <a:lnTo>
                    <a:pt x="4894081" y="5131788"/>
                  </a:lnTo>
                  <a:lnTo>
                    <a:pt x="4939531" y="5120180"/>
                  </a:lnTo>
                  <a:lnTo>
                    <a:pt x="4983978" y="5106192"/>
                  </a:lnTo>
                  <a:lnTo>
                    <a:pt x="5027350" y="5089895"/>
                  </a:lnTo>
                  <a:lnTo>
                    <a:pt x="5069573" y="5071363"/>
                  </a:lnTo>
                  <a:lnTo>
                    <a:pt x="5110576" y="5050667"/>
                  </a:lnTo>
                  <a:lnTo>
                    <a:pt x="5150285" y="5027880"/>
                  </a:lnTo>
                  <a:lnTo>
                    <a:pt x="5188628" y="5003076"/>
                  </a:lnTo>
                  <a:lnTo>
                    <a:pt x="5225534" y="4976325"/>
                  </a:lnTo>
                  <a:lnTo>
                    <a:pt x="5260928" y="4947701"/>
                  </a:lnTo>
                  <a:lnTo>
                    <a:pt x="5294739" y="4917277"/>
                  </a:lnTo>
                  <a:lnTo>
                    <a:pt x="5326895" y="4885124"/>
                  </a:lnTo>
                  <a:lnTo>
                    <a:pt x="5357322" y="4851316"/>
                  </a:lnTo>
                  <a:lnTo>
                    <a:pt x="5385948" y="4815924"/>
                  </a:lnTo>
                  <a:lnTo>
                    <a:pt x="5412701" y="4779022"/>
                  </a:lnTo>
                  <a:lnTo>
                    <a:pt x="5437507" y="4740681"/>
                  </a:lnTo>
                  <a:lnTo>
                    <a:pt x="5460296" y="4700975"/>
                  </a:lnTo>
                  <a:lnTo>
                    <a:pt x="5480994" y="4659975"/>
                  </a:lnTo>
                  <a:lnTo>
                    <a:pt x="5499528" y="4617755"/>
                  </a:lnTo>
                  <a:lnTo>
                    <a:pt x="5515826" y="4574386"/>
                  </a:lnTo>
                  <a:lnTo>
                    <a:pt x="5529816" y="4529942"/>
                  </a:lnTo>
                  <a:lnTo>
                    <a:pt x="5541425" y="4484495"/>
                  </a:lnTo>
                  <a:lnTo>
                    <a:pt x="5550580" y="4438117"/>
                  </a:lnTo>
                  <a:lnTo>
                    <a:pt x="5557209" y="4390881"/>
                  </a:lnTo>
                  <a:lnTo>
                    <a:pt x="5561240" y="4342859"/>
                  </a:lnTo>
                  <a:lnTo>
                    <a:pt x="5562600" y="4294124"/>
                  </a:lnTo>
                  <a:lnTo>
                    <a:pt x="5562600" y="858774"/>
                  </a:lnTo>
                  <a:lnTo>
                    <a:pt x="5561240" y="810036"/>
                  </a:lnTo>
                  <a:lnTo>
                    <a:pt x="5557209" y="762013"/>
                  </a:lnTo>
                  <a:lnTo>
                    <a:pt x="5550580" y="714776"/>
                  </a:lnTo>
                  <a:lnTo>
                    <a:pt x="5541425" y="668398"/>
                  </a:lnTo>
                  <a:lnTo>
                    <a:pt x="5529816" y="622951"/>
                  </a:lnTo>
                  <a:lnTo>
                    <a:pt x="5515826" y="578508"/>
                  </a:lnTo>
                  <a:lnTo>
                    <a:pt x="5499528" y="535141"/>
                  </a:lnTo>
                  <a:lnTo>
                    <a:pt x="5480994" y="492923"/>
                  </a:lnTo>
                  <a:lnTo>
                    <a:pt x="5460296" y="451926"/>
                  </a:lnTo>
                  <a:lnTo>
                    <a:pt x="5437507" y="412222"/>
                  </a:lnTo>
                  <a:lnTo>
                    <a:pt x="5412701" y="373885"/>
                  </a:lnTo>
                  <a:lnTo>
                    <a:pt x="5385948" y="336986"/>
                  </a:lnTo>
                  <a:lnTo>
                    <a:pt x="5357322" y="301598"/>
                  </a:lnTo>
                  <a:lnTo>
                    <a:pt x="5326895" y="267793"/>
                  </a:lnTo>
                  <a:lnTo>
                    <a:pt x="5294739" y="235644"/>
                  </a:lnTo>
                  <a:lnTo>
                    <a:pt x="5260928" y="205224"/>
                  </a:lnTo>
                  <a:lnTo>
                    <a:pt x="5225534" y="176604"/>
                  </a:lnTo>
                  <a:lnTo>
                    <a:pt x="5188628" y="149858"/>
                  </a:lnTo>
                  <a:lnTo>
                    <a:pt x="5150285" y="125057"/>
                  </a:lnTo>
                  <a:lnTo>
                    <a:pt x="5110576" y="102274"/>
                  </a:lnTo>
                  <a:lnTo>
                    <a:pt x="5069573" y="81582"/>
                  </a:lnTo>
                  <a:lnTo>
                    <a:pt x="5027350" y="63053"/>
                  </a:lnTo>
                  <a:lnTo>
                    <a:pt x="4983978" y="46759"/>
                  </a:lnTo>
                  <a:lnTo>
                    <a:pt x="4939531" y="32773"/>
                  </a:lnTo>
                  <a:lnTo>
                    <a:pt x="4894081" y="21168"/>
                  </a:lnTo>
                  <a:lnTo>
                    <a:pt x="4847700" y="12015"/>
                  </a:lnTo>
                  <a:lnTo>
                    <a:pt x="4800461" y="5388"/>
                  </a:lnTo>
                  <a:lnTo>
                    <a:pt x="4752436" y="1359"/>
                  </a:lnTo>
                  <a:lnTo>
                    <a:pt x="470369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38300"/>
              <a:ext cx="5562600" cy="5153025"/>
            </a:xfrm>
            <a:custGeom>
              <a:avLst/>
              <a:gdLst/>
              <a:ahLst/>
              <a:cxnLst/>
              <a:rect l="l" t="t" r="r" b="b"/>
              <a:pathLst>
                <a:path w="556260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8" y="762013"/>
                  </a:lnTo>
                  <a:lnTo>
                    <a:pt x="12015" y="714776"/>
                  </a:lnTo>
                  <a:lnTo>
                    <a:pt x="21168" y="668398"/>
                  </a:lnTo>
                  <a:lnTo>
                    <a:pt x="32773" y="622951"/>
                  </a:lnTo>
                  <a:lnTo>
                    <a:pt x="46759" y="578508"/>
                  </a:lnTo>
                  <a:lnTo>
                    <a:pt x="63053" y="535141"/>
                  </a:lnTo>
                  <a:lnTo>
                    <a:pt x="81582" y="492923"/>
                  </a:lnTo>
                  <a:lnTo>
                    <a:pt x="102274" y="451926"/>
                  </a:lnTo>
                  <a:lnTo>
                    <a:pt x="125057" y="412222"/>
                  </a:lnTo>
                  <a:lnTo>
                    <a:pt x="149858" y="373885"/>
                  </a:lnTo>
                  <a:lnTo>
                    <a:pt x="176604" y="336986"/>
                  </a:lnTo>
                  <a:lnTo>
                    <a:pt x="205224" y="301598"/>
                  </a:lnTo>
                  <a:lnTo>
                    <a:pt x="235644" y="267793"/>
                  </a:lnTo>
                  <a:lnTo>
                    <a:pt x="267793" y="235644"/>
                  </a:lnTo>
                  <a:lnTo>
                    <a:pt x="301598" y="205224"/>
                  </a:lnTo>
                  <a:lnTo>
                    <a:pt x="336986" y="176604"/>
                  </a:lnTo>
                  <a:lnTo>
                    <a:pt x="373885" y="149858"/>
                  </a:lnTo>
                  <a:lnTo>
                    <a:pt x="412222" y="125057"/>
                  </a:lnTo>
                  <a:lnTo>
                    <a:pt x="451926" y="102274"/>
                  </a:lnTo>
                  <a:lnTo>
                    <a:pt x="492923" y="81582"/>
                  </a:lnTo>
                  <a:lnTo>
                    <a:pt x="535141" y="63053"/>
                  </a:lnTo>
                  <a:lnTo>
                    <a:pt x="578508" y="46759"/>
                  </a:lnTo>
                  <a:lnTo>
                    <a:pt x="622951" y="32773"/>
                  </a:lnTo>
                  <a:lnTo>
                    <a:pt x="668398" y="21168"/>
                  </a:lnTo>
                  <a:lnTo>
                    <a:pt x="714776" y="12015"/>
                  </a:lnTo>
                  <a:lnTo>
                    <a:pt x="762013" y="5388"/>
                  </a:lnTo>
                  <a:lnTo>
                    <a:pt x="810036" y="1359"/>
                  </a:lnTo>
                  <a:lnTo>
                    <a:pt x="858774" y="0"/>
                  </a:lnTo>
                  <a:lnTo>
                    <a:pt x="4703699" y="0"/>
                  </a:lnTo>
                  <a:lnTo>
                    <a:pt x="4752436" y="1359"/>
                  </a:lnTo>
                  <a:lnTo>
                    <a:pt x="4800461" y="5388"/>
                  </a:lnTo>
                  <a:lnTo>
                    <a:pt x="4847700" y="12015"/>
                  </a:lnTo>
                  <a:lnTo>
                    <a:pt x="4894081" y="21168"/>
                  </a:lnTo>
                  <a:lnTo>
                    <a:pt x="4939531" y="32773"/>
                  </a:lnTo>
                  <a:lnTo>
                    <a:pt x="4983978" y="46759"/>
                  </a:lnTo>
                  <a:lnTo>
                    <a:pt x="5027350" y="63053"/>
                  </a:lnTo>
                  <a:lnTo>
                    <a:pt x="5069573" y="81582"/>
                  </a:lnTo>
                  <a:lnTo>
                    <a:pt x="5110576" y="102274"/>
                  </a:lnTo>
                  <a:lnTo>
                    <a:pt x="5150285" y="125057"/>
                  </a:lnTo>
                  <a:lnTo>
                    <a:pt x="5188628" y="149858"/>
                  </a:lnTo>
                  <a:lnTo>
                    <a:pt x="5225534" y="176604"/>
                  </a:lnTo>
                  <a:lnTo>
                    <a:pt x="5260928" y="205224"/>
                  </a:lnTo>
                  <a:lnTo>
                    <a:pt x="5294739" y="235644"/>
                  </a:lnTo>
                  <a:lnTo>
                    <a:pt x="5326895" y="267793"/>
                  </a:lnTo>
                  <a:lnTo>
                    <a:pt x="5357322" y="301598"/>
                  </a:lnTo>
                  <a:lnTo>
                    <a:pt x="5385948" y="336986"/>
                  </a:lnTo>
                  <a:lnTo>
                    <a:pt x="5412701" y="373885"/>
                  </a:lnTo>
                  <a:lnTo>
                    <a:pt x="5437507" y="412222"/>
                  </a:lnTo>
                  <a:lnTo>
                    <a:pt x="5460296" y="451926"/>
                  </a:lnTo>
                  <a:lnTo>
                    <a:pt x="5480994" y="492923"/>
                  </a:lnTo>
                  <a:lnTo>
                    <a:pt x="5499528" y="535141"/>
                  </a:lnTo>
                  <a:lnTo>
                    <a:pt x="5515826" y="578508"/>
                  </a:lnTo>
                  <a:lnTo>
                    <a:pt x="5529816" y="622951"/>
                  </a:lnTo>
                  <a:lnTo>
                    <a:pt x="5541425" y="668398"/>
                  </a:lnTo>
                  <a:lnTo>
                    <a:pt x="5550580" y="714776"/>
                  </a:lnTo>
                  <a:lnTo>
                    <a:pt x="5557209" y="762013"/>
                  </a:lnTo>
                  <a:lnTo>
                    <a:pt x="5561240" y="810036"/>
                  </a:lnTo>
                  <a:lnTo>
                    <a:pt x="5562600" y="858774"/>
                  </a:lnTo>
                  <a:lnTo>
                    <a:pt x="5562600" y="4294124"/>
                  </a:lnTo>
                  <a:lnTo>
                    <a:pt x="5561240" y="4342859"/>
                  </a:lnTo>
                  <a:lnTo>
                    <a:pt x="5557209" y="4390881"/>
                  </a:lnTo>
                  <a:lnTo>
                    <a:pt x="5550580" y="4438117"/>
                  </a:lnTo>
                  <a:lnTo>
                    <a:pt x="5541425" y="4484495"/>
                  </a:lnTo>
                  <a:lnTo>
                    <a:pt x="5529816" y="4529942"/>
                  </a:lnTo>
                  <a:lnTo>
                    <a:pt x="5515826" y="4574386"/>
                  </a:lnTo>
                  <a:lnTo>
                    <a:pt x="5499528" y="4617755"/>
                  </a:lnTo>
                  <a:lnTo>
                    <a:pt x="5480994" y="4659975"/>
                  </a:lnTo>
                  <a:lnTo>
                    <a:pt x="5460296" y="4700975"/>
                  </a:lnTo>
                  <a:lnTo>
                    <a:pt x="5437507" y="4740681"/>
                  </a:lnTo>
                  <a:lnTo>
                    <a:pt x="5412701" y="4779022"/>
                  </a:lnTo>
                  <a:lnTo>
                    <a:pt x="5385948" y="4815924"/>
                  </a:lnTo>
                  <a:lnTo>
                    <a:pt x="5357322" y="4851316"/>
                  </a:lnTo>
                  <a:lnTo>
                    <a:pt x="5326895" y="4885124"/>
                  </a:lnTo>
                  <a:lnTo>
                    <a:pt x="5294739" y="4917277"/>
                  </a:lnTo>
                  <a:lnTo>
                    <a:pt x="5260928" y="4947701"/>
                  </a:lnTo>
                  <a:lnTo>
                    <a:pt x="5225534" y="4976325"/>
                  </a:lnTo>
                  <a:lnTo>
                    <a:pt x="5188628" y="5003076"/>
                  </a:lnTo>
                  <a:lnTo>
                    <a:pt x="5150285" y="5027880"/>
                  </a:lnTo>
                  <a:lnTo>
                    <a:pt x="5110576" y="5050667"/>
                  </a:lnTo>
                  <a:lnTo>
                    <a:pt x="5069573" y="5071363"/>
                  </a:lnTo>
                  <a:lnTo>
                    <a:pt x="5027350" y="5089895"/>
                  </a:lnTo>
                  <a:lnTo>
                    <a:pt x="4983978" y="5106192"/>
                  </a:lnTo>
                  <a:lnTo>
                    <a:pt x="4939531" y="5120180"/>
                  </a:lnTo>
                  <a:lnTo>
                    <a:pt x="4894081" y="5131788"/>
                  </a:lnTo>
                  <a:lnTo>
                    <a:pt x="4847700" y="5140942"/>
                  </a:lnTo>
                  <a:lnTo>
                    <a:pt x="4800461" y="5147571"/>
                  </a:lnTo>
                  <a:lnTo>
                    <a:pt x="4752436" y="5151601"/>
                  </a:lnTo>
                  <a:lnTo>
                    <a:pt x="4703699" y="5152961"/>
                  </a:lnTo>
                  <a:lnTo>
                    <a:pt x="858774" y="5152961"/>
                  </a:lnTo>
                  <a:lnTo>
                    <a:pt x="810036" y="5151601"/>
                  </a:lnTo>
                  <a:lnTo>
                    <a:pt x="762013" y="5147571"/>
                  </a:lnTo>
                  <a:lnTo>
                    <a:pt x="714776" y="5140942"/>
                  </a:lnTo>
                  <a:lnTo>
                    <a:pt x="668398" y="5131788"/>
                  </a:lnTo>
                  <a:lnTo>
                    <a:pt x="622951" y="5120180"/>
                  </a:lnTo>
                  <a:lnTo>
                    <a:pt x="578508" y="5106192"/>
                  </a:lnTo>
                  <a:lnTo>
                    <a:pt x="535141" y="5089895"/>
                  </a:lnTo>
                  <a:lnTo>
                    <a:pt x="492923" y="5071363"/>
                  </a:lnTo>
                  <a:lnTo>
                    <a:pt x="451926" y="5050667"/>
                  </a:lnTo>
                  <a:lnTo>
                    <a:pt x="412222" y="5027880"/>
                  </a:lnTo>
                  <a:lnTo>
                    <a:pt x="373885" y="5003076"/>
                  </a:lnTo>
                  <a:lnTo>
                    <a:pt x="336986" y="4976325"/>
                  </a:lnTo>
                  <a:lnTo>
                    <a:pt x="301598" y="4947701"/>
                  </a:lnTo>
                  <a:lnTo>
                    <a:pt x="267793" y="4917277"/>
                  </a:lnTo>
                  <a:lnTo>
                    <a:pt x="235644" y="4885124"/>
                  </a:lnTo>
                  <a:lnTo>
                    <a:pt x="205224" y="4851316"/>
                  </a:lnTo>
                  <a:lnTo>
                    <a:pt x="176604" y="4815924"/>
                  </a:lnTo>
                  <a:lnTo>
                    <a:pt x="149858" y="4779022"/>
                  </a:lnTo>
                  <a:lnTo>
                    <a:pt x="125057" y="4740681"/>
                  </a:lnTo>
                  <a:lnTo>
                    <a:pt x="102274" y="4700975"/>
                  </a:lnTo>
                  <a:lnTo>
                    <a:pt x="81582" y="4659975"/>
                  </a:lnTo>
                  <a:lnTo>
                    <a:pt x="63053" y="4617755"/>
                  </a:lnTo>
                  <a:lnTo>
                    <a:pt x="46759" y="4574386"/>
                  </a:lnTo>
                  <a:lnTo>
                    <a:pt x="32773" y="4529942"/>
                  </a:lnTo>
                  <a:lnTo>
                    <a:pt x="21168" y="4484495"/>
                  </a:lnTo>
                  <a:lnTo>
                    <a:pt x="12015" y="4438117"/>
                  </a:lnTo>
                  <a:lnTo>
                    <a:pt x="5388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46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8975" y="1171574"/>
              <a:ext cx="3810000" cy="5076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7552" y="6140450"/>
            <a:ext cx="17951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5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Pharmacist</a:t>
            </a:r>
            <a:r>
              <a:rPr dirty="0" sz="900" spc="-10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Inventory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8900" y="6140450"/>
            <a:ext cx="17024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5A636D"/>
                </a:solidFill>
                <a:latin typeface="Trebuchet MS"/>
                <a:cs typeface="Trebuchet MS"/>
              </a:rPr>
              <a:t>Figure/page</a:t>
            </a:r>
            <a:r>
              <a:rPr dirty="0" sz="900" spc="-30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5A636D"/>
                </a:solidFill>
                <a:latin typeface="Trebuchet MS"/>
                <a:cs typeface="Trebuchet MS"/>
              </a:rPr>
              <a:t>Pharmacist</a:t>
            </a:r>
            <a:r>
              <a:rPr dirty="0" sz="900" spc="-85" b="1">
                <a:solidFill>
                  <a:srgbClr val="5A636D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5A636D"/>
                </a:solidFill>
                <a:latin typeface="Trebuchet MS"/>
                <a:cs typeface="Trebuchet MS"/>
              </a:rPr>
              <a:t>Reports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UI</a:t>
            </a:r>
            <a:r>
              <a:rPr dirty="0" spc="-225"/>
              <a:t> </a:t>
            </a:r>
            <a:r>
              <a:rPr dirty="0" spc="-55"/>
              <a:t>Showcase</a:t>
            </a:r>
            <a:r>
              <a:rPr dirty="0" spc="-290"/>
              <a:t> </a:t>
            </a:r>
            <a:r>
              <a:rPr dirty="0" spc="495"/>
              <a:t>—</a:t>
            </a:r>
            <a:r>
              <a:rPr dirty="0" spc="-245"/>
              <a:t> </a:t>
            </a:r>
            <a:r>
              <a:rPr dirty="0" spc="-95"/>
              <a:t>Pharmacist</a:t>
            </a:r>
            <a:r>
              <a:rPr dirty="0" spc="-254"/>
              <a:t> </a:t>
            </a:r>
            <a:r>
              <a:rPr dirty="0" spc="-95"/>
              <a:t>Profile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9580" y="353440"/>
            <a:ext cx="930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UI</a:t>
            </a:r>
            <a:r>
              <a:rPr dirty="0" sz="900" spc="-9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/</a:t>
            </a:r>
            <a:r>
              <a:rPr dirty="0" sz="900" spc="-1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PHARMACIST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425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interface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screens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reproduced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781175" y="1000061"/>
            <a:ext cx="8606155" cy="5453380"/>
            <a:chOff x="1781175" y="1000061"/>
            <a:chExt cx="8606155" cy="54533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1175" y="1000061"/>
              <a:ext cx="8605901" cy="54531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43151" y="1043051"/>
              <a:ext cx="8486775" cy="5334000"/>
            </a:xfrm>
            <a:custGeom>
              <a:avLst/>
              <a:gdLst/>
              <a:ahLst/>
              <a:cxnLst/>
              <a:rect l="l" t="t" r="r" b="b"/>
              <a:pathLst>
                <a:path w="8486775" h="5334000">
                  <a:moveTo>
                    <a:pt x="7597648" y="0"/>
                  </a:moveTo>
                  <a:lnTo>
                    <a:pt x="889000" y="0"/>
                  </a:lnTo>
                  <a:lnTo>
                    <a:pt x="840222" y="1315"/>
                  </a:lnTo>
                  <a:lnTo>
                    <a:pt x="792133" y="5216"/>
                  </a:lnTo>
                  <a:lnTo>
                    <a:pt x="744799" y="11635"/>
                  </a:lnTo>
                  <a:lnTo>
                    <a:pt x="698288" y="20504"/>
                  </a:lnTo>
                  <a:lnTo>
                    <a:pt x="652668" y="31755"/>
                  </a:lnTo>
                  <a:lnTo>
                    <a:pt x="608006" y="45321"/>
                  </a:lnTo>
                  <a:lnTo>
                    <a:pt x="564372" y="61134"/>
                  </a:lnTo>
                  <a:lnTo>
                    <a:pt x="521831" y="79125"/>
                  </a:lnTo>
                  <a:lnTo>
                    <a:pt x="480452" y="99228"/>
                  </a:lnTo>
                  <a:lnTo>
                    <a:pt x="440304" y="121374"/>
                  </a:lnTo>
                  <a:lnTo>
                    <a:pt x="401453" y="145495"/>
                  </a:lnTo>
                  <a:lnTo>
                    <a:pt x="363967" y="171525"/>
                  </a:lnTo>
                  <a:lnTo>
                    <a:pt x="327915" y="199394"/>
                  </a:lnTo>
                  <a:lnTo>
                    <a:pt x="293364" y="229035"/>
                  </a:lnTo>
                  <a:lnTo>
                    <a:pt x="260381" y="260381"/>
                  </a:lnTo>
                  <a:lnTo>
                    <a:pt x="229035" y="293364"/>
                  </a:lnTo>
                  <a:lnTo>
                    <a:pt x="199394" y="327915"/>
                  </a:lnTo>
                  <a:lnTo>
                    <a:pt x="171525" y="363967"/>
                  </a:lnTo>
                  <a:lnTo>
                    <a:pt x="145495" y="401453"/>
                  </a:lnTo>
                  <a:lnTo>
                    <a:pt x="121374" y="440304"/>
                  </a:lnTo>
                  <a:lnTo>
                    <a:pt x="99228" y="480452"/>
                  </a:lnTo>
                  <a:lnTo>
                    <a:pt x="79125" y="521831"/>
                  </a:lnTo>
                  <a:lnTo>
                    <a:pt x="61134" y="564372"/>
                  </a:lnTo>
                  <a:lnTo>
                    <a:pt x="45321" y="608006"/>
                  </a:lnTo>
                  <a:lnTo>
                    <a:pt x="31755" y="652668"/>
                  </a:lnTo>
                  <a:lnTo>
                    <a:pt x="20504" y="698288"/>
                  </a:lnTo>
                  <a:lnTo>
                    <a:pt x="11635" y="744799"/>
                  </a:lnTo>
                  <a:lnTo>
                    <a:pt x="5216" y="792133"/>
                  </a:lnTo>
                  <a:lnTo>
                    <a:pt x="1315" y="840222"/>
                  </a:lnTo>
                  <a:lnTo>
                    <a:pt x="0" y="889000"/>
                  </a:lnTo>
                  <a:lnTo>
                    <a:pt x="0" y="4444873"/>
                  </a:lnTo>
                  <a:lnTo>
                    <a:pt x="1315" y="4493654"/>
                  </a:lnTo>
                  <a:lnTo>
                    <a:pt x="5216" y="4541749"/>
                  </a:lnTo>
                  <a:lnTo>
                    <a:pt x="11635" y="4589087"/>
                  </a:lnTo>
                  <a:lnTo>
                    <a:pt x="20504" y="4635602"/>
                  </a:lnTo>
                  <a:lnTo>
                    <a:pt x="31755" y="4681227"/>
                  </a:lnTo>
                  <a:lnTo>
                    <a:pt x="45321" y="4725892"/>
                  </a:lnTo>
                  <a:lnTo>
                    <a:pt x="61134" y="4769530"/>
                  </a:lnTo>
                  <a:lnTo>
                    <a:pt x="79125" y="4812074"/>
                  </a:lnTo>
                  <a:lnTo>
                    <a:pt x="99228" y="4853456"/>
                  </a:lnTo>
                  <a:lnTo>
                    <a:pt x="121374" y="4893607"/>
                  </a:lnTo>
                  <a:lnTo>
                    <a:pt x="145495" y="4932461"/>
                  </a:lnTo>
                  <a:lnTo>
                    <a:pt x="171525" y="4969949"/>
                  </a:lnTo>
                  <a:lnTo>
                    <a:pt x="199394" y="5006004"/>
                  </a:lnTo>
                  <a:lnTo>
                    <a:pt x="229035" y="5040557"/>
                  </a:lnTo>
                  <a:lnTo>
                    <a:pt x="260381" y="5073542"/>
                  </a:lnTo>
                  <a:lnTo>
                    <a:pt x="293364" y="5104889"/>
                  </a:lnTo>
                  <a:lnTo>
                    <a:pt x="327915" y="5134532"/>
                  </a:lnTo>
                  <a:lnTo>
                    <a:pt x="363967" y="5162403"/>
                  </a:lnTo>
                  <a:lnTo>
                    <a:pt x="401453" y="5188434"/>
                  </a:lnTo>
                  <a:lnTo>
                    <a:pt x="440304" y="5212556"/>
                  </a:lnTo>
                  <a:lnTo>
                    <a:pt x="480452" y="5234703"/>
                  </a:lnTo>
                  <a:lnTo>
                    <a:pt x="521831" y="5254807"/>
                  </a:lnTo>
                  <a:lnTo>
                    <a:pt x="564372" y="5272799"/>
                  </a:lnTo>
                  <a:lnTo>
                    <a:pt x="608006" y="5288613"/>
                  </a:lnTo>
                  <a:lnTo>
                    <a:pt x="652668" y="5302179"/>
                  </a:lnTo>
                  <a:lnTo>
                    <a:pt x="698288" y="5313431"/>
                  </a:lnTo>
                  <a:lnTo>
                    <a:pt x="744799" y="5322300"/>
                  </a:lnTo>
                  <a:lnTo>
                    <a:pt x="792133" y="5328719"/>
                  </a:lnTo>
                  <a:lnTo>
                    <a:pt x="840222" y="5332621"/>
                  </a:lnTo>
                  <a:lnTo>
                    <a:pt x="889000" y="5333936"/>
                  </a:lnTo>
                  <a:lnTo>
                    <a:pt x="7597648" y="5333936"/>
                  </a:lnTo>
                  <a:lnTo>
                    <a:pt x="7646425" y="5332621"/>
                  </a:lnTo>
                  <a:lnTo>
                    <a:pt x="7694516" y="5328719"/>
                  </a:lnTo>
                  <a:lnTo>
                    <a:pt x="7741852" y="5322300"/>
                  </a:lnTo>
                  <a:lnTo>
                    <a:pt x="7788365" y="5313431"/>
                  </a:lnTo>
                  <a:lnTo>
                    <a:pt x="7833989" y="5302179"/>
                  </a:lnTo>
                  <a:lnTo>
                    <a:pt x="7878654" y="5288613"/>
                  </a:lnTo>
                  <a:lnTo>
                    <a:pt x="7922293" y="5272799"/>
                  </a:lnTo>
                  <a:lnTo>
                    <a:pt x="7964838" y="5254807"/>
                  </a:lnTo>
                  <a:lnTo>
                    <a:pt x="8006222" y="5234703"/>
                  </a:lnTo>
                  <a:lnTo>
                    <a:pt x="8046376" y="5212556"/>
                  </a:lnTo>
                  <a:lnTo>
                    <a:pt x="8085233" y="5188434"/>
                  </a:lnTo>
                  <a:lnTo>
                    <a:pt x="8122724" y="5162403"/>
                  </a:lnTo>
                  <a:lnTo>
                    <a:pt x="8158783" y="5134532"/>
                  </a:lnTo>
                  <a:lnTo>
                    <a:pt x="8193340" y="5104889"/>
                  </a:lnTo>
                  <a:lnTo>
                    <a:pt x="8226329" y="5073542"/>
                  </a:lnTo>
                  <a:lnTo>
                    <a:pt x="8257681" y="5040557"/>
                  </a:lnTo>
                  <a:lnTo>
                    <a:pt x="8287329" y="5006004"/>
                  </a:lnTo>
                  <a:lnTo>
                    <a:pt x="8315205" y="4969949"/>
                  </a:lnTo>
                  <a:lnTo>
                    <a:pt x="8341240" y="4932461"/>
                  </a:lnTo>
                  <a:lnTo>
                    <a:pt x="8365367" y="4893607"/>
                  </a:lnTo>
                  <a:lnTo>
                    <a:pt x="8387519" y="4853456"/>
                  </a:lnTo>
                  <a:lnTo>
                    <a:pt x="8407626" y="4812074"/>
                  </a:lnTo>
                  <a:lnTo>
                    <a:pt x="8425623" y="4769530"/>
                  </a:lnTo>
                  <a:lnTo>
                    <a:pt x="8441440" y="4725892"/>
                  </a:lnTo>
                  <a:lnTo>
                    <a:pt x="8455009" y="4681227"/>
                  </a:lnTo>
                  <a:lnTo>
                    <a:pt x="8466264" y="4635602"/>
                  </a:lnTo>
                  <a:lnTo>
                    <a:pt x="8475135" y="4589087"/>
                  </a:lnTo>
                  <a:lnTo>
                    <a:pt x="8481556" y="4541749"/>
                  </a:lnTo>
                  <a:lnTo>
                    <a:pt x="8485459" y="4493654"/>
                  </a:lnTo>
                  <a:lnTo>
                    <a:pt x="8486775" y="4444873"/>
                  </a:lnTo>
                  <a:lnTo>
                    <a:pt x="8486775" y="889000"/>
                  </a:lnTo>
                  <a:lnTo>
                    <a:pt x="8485459" y="840222"/>
                  </a:lnTo>
                  <a:lnTo>
                    <a:pt x="8481556" y="792133"/>
                  </a:lnTo>
                  <a:lnTo>
                    <a:pt x="8475135" y="744799"/>
                  </a:lnTo>
                  <a:lnTo>
                    <a:pt x="8466264" y="698288"/>
                  </a:lnTo>
                  <a:lnTo>
                    <a:pt x="8455009" y="652668"/>
                  </a:lnTo>
                  <a:lnTo>
                    <a:pt x="8441440" y="608006"/>
                  </a:lnTo>
                  <a:lnTo>
                    <a:pt x="8425623" y="564372"/>
                  </a:lnTo>
                  <a:lnTo>
                    <a:pt x="8407626" y="521831"/>
                  </a:lnTo>
                  <a:lnTo>
                    <a:pt x="8387519" y="480452"/>
                  </a:lnTo>
                  <a:lnTo>
                    <a:pt x="8365367" y="440304"/>
                  </a:lnTo>
                  <a:lnTo>
                    <a:pt x="8341240" y="401453"/>
                  </a:lnTo>
                  <a:lnTo>
                    <a:pt x="8315205" y="363967"/>
                  </a:lnTo>
                  <a:lnTo>
                    <a:pt x="8287329" y="327915"/>
                  </a:lnTo>
                  <a:lnTo>
                    <a:pt x="8257681" y="293364"/>
                  </a:lnTo>
                  <a:lnTo>
                    <a:pt x="8226329" y="260381"/>
                  </a:lnTo>
                  <a:lnTo>
                    <a:pt x="8193340" y="229035"/>
                  </a:lnTo>
                  <a:lnTo>
                    <a:pt x="8158783" y="199394"/>
                  </a:lnTo>
                  <a:lnTo>
                    <a:pt x="8122724" y="171525"/>
                  </a:lnTo>
                  <a:lnTo>
                    <a:pt x="8085233" y="145495"/>
                  </a:lnTo>
                  <a:lnTo>
                    <a:pt x="8046376" y="121374"/>
                  </a:lnTo>
                  <a:lnTo>
                    <a:pt x="8006222" y="99228"/>
                  </a:lnTo>
                  <a:lnTo>
                    <a:pt x="7964838" y="79125"/>
                  </a:lnTo>
                  <a:lnTo>
                    <a:pt x="7922293" y="61134"/>
                  </a:lnTo>
                  <a:lnTo>
                    <a:pt x="7878654" y="45321"/>
                  </a:lnTo>
                  <a:lnTo>
                    <a:pt x="7833989" y="31755"/>
                  </a:lnTo>
                  <a:lnTo>
                    <a:pt x="7788365" y="20504"/>
                  </a:lnTo>
                  <a:lnTo>
                    <a:pt x="7741852" y="11635"/>
                  </a:lnTo>
                  <a:lnTo>
                    <a:pt x="7694516" y="5216"/>
                  </a:lnTo>
                  <a:lnTo>
                    <a:pt x="7646425" y="1315"/>
                  </a:lnTo>
                  <a:lnTo>
                    <a:pt x="7597648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43151" y="1043051"/>
              <a:ext cx="8486775" cy="5334000"/>
            </a:xfrm>
            <a:custGeom>
              <a:avLst/>
              <a:gdLst/>
              <a:ahLst/>
              <a:cxnLst/>
              <a:rect l="l" t="t" r="r" b="b"/>
              <a:pathLst>
                <a:path w="8486775" h="5334000">
                  <a:moveTo>
                    <a:pt x="0" y="889000"/>
                  </a:moveTo>
                  <a:lnTo>
                    <a:pt x="1315" y="840222"/>
                  </a:lnTo>
                  <a:lnTo>
                    <a:pt x="5216" y="792133"/>
                  </a:lnTo>
                  <a:lnTo>
                    <a:pt x="11635" y="744799"/>
                  </a:lnTo>
                  <a:lnTo>
                    <a:pt x="20504" y="698288"/>
                  </a:lnTo>
                  <a:lnTo>
                    <a:pt x="31755" y="652668"/>
                  </a:lnTo>
                  <a:lnTo>
                    <a:pt x="45321" y="608006"/>
                  </a:lnTo>
                  <a:lnTo>
                    <a:pt x="61134" y="564372"/>
                  </a:lnTo>
                  <a:lnTo>
                    <a:pt x="79125" y="521831"/>
                  </a:lnTo>
                  <a:lnTo>
                    <a:pt x="99228" y="480452"/>
                  </a:lnTo>
                  <a:lnTo>
                    <a:pt x="121374" y="440304"/>
                  </a:lnTo>
                  <a:lnTo>
                    <a:pt x="145495" y="401453"/>
                  </a:lnTo>
                  <a:lnTo>
                    <a:pt x="171525" y="363967"/>
                  </a:lnTo>
                  <a:lnTo>
                    <a:pt x="199394" y="327915"/>
                  </a:lnTo>
                  <a:lnTo>
                    <a:pt x="229035" y="293364"/>
                  </a:lnTo>
                  <a:lnTo>
                    <a:pt x="260381" y="260381"/>
                  </a:lnTo>
                  <a:lnTo>
                    <a:pt x="293364" y="229035"/>
                  </a:lnTo>
                  <a:lnTo>
                    <a:pt x="327915" y="199394"/>
                  </a:lnTo>
                  <a:lnTo>
                    <a:pt x="363967" y="171525"/>
                  </a:lnTo>
                  <a:lnTo>
                    <a:pt x="401453" y="145495"/>
                  </a:lnTo>
                  <a:lnTo>
                    <a:pt x="440304" y="121374"/>
                  </a:lnTo>
                  <a:lnTo>
                    <a:pt x="480452" y="99228"/>
                  </a:lnTo>
                  <a:lnTo>
                    <a:pt x="521831" y="79125"/>
                  </a:lnTo>
                  <a:lnTo>
                    <a:pt x="564372" y="61134"/>
                  </a:lnTo>
                  <a:lnTo>
                    <a:pt x="608006" y="45321"/>
                  </a:lnTo>
                  <a:lnTo>
                    <a:pt x="652668" y="31755"/>
                  </a:lnTo>
                  <a:lnTo>
                    <a:pt x="698288" y="20504"/>
                  </a:lnTo>
                  <a:lnTo>
                    <a:pt x="744799" y="11635"/>
                  </a:lnTo>
                  <a:lnTo>
                    <a:pt x="792133" y="5216"/>
                  </a:lnTo>
                  <a:lnTo>
                    <a:pt x="840222" y="1315"/>
                  </a:lnTo>
                  <a:lnTo>
                    <a:pt x="889000" y="0"/>
                  </a:lnTo>
                  <a:lnTo>
                    <a:pt x="7597648" y="0"/>
                  </a:lnTo>
                  <a:lnTo>
                    <a:pt x="7646425" y="1315"/>
                  </a:lnTo>
                  <a:lnTo>
                    <a:pt x="7694516" y="5216"/>
                  </a:lnTo>
                  <a:lnTo>
                    <a:pt x="7741852" y="11635"/>
                  </a:lnTo>
                  <a:lnTo>
                    <a:pt x="7788365" y="20504"/>
                  </a:lnTo>
                  <a:lnTo>
                    <a:pt x="7833989" y="31755"/>
                  </a:lnTo>
                  <a:lnTo>
                    <a:pt x="7878654" y="45321"/>
                  </a:lnTo>
                  <a:lnTo>
                    <a:pt x="7922293" y="61134"/>
                  </a:lnTo>
                  <a:lnTo>
                    <a:pt x="7964838" y="79125"/>
                  </a:lnTo>
                  <a:lnTo>
                    <a:pt x="8006222" y="99228"/>
                  </a:lnTo>
                  <a:lnTo>
                    <a:pt x="8046376" y="121374"/>
                  </a:lnTo>
                  <a:lnTo>
                    <a:pt x="8085233" y="145495"/>
                  </a:lnTo>
                  <a:lnTo>
                    <a:pt x="8122724" y="171525"/>
                  </a:lnTo>
                  <a:lnTo>
                    <a:pt x="8158783" y="199394"/>
                  </a:lnTo>
                  <a:lnTo>
                    <a:pt x="8193340" y="229035"/>
                  </a:lnTo>
                  <a:lnTo>
                    <a:pt x="8226329" y="260381"/>
                  </a:lnTo>
                  <a:lnTo>
                    <a:pt x="8257681" y="293364"/>
                  </a:lnTo>
                  <a:lnTo>
                    <a:pt x="8287329" y="327915"/>
                  </a:lnTo>
                  <a:lnTo>
                    <a:pt x="8315205" y="363967"/>
                  </a:lnTo>
                  <a:lnTo>
                    <a:pt x="8341240" y="401453"/>
                  </a:lnTo>
                  <a:lnTo>
                    <a:pt x="8365367" y="440304"/>
                  </a:lnTo>
                  <a:lnTo>
                    <a:pt x="8387519" y="480452"/>
                  </a:lnTo>
                  <a:lnTo>
                    <a:pt x="8407626" y="521831"/>
                  </a:lnTo>
                  <a:lnTo>
                    <a:pt x="8425623" y="564372"/>
                  </a:lnTo>
                  <a:lnTo>
                    <a:pt x="8441440" y="608006"/>
                  </a:lnTo>
                  <a:lnTo>
                    <a:pt x="8455009" y="652668"/>
                  </a:lnTo>
                  <a:lnTo>
                    <a:pt x="8466264" y="698288"/>
                  </a:lnTo>
                  <a:lnTo>
                    <a:pt x="8475135" y="744799"/>
                  </a:lnTo>
                  <a:lnTo>
                    <a:pt x="8481556" y="792133"/>
                  </a:lnTo>
                  <a:lnTo>
                    <a:pt x="8485459" y="840222"/>
                  </a:lnTo>
                  <a:lnTo>
                    <a:pt x="8486775" y="889000"/>
                  </a:lnTo>
                  <a:lnTo>
                    <a:pt x="8486775" y="4444873"/>
                  </a:lnTo>
                  <a:lnTo>
                    <a:pt x="8485459" y="4493654"/>
                  </a:lnTo>
                  <a:lnTo>
                    <a:pt x="8481556" y="4541749"/>
                  </a:lnTo>
                  <a:lnTo>
                    <a:pt x="8475135" y="4589087"/>
                  </a:lnTo>
                  <a:lnTo>
                    <a:pt x="8466264" y="4635602"/>
                  </a:lnTo>
                  <a:lnTo>
                    <a:pt x="8455009" y="4681227"/>
                  </a:lnTo>
                  <a:lnTo>
                    <a:pt x="8441440" y="4725892"/>
                  </a:lnTo>
                  <a:lnTo>
                    <a:pt x="8425623" y="4769530"/>
                  </a:lnTo>
                  <a:lnTo>
                    <a:pt x="8407626" y="4812074"/>
                  </a:lnTo>
                  <a:lnTo>
                    <a:pt x="8387519" y="4853456"/>
                  </a:lnTo>
                  <a:lnTo>
                    <a:pt x="8365367" y="4893607"/>
                  </a:lnTo>
                  <a:lnTo>
                    <a:pt x="8341240" y="4932461"/>
                  </a:lnTo>
                  <a:lnTo>
                    <a:pt x="8315205" y="4969949"/>
                  </a:lnTo>
                  <a:lnTo>
                    <a:pt x="8287329" y="5006004"/>
                  </a:lnTo>
                  <a:lnTo>
                    <a:pt x="8257681" y="5040557"/>
                  </a:lnTo>
                  <a:lnTo>
                    <a:pt x="8226329" y="5073542"/>
                  </a:lnTo>
                  <a:lnTo>
                    <a:pt x="8193340" y="5104889"/>
                  </a:lnTo>
                  <a:lnTo>
                    <a:pt x="8158783" y="5134532"/>
                  </a:lnTo>
                  <a:lnTo>
                    <a:pt x="8122724" y="5162403"/>
                  </a:lnTo>
                  <a:lnTo>
                    <a:pt x="8085233" y="5188434"/>
                  </a:lnTo>
                  <a:lnTo>
                    <a:pt x="8046376" y="5212556"/>
                  </a:lnTo>
                  <a:lnTo>
                    <a:pt x="8006222" y="5234703"/>
                  </a:lnTo>
                  <a:lnTo>
                    <a:pt x="7964838" y="5254807"/>
                  </a:lnTo>
                  <a:lnTo>
                    <a:pt x="7922293" y="5272799"/>
                  </a:lnTo>
                  <a:lnTo>
                    <a:pt x="7878654" y="5288613"/>
                  </a:lnTo>
                  <a:lnTo>
                    <a:pt x="7833989" y="5302179"/>
                  </a:lnTo>
                  <a:lnTo>
                    <a:pt x="7788365" y="5313431"/>
                  </a:lnTo>
                  <a:lnTo>
                    <a:pt x="7741852" y="5322300"/>
                  </a:lnTo>
                  <a:lnTo>
                    <a:pt x="7694516" y="5328719"/>
                  </a:lnTo>
                  <a:lnTo>
                    <a:pt x="7646425" y="5332621"/>
                  </a:lnTo>
                  <a:lnTo>
                    <a:pt x="7597648" y="5333936"/>
                  </a:lnTo>
                  <a:lnTo>
                    <a:pt x="889000" y="5333936"/>
                  </a:lnTo>
                  <a:lnTo>
                    <a:pt x="840222" y="5332621"/>
                  </a:lnTo>
                  <a:lnTo>
                    <a:pt x="792133" y="5328719"/>
                  </a:lnTo>
                  <a:lnTo>
                    <a:pt x="744799" y="5322300"/>
                  </a:lnTo>
                  <a:lnTo>
                    <a:pt x="698288" y="5313431"/>
                  </a:lnTo>
                  <a:lnTo>
                    <a:pt x="652668" y="5302179"/>
                  </a:lnTo>
                  <a:lnTo>
                    <a:pt x="608006" y="5288613"/>
                  </a:lnTo>
                  <a:lnTo>
                    <a:pt x="564372" y="5272799"/>
                  </a:lnTo>
                  <a:lnTo>
                    <a:pt x="521831" y="5254807"/>
                  </a:lnTo>
                  <a:lnTo>
                    <a:pt x="480452" y="5234703"/>
                  </a:lnTo>
                  <a:lnTo>
                    <a:pt x="440304" y="5212556"/>
                  </a:lnTo>
                  <a:lnTo>
                    <a:pt x="401453" y="5188434"/>
                  </a:lnTo>
                  <a:lnTo>
                    <a:pt x="363967" y="5162403"/>
                  </a:lnTo>
                  <a:lnTo>
                    <a:pt x="327915" y="5134532"/>
                  </a:lnTo>
                  <a:lnTo>
                    <a:pt x="293364" y="5104889"/>
                  </a:lnTo>
                  <a:lnTo>
                    <a:pt x="260381" y="5073542"/>
                  </a:lnTo>
                  <a:lnTo>
                    <a:pt x="229035" y="5040557"/>
                  </a:lnTo>
                  <a:lnTo>
                    <a:pt x="199394" y="5006004"/>
                  </a:lnTo>
                  <a:lnTo>
                    <a:pt x="171525" y="4969949"/>
                  </a:lnTo>
                  <a:lnTo>
                    <a:pt x="145495" y="4932461"/>
                  </a:lnTo>
                  <a:lnTo>
                    <a:pt x="121374" y="4893607"/>
                  </a:lnTo>
                  <a:lnTo>
                    <a:pt x="99228" y="4853456"/>
                  </a:lnTo>
                  <a:lnTo>
                    <a:pt x="79125" y="4812074"/>
                  </a:lnTo>
                  <a:lnTo>
                    <a:pt x="61134" y="4769530"/>
                  </a:lnTo>
                  <a:lnTo>
                    <a:pt x="45321" y="4725892"/>
                  </a:lnTo>
                  <a:lnTo>
                    <a:pt x="31755" y="4681227"/>
                  </a:lnTo>
                  <a:lnTo>
                    <a:pt x="20504" y="4635602"/>
                  </a:lnTo>
                  <a:lnTo>
                    <a:pt x="11635" y="4589087"/>
                  </a:lnTo>
                  <a:lnTo>
                    <a:pt x="5216" y="4541749"/>
                  </a:lnTo>
                  <a:lnTo>
                    <a:pt x="1315" y="4493654"/>
                  </a:lnTo>
                  <a:lnTo>
                    <a:pt x="0" y="4444873"/>
                  </a:lnTo>
                  <a:lnTo>
                    <a:pt x="0" y="88900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47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800" y="1076325"/>
              <a:ext cx="3933825" cy="525780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Use</a:t>
            </a:r>
            <a:r>
              <a:rPr dirty="0" spc="-310"/>
              <a:t> </a:t>
            </a:r>
            <a:r>
              <a:rPr dirty="0"/>
              <a:t>Case</a:t>
            </a:r>
            <a:r>
              <a:rPr dirty="0" spc="-225"/>
              <a:t> </a:t>
            </a:r>
            <a:r>
              <a:rPr dirty="0" spc="-75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3743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complete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based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interaction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model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for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DPMTMS.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981011"/>
            <a:ext cx="11206480" cy="5596890"/>
            <a:chOff x="476238" y="981011"/>
            <a:chExt cx="11206480" cy="55968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100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775" y="981011"/>
              <a:ext cx="10482326" cy="54912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8687" y="1024001"/>
              <a:ext cx="10363835" cy="5372100"/>
            </a:xfrm>
            <a:custGeom>
              <a:avLst/>
              <a:gdLst/>
              <a:ahLst/>
              <a:cxnLst/>
              <a:rect l="l" t="t" r="r" b="b"/>
              <a:pathLst>
                <a:path w="10363835" h="5372100">
                  <a:moveTo>
                    <a:pt x="9467786" y="0"/>
                  </a:moveTo>
                  <a:lnTo>
                    <a:pt x="895413" y="0"/>
                  </a:lnTo>
                  <a:lnTo>
                    <a:pt x="847857" y="1240"/>
                  </a:lnTo>
                  <a:lnTo>
                    <a:pt x="800948" y="4922"/>
                  </a:lnTo>
                  <a:lnTo>
                    <a:pt x="754747" y="10982"/>
                  </a:lnTo>
                  <a:lnTo>
                    <a:pt x="709317" y="19360"/>
                  </a:lnTo>
                  <a:lnTo>
                    <a:pt x="664719" y="29992"/>
                  </a:lnTo>
                  <a:lnTo>
                    <a:pt x="621015" y="42817"/>
                  </a:lnTo>
                  <a:lnTo>
                    <a:pt x="578268" y="57774"/>
                  </a:lnTo>
                  <a:lnTo>
                    <a:pt x="536538" y="74801"/>
                  </a:lnTo>
                  <a:lnTo>
                    <a:pt x="495888" y="93835"/>
                  </a:lnTo>
                  <a:lnTo>
                    <a:pt x="456379" y="114815"/>
                  </a:lnTo>
                  <a:lnTo>
                    <a:pt x="418074" y="137679"/>
                  </a:lnTo>
                  <a:lnTo>
                    <a:pt x="381035" y="162365"/>
                  </a:lnTo>
                  <a:lnTo>
                    <a:pt x="345322" y="188811"/>
                  </a:lnTo>
                  <a:lnTo>
                    <a:pt x="310999" y="216956"/>
                  </a:lnTo>
                  <a:lnTo>
                    <a:pt x="278127" y="246738"/>
                  </a:lnTo>
                  <a:lnTo>
                    <a:pt x="246768" y="278094"/>
                  </a:lnTo>
                  <a:lnTo>
                    <a:pt x="216983" y="310963"/>
                  </a:lnTo>
                  <a:lnTo>
                    <a:pt x="188835" y="345283"/>
                  </a:lnTo>
                  <a:lnTo>
                    <a:pt x="162386" y="380992"/>
                  </a:lnTo>
                  <a:lnTo>
                    <a:pt x="137697" y="418029"/>
                  </a:lnTo>
                  <a:lnTo>
                    <a:pt x="114830" y="456331"/>
                  </a:lnTo>
                  <a:lnTo>
                    <a:pt x="93848" y="495837"/>
                  </a:lnTo>
                  <a:lnTo>
                    <a:pt x="74811" y="536485"/>
                  </a:lnTo>
                  <a:lnTo>
                    <a:pt x="57783" y="578212"/>
                  </a:lnTo>
                  <a:lnTo>
                    <a:pt x="42824" y="620958"/>
                  </a:lnTo>
                  <a:lnTo>
                    <a:pt x="29996" y="664660"/>
                  </a:lnTo>
                  <a:lnTo>
                    <a:pt x="19362" y="709257"/>
                  </a:lnTo>
                  <a:lnTo>
                    <a:pt x="10984" y="754686"/>
                  </a:lnTo>
                  <a:lnTo>
                    <a:pt x="4923" y="800885"/>
                  </a:lnTo>
                  <a:lnTo>
                    <a:pt x="1241" y="847794"/>
                  </a:lnTo>
                  <a:lnTo>
                    <a:pt x="0" y="895350"/>
                  </a:lnTo>
                  <a:lnTo>
                    <a:pt x="0" y="4476623"/>
                  </a:lnTo>
                  <a:lnTo>
                    <a:pt x="1241" y="4524178"/>
                  </a:lnTo>
                  <a:lnTo>
                    <a:pt x="4923" y="4571087"/>
                  </a:lnTo>
                  <a:lnTo>
                    <a:pt x="10984" y="4617288"/>
                  </a:lnTo>
                  <a:lnTo>
                    <a:pt x="19362" y="4662718"/>
                  </a:lnTo>
                  <a:lnTo>
                    <a:pt x="29996" y="4707316"/>
                  </a:lnTo>
                  <a:lnTo>
                    <a:pt x="42824" y="4751020"/>
                  </a:lnTo>
                  <a:lnTo>
                    <a:pt x="57783" y="4793768"/>
                  </a:lnTo>
                  <a:lnTo>
                    <a:pt x="74811" y="4835498"/>
                  </a:lnTo>
                  <a:lnTo>
                    <a:pt x="93848" y="4876148"/>
                  </a:lnTo>
                  <a:lnTo>
                    <a:pt x="114830" y="4915656"/>
                  </a:lnTo>
                  <a:lnTo>
                    <a:pt x="137697" y="4953961"/>
                  </a:lnTo>
                  <a:lnTo>
                    <a:pt x="162386" y="4991001"/>
                  </a:lnTo>
                  <a:lnTo>
                    <a:pt x="188835" y="5026713"/>
                  </a:lnTo>
                  <a:lnTo>
                    <a:pt x="216983" y="5061036"/>
                  </a:lnTo>
                  <a:lnTo>
                    <a:pt x="246768" y="5093908"/>
                  </a:lnTo>
                  <a:lnTo>
                    <a:pt x="278127" y="5125268"/>
                  </a:lnTo>
                  <a:lnTo>
                    <a:pt x="310999" y="5155052"/>
                  </a:lnTo>
                  <a:lnTo>
                    <a:pt x="345322" y="5183200"/>
                  </a:lnTo>
                  <a:lnTo>
                    <a:pt x="381035" y="5209649"/>
                  </a:lnTo>
                  <a:lnTo>
                    <a:pt x="418074" y="5234338"/>
                  </a:lnTo>
                  <a:lnTo>
                    <a:pt x="456379" y="5257205"/>
                  </a:lnTo>
                  <a:lnTo>
                    <a:pt x="495888" y="5278188"/>
                  </a:lnTo>
                  <a:lnTo>
                    <a:pt x="536538" y="5297224"/>
                  </a:lnTo>
                  <a:lnTo>
                    <a:pt x="578268" y="5314253"/>
                  </a:lnTo>
                  <a:lnTo>
                    <a:pt x="621015" y="5329212"/>
                  </a:lnTo>
                  <a:lnTo>
                    <a:pt x="664719" y="5342039"/>
                  </a:lnTo>
                  <a:lnTo>
                    <a:pt x="709317" y="5352673"/>
                  </a:lnTo>
                  <a:lnTo>
                    <a:pt x="754747" y="5361052"/>
                  </a:lnTo>
                  <a:lnTo>
                    <a:pt x="800948" y="5367113"/>
                  </a:lnTo>
                  <a:lnTo>
                    <a:pt x="847857" y="5370795"/>
                  </a:lnTo>
                  <a:lnTo>
                    <a:pt x="895413" y="5372036"/>
                  </a:lnTo>
                  <a:lnTo>
                    <a:pt x="9467786" y="5372036"/>
                  </a:lnTo>
                  <a:lnTo>
                    <a:pt x="9515342" y="5370795"/>
                  </a:lnTo>
                  <a:lnTo>
                    <a:pt x="9562252" y="5367113"/>
                  </a:lnTo>
                  <a:lnTo>
                    <a:pt x="9608453" y="5361052"/>
                  </a:lnTo>
                  <a:lnTo>
                    <a:pt x="9653885" y="5352673"/>
                  </a:lnTo>
                  <a:lnTo>
                    <a:pt x="9698484" y="5342039"/>
                  </a:lnTo>
                  <a:lnTo>
                    <a:pt x="9742190" y="5329212"/>
                  </a:lnTo>
                  <a:lnTo>
                    <a:pt x="9784940" y="5314253"/>
                  </a:lnTo>
                  <a:lnTo>
                    <a:pt x="9826672" y="5297224"/>
                  </a:lnTo>
                  <a:lnTo>
                    <a:pt x="9867324" y="5278188"/>
                  </a:lnTo>
                  <a:lnTo>
                    <a:pt x="9906835" y="5257205"/>
                  </a:lnTo>
                  <a:lnTo>
                    <a:pt x="9945143" y="5234338"/>
                  </a:lnTo>
                  <a:lnTo>
                    <a:pt x="9982185" y="5209649"/>
                  </a:lnTo>
                  <a:lnTo>
                    <a:pt x="10017901" y="5183200"/>
                  </a:lnTo>
                  <a:lnTo>
                    <a:pt x="10052227" y="5155052"/>
                  </a:lnTo>
                  <a:lnTo>
                    <a:pt x="10085102" y="5125268"/>
                  </a:lnTo>
                  <a:lnTo>
                    <a:pt x="10116464" y="5093908"/>
                  </a:lnTo>
                  <a:lnTo>
                    <a:pt x="10146252" y="5061036"/>
                  </a:lnTo>
                  <a:lnTo>
                    <a:pt x="10174403" y="5026713"/>
                  </a:lnTo>
                  <a:lnTo>
                    <a:pt x="10200855" y="4991001"/>
                  </a:lnTo>
                  <a:lnTo>
                    <a:pt x="10225547" y="4953961"/>
                  </a:lnTo>
                  <a:lnTo>
                    <a:pt x="10248416" y="4915656"/>
                  </a:lnTo>
                  <a:lnTo>
                    <a:pt x="10269402" y="4876148"/>
                  </a:lnTo>
                  <a:lnTo>
                    <a:pt x="10288441" y="4835498"/>
                  </a:lnTo>
                  <a:lnTo>
                    <a:pt x="10305472" y="4793768"/>
                  </a:lnTo>
                  <a:lnTo>
                    <a:pt x="10320433" y="4751020"/>
                  </a:lnTo>
                  <a:lnTo>
                    <a:pt x="10333262" y="4707316"/>
                  </a:lnTo>
                  <a:lnTo>
                    <a:pt x="10343897" y="4662718"/>
                  </a:lnTo>
                  <a:lnTo>
                    <a:pt x="10352277" y="4617288"/>
                  </a:lnTo>
                  <a:lnTo>
                    <a:pt x="10358339" y="4571087"/>
                  </a:lnTo>
                  <a:lnTo>
                    <a:pt x="10362022" y="4524178"/>
                  </a:lnTo>
                  <a:lnTo>
                    <a:pt x="10363263" y="4476623"/>
                  </a:lnTo>
                  <a:lnTo>
                    <a:pt x="10363263" y="895350"/>
                  </a:lnTo>
                  <a:lnTo>
                    <a:pt x="10362022" y="847794"/>
                  </a:lnTo>
                  <a:lnTo>
                    <a:pt x="10358339" y="800885"/>
                  </a:lnTo>
                  <a:lnTo>
                    <a:pt x="10352277" y="754686"/>
                  </a:lnTo>
                  <a:lnTo>
                    <a:pt x="10343897" y="709257"/>
                  </a:lnTo>
                  <a:lnTo>
                    <a:pt x="10333262" y="664660"/>
                  </a:lnTo>
                  <a:lnTo>
                    <a:pt x="10320433" y="620958"/>
                  </a:lnTo>
                  <a:lnTo>
                    <a:pt x="10305472" y="578212"/>
                  </a:lnTo>
                  <a:lnTo>
                    <a:pt x="10288441" y="536485"/>
                  </a:lnTo>
                  <a:lnTo>
                    <a:pt x="10269402" y="495837"/>
                  </a:lnTo>
                  <a:lnTo>
                    <a:pt x="10248416" y="456331"/>
                  </a:lnTo>
                  <a:lnTo>
                    <a:pt x="10225547" y="418029"/>
                  </a:lnTo>
                  <a:lnTo>
                    <a:pt x="10200855" y="380992"/>
                  </a:lnTo>
                  <a:lnTo>
                    <a:pt x="10174403" y="345283"/>
                  </a:lnTo>
                  <a:lnTo>
                    <a:pt x="10146252" y="310963"/>
                  </a:lnTo>
                  <a:lnTo>
                    <a:pt x="10116464" y="278094"/>
                  </a:lnTo>
                  <a:lnTo>
                    <a:pt x="10085102" y="246738"/>
                  </a:lnTo>
                  <a:lnTo>
                    <a:pt x="10052227" y="216956"/>
                  </a:lnTo>
                  <a:lnTo>
                    <a:pt x="10017901" y="188811"/>
                  </a:lnTo>
                  <a:lnTo>
                    <a:pt x="9982185" y="162365"/>
                  </a:lnTo>
                  <a:lnTo>
                    <a:pt x="9945143" y="137679"/>
                  </a:lnTo>
                  <a:lnTo>
                    <a:pt x="9906835" y="114815"/>
                  </a:lnTo>
                  <a:lnTo>
                    <a:pt x="9867324" y="93835"/>
                  </a:lnTo>
                  <a:lnTo>
                    <a:pt x="9826672" y="74801"/>
                  </a:lnTo>
                  <a:lnTo>
                    <a:pt x="9784940" y="57774"/>
                  </a:lnTo>
                  <a:lnTo>
                    <a:pt x="9742190" y="42817"/>
                  </a:lnTo>
                  <a:lnTo>
                    <a:pt x="9698484" y="29992"/>
                  </a:lnTo>
                  <a:lnTo>
                    <a:pt x="9653885" y="19360"/>
                  </a:lnTo>
                  <a:lnTo>
                    <a:pt x="9608453" y="10982"/>
                  </a:lnTo>
                  <a:lnTo>
                    <a:pt x="9562252" y="4922"/>
                  </a:lnTo>
                  <a:lnTo>
                    <a:pt x="9515342" y="1240"/>
                  </a:lnTo>
                  <a:lnTo>
                    <a:pt x="94677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28687" y="1024001"/>
              <a:ext cx="10363835" cy="5372100"/>
            </a:xfrm>
            <a:custGeom>
              <a:avLst/>
              <a:gdLst/>
              <a:ahLst/>
              <a:cxnLst/>
              <a:rect l="l" t="t" r="r" b="b"/>
              <a:pathLst>
                <a:path w="10363835" h="5372100">
                  <a:moveTo>
                    <a:pt x="0" y="895350"/>
                  </a:moveTo>
                  <a:lnTo>
                    <a:pt x="1241" y="847794"/>
                  </a:lnTo>
                  <a:lnTo>
                    <a:pt x="4923" y="800885"/>
                  </a:lnTo>
                  <a:lnTo>
                    <a:pt x="10984" y="754686"/>
                  </a:lnTo>
                  <a:lnTo>
                    <a:pt x="19362" y="709257"/>
                  </a:lnTo>
                  <a:lnTo>
                    <a:pt x="29996" y="664660"/>
                  </a:lnTo>
                  <a:lnTo>
                    <a:pt x="42824" y="620958"/>
                  </a:lnTo>
                  <a:lnTo>
                    <a:pt x="57783" y="578212"/>
                  </a:lnTo>
                  <a:lnTo>
                    <a:pt x="74811" y="536485"/>
                  </a:lnTo>
                  <a:lnTo>
                    <a:pt x="93848" y="495837"/>
                  </a:lnTo>
                  <a:lnTo>
                    <a:pt x="114830" y="456331"/>
                  </a:lnTo>
                  <a:lnTo>
                    <a:pt x="137697" y="418029"/>
                  </a:lnTo>
                  <a:lnTo>
                    <a:pt x="162386" y="380992"/>
                  </a:lnTo>
                  <a:lnTo>
                    <a:pt x="188835" y="345283"/>
                  </a:lnTo>
                  <a:lnTo>
                    <a:pt x="216983" y="310963"/>
                  </a:lnTo>
                  <a:lnTo>
                    <a:pt x="246768" y="278094"/>
                  </a:lnTo>
                  <a:lnTo>
                    <a:pt x="278127" y="246738"/>
                  </a:lnTo>
                  <a:lnTo>
                    <a:pt x="310999" y="216956"/>
                  </a:lnTo>
                  <a:lnTo>
                    <a:pt x="345322" y="188811"/>
                  </a:lnTo>
                  <a:lnTo>
                    <a:pt x="381035" y="162365"/>
                  </a:lnTo>
                  <a:lnTo>
                    <a:pt x="418074" y="137679"/>
                  </a:lnTo>
                  <a:lnTo>
                    <a:pt x="456379" y="114815"/>
                  </a:lnTo>
                  <a:lnTo>
                    <a:pt x="495888" y="93835"/>
                  </a:lnTo>
                  <a:lnTo>
                    <a:pt x="536538" y="74801"/>
                  </a:lnTo>
                  <a:lnTo>
                    <a:pt x="578268" y="57774"/>
                  </a:lnTo>
                  <a:lnTo>
                    <a:pt x="621015" y="42817"/>
                  </a:lnTo>
                  <a:lnTo>
                    <a:pt x="664719" y="29992"/>
                  </a:lnTo>
                  <a:lnTo>
                    <a:pt x="709317" y="19360"/>
                  </a:lnTo>
                  <a:lnTo>
                    <a:pt x="754747" y="10982"/>
                  </a:lnTo>
                  <a:lnTo>
                    <a:pt x="800948" y="4922"/>
                  </a:lnTo>
                  <a:lnTo>
                    <a:pt x="847857" y="1240"/>
                  </a:lnTo>
                  <a:lnTo>
                    <a:pt x="895413" y="0"/>
                  </a:lnTo>
                  <a:lnTo>
                    <a:pt x="9467786" y="0"/>
                  </a:lnTo>
                  <a:lnTo>
                    <a:pt x="9515342" y="1240"/>
                  </a:lnTo>
                  <a:lnTo>
                    <a:pt x="9562252" y="4922"/>
                  </a:lnTo>
                  <a:lnTo>
                    <a:pt x="9608453" y="10982"/>
                  </a:lnTo>
                  <a:lnTo>
                    <a:pt x="9653885" y="19360"/>
                  </a:lnTo>
                  <a:lnTo>
                    <a:pt x="9698484" y="29992"/>
                  </a:lnTo>
                  <a:lnTo>
                    <a:pt x="9742190" y="42817"/>
                  </a:lnTo>
                  <a:lnTo>
                    <a:pt x="9784940" y="57774"/>
                  </a:lnTo>
                  <a:lnTo>
                    <a:pt x="9826672" y="74801"/>
                  </a:lnTo>
                  <a:lnTo>
                    <a:pt x="9867324" y="93835"/>
                  </a:lnTo>
                  <a:lnTo>
                    <a:pt x="9906835" y="114815"/>
                  </a:lnTo>
                  <a:lnTo>
                    <a:pt x="9945143" y="137679"/>
                  </a:lnTo>
                  <a:lnTo>
                    <a:pt x="9982185" y="162365"/>
                  </a:lnTo>
                  <a:lnTo>
                    <a:pt x="10017901" y="188811"/>
                  </a:lnTo>
                  <a:lnTo>
                    <a:pt x="10052227" y="216956"/>
                  </a:lnTo>
                  <a:lnTo>
                    <a:pt x="10085102" y="246738"/>
                  </a:lnTo>
                  <a:lnTo>
                    <a:pt x="10116464" y="278094"/>
                  </a:lnTo>
                  <a:lnTo>
                    <a:pt x="10146252" y="310963"/>
                  </a:lnTo>
                  <a:lnTo>
                    <a:pt x="10174403" y="345283"/>
                  </a:lnTo>
                  <a:lnTo>
                    <a:pt x="10200855" y="380992"/>
                  </a:lnTo>
                  <a:lnTo>
                    <a:pt x="10225547" y="418029"/>
                  </a:lnTo>
                  <a:lnTo>
                    <a:pt x="10248416" y="456331"/>
                  </a:lnTo>
                  <a:lnTo>
                    <a:pt x="10269402" y="495837"/>
                  </a:lnTo>
                  <a:lnTo>
                    <a:pt x="10288441" y="536485"/>
                  </a:lnTo>
                  <a:lnTo>
                    <a:pt x="10305472" y="578212"/>
                  </a:lnTo>
                  <a:lnTo>
                    <a:pt x="10320433" y="620958"/>
                  </a:lnTo>
                  <a:lnTo>
                    <a:pt x="10333262" y="664660"/>
                  </a:lnTo>
                  <a:lnTo>
                    <a:pt x="10343897" y="709257"/>
                  </a:lnTo>
                  <a:lnTo>
                    <a:pt x="10352277" y="754686"/>
                  </a:lnTo>
                  <a:lnTo>
                    <a:pt x="10358339" y="800885"/>
                  </a:lnTo>
                  <a:lnTo>
                    <a:pt x="10362022" y="847794"/>
                  </a:lnTo>
                  <a:lnTo>
                    <a:pt x="10363263" y="895350"/>
                  </a:lnTo>
                  <a:lnTo>
                    <a:pt x="10363263" y="4476623"/>
                  </a:lnTo>
                  <a:lnTo>
                    <a:pt x="10362022" y="4524178"/>
                  </a:lnTo>
                  <a:lnTo>
                    <a:pt x="10358339" y="4571087"/>
                  </a:lnTo>
                  <a:lnTo>
                    <a:pt x="10352277" y="4617288"/>
                  </a:lnTo>
                  <a:lnTo>
                    <a:pt x="10343897" y="4662718"/>
                  </a:lnTo>
                  <a:lnTo>
                    <a:pt x="10333262" y="4707316"/>
                  </a:lnTo>
                  <a:lnTo>
                    <a:pt x="10320433" y="4751020"/>
                  </a:lnTo>
                  <a:lnTo>
                    <a:pt x="10305472" y="4793768"/>
                  </a:lnTo>
                  <a:lnTo>
                    <a:pt x="10288441" y="4835498"/>
                  </a:lnTo>
                  <a:lnTo>
                    <a:pt x="10269402" y="4876148"/>
                  </a:lnTo>
                  <a:lnTo>
                    <a:pt x="10248416" y="4915656"/>
                  </a:lnTo>
                  <a:lnTo>
                    <a:pt x="10225547" y="4953961"/>
                  </a:lnTo>
                  <a:lnTo>
                    <a:pt x="10200855" y="4991001"/>
                  </a:lnTo>
                  <a:lnTo>
                    <a:pt x="10174403" y="5026713"/>
                  </a:lnTo>
                  <a:lnTo>
                    <a:pt x="10146252" y="5061036"/>
                  </a:lnTo>
                  <a:lnTo>
                    <a:pt x="10116464" y="5093908"/>
                  </a:lnTo>
                  <a:lnTo>
                    <a:pt x="10085102" y="5125268"/>
                  </a:lnTo>
                  <a:lnTo>
                    <a:pt x="10052227" y="5155052"/>
                  </a:lnTo>
                  <a:lnTo>
                    <a:pt x="10017901" y="5183200"/>
                  </a:lnTo>
                  <a:lnTo>
                    <a:pt x="9982185" y="5209649"/>
                  </a:lnTo>
                  <a:lnTo>
                    <a:pt x="9945143" y="5234338"/>
                  </a:lnTo>
                  <a:lnTo>
                    <a:pt x="9906835" y="5257205"/>
                  </a:lnTo>
                  <a:lnTo>
                    <a:pt x="9867324" y="5278188"/>
                  </a:lnTo>
                  <a:lnTo>
                    <a:pt x="9826672" y="5297224"/>
                  </a:lnTo>
                  <a:lnTo>
                    <a:pt x="9784940" y="5314253"/>
                  </a:lnTo>
                  <a:lnTo>
                    <a:pt x="9742190" y="5329212"/>
                  </a:lnTo>
                  <a:lnTo>
                    <a:pt x="9698484" y="5342039"/>
                  </a:lnTo>
                  <a:lnTo>
                    <a:pt x="9653885" y="5352673"/>
                  </a:lnTo>
                  <a:lnTo>
                    <a:pt x="9608453" y="5361052"/>
                  </a:lnTo>
                  <a:lnTo>
                    <a:pt x="9562252" y="5367113"/>
                  </a:lnTo>
                  <a:lnTo>
                    <a:pt x="9515342" y="5370795"/>
                  </a:lnTo>
                  <a:lnTo>
                    <a:pt x="9467786" y="5372036"/>
                  </a:lnTo>
                  <a:lnTo>
                    <a:pt x="895413" y="5372036"/>
                  </a:lnTo>
                  <a:lnTo>
                    <a:pt x="847857" y="5370795"/>
                  </a:lnTo>
                  <a:lnTo>
                    <a:pt x="800948" y="5367113"/>
                  </a:lnTo>
                  <a:lnTo>
                    <a:pt x="754747" y="5361052"/>
                  </a:lnTo>
                  <a:lnTo>
                    <a:pt x="709317" y="5352673"/>
                  </a:lnTo>
                  <a:lnTo>
                    <a:pt x="664719" y="5342039"/>
                  </a:lnTo>
                  <a:lnTo>
                    <a:pt x="621015" y="5329212"/>
                  </a:lnTo>
                  <a:lnTo>
                    <a:pt x="578268" y="5314253"/>
                  </a:lnTo>
                  <a:lnTo>
                    <a:pt x="536538" y="5297224"/>
                  </a:lnTo>
                  <a:lnTo>
                    <a:pt x="495888" y="5278188"/>
                  </a:lnTo>
                  <a:lnTo>
                    <a:pt x="456379" y="5257205"/>
                  </a:lnTo>
                  <a:lnTo>
                    <a:pt x="418074" y="5234338"/>
                  </a:lnTo>
                  <a:lnTo>
                    <a:pt x="381035" y="5209649"/>
                  </a:lnTo>
                  <a:lnTo>
                    <a:pt x="345322" y="5183200"/>
                  </a:lnTo>
                  <a:lnTo>
                    <a:pt x="310999" y="5155052"/>
                  </a:lnTo>
                  <a:lnTo>
                    <a:pt x="278127" y="5125268"/>
                  </a:lnTo>
                  <a:lnTo>
                    <a:pt x="246768" y="5093908"/>
                  </a:lnTo>
                  <a:lnTo>
                    <a:pt x="216983" y="5061036"/>
                  </a:lnTo>
                  <a:lnTo>
                    <a:pt x="188835" y="5026713"/>
                  </a:lnTo>
                  <a:lnTo>
                    <a:pt x="162386" y="4991001"/>
                  </a:lnTo>
                  <a:lnTo>
                    <a:pt x="137697" y="4953961"/>
                  </a:lnTo>
                  <a:lnTo>
                    <a:pt x="114830" y="4915656"/>
                  </a:lnTo>
                  <a:lnTo>
                    <a:pt x="93848" y="4876148"/>
                  </a:lnTo>
                  <a:lnTo>
                    <a:pt x="74811" y="4835498"/>
                  </a:lnTo>
                  <a:lnTo>
                    <a:pt x="57783" y="4793768"/>
                  </a:lnTo>
                  <a:lnTo>
                    <a:pt x="42824" y="4751020"/>
                  </a:lnTo>
                  <a:lnTo>
                    <a:pt x="29996" y="4707316"/>
                  </a:lnTo>
                  <a:lnTo>
                    <a:pt x="19362" y="4662718"/>
                  </a:lnTo>
                  <a:lnTo>
                    <a:pt x="10984" y="4617288"/>
                  </a:lnTo>
                  <a:lnTo>
                    <a:pt x="4923" y="4571087"/>
                  </a:lnTo>
                  <a:lnTo>
                    <a:pt x="1241" y="4524178"/>
                  </a:lnTo>
                  <a:lnTo>
                    <a:pt x="0" y="4476623"/>
                  </a:lnTo>
                  <a:lnTo>
                    <a:pt x="0" y="8953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999" y="1190625"/>
              <a:ext cx="8048625" cy="51054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4166235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DFD</a:t>
            </a:r>
            <a:r>
              <a:rPr dirty="0" spc="-310"/>
              <a:t> </a:t>
            </a:r>
            <a:r>
              <a:rPr dirty="0" spc="-145"/>
              <a:t>Level</a:t>
            </a:r>
            <a:r>
              <a:rPr dirty="0" spc="-275"/>
              <a:t> </a:t>
            </a:r>
            <a:r>
              <a:rPr dirty="0" spc="-135"/>
              <a:t>0</a:t>
            </a:r>
            <a:r>
              <a:rPr dirty="0" spc="-275"/>
              <a:t> </a:t>
            </a:r>
            <a:r>
              <a:rPr dirty="0" spc="495"/>
              <a:t>—</a:t>
            </a:r>
            <a:r>
              <a:rPr dirty="0" spc="-275"/>
              <a:t> </a:t>
            </a:r>
            <a:r>
              <a:rPr dirty="0" spc="-135"/>
              <a:t>Context</a:t>
            </a:r>
            <a:r>
              <a:rPr dirty="0" spc="-275"/>
              <a:t> </a:t>
            </a:r>
            <a:r>
              <a:rPr dirty="0" spc="-55"/>
              <a:t>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612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High-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level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exchange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between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DPMTMS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its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external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users.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990586" y="1095286"/>
            <a:ext cx="10187305" cy="5224780"/>
            <a:chOff x="990586" y="1095286"/>
            <a:chExt cx="10187305" cy="52247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586" y="1095286"/>
              <a:ext cx="10187077" cy="52245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23937" y="1109725"/>
              <a:ext cx="10125710" cy="5153025"/>
            </a:xfrm>
            <a:custGeom>
              <a:avLst/>
              <a:gdLst/>
              <a:ahLst/>
              <a:cxnLst/>
              <a:rect l="l" t="t" r="r" b="b"/>
              <a:pathLst>
                <a:path w="10125710" h="5153025">
                  <a:moveTo>
                    <a:pt x="9266237" y="0"/>
                  </a:moveTo>
                  <a:lnTo>
                    <a:pt x="858837" y="0"/>
                  </a:lnTo>
                  <a:lnTo>
                    <a:pt x="810099" y="1359"/>
                  </a:lnTo>
                  <a:lnTo>
                    <a:pt x="762075" y="5388"/>
                  </a:lnTo>
                  <a:lnTo>
                    <a:pt x="714837" y="12015"/>
                  </a:lnTo>
                  <a:lnTo>
                    <a:pt x="668458" y="21168"/>
                  </a:lnTo>
                  <a:lnTo>
                    <a:pt x="623009" y="32773"/>
                  </a:lnTo>
                  <a:lnTo>
                    <a:pt x="578564" y="46759"/>
                  </a:lnTo>
                  <a:lnTo>
                    <a:pt x="535195" y="63053"/>
                  </a:lnTo>
                  <a:lnTo>
                    <a:pt x="492974" y="81582"/>
                  </a:lnTo>
                  <a:lnTo>
                    <a:pt x="451975" y="102274"/>
                  </a:lnTo>
                  <a:lnTo>
                    <a:pt x="412268" y="125057"/>
                  </a:lnTo>
                  <a:lnTo>
                    <a:pt x="373928" y="149858"/>
                  </a:lnTo>
                  <a:lnTo>
                    <a:pt x="337026" y="176604"/>
                  </a:lnTo>
                  <a:lnTo>
                    <a:pt x="301634" y="205224"/>
                  </a:lnTo>
                  <a:lnTo>
                    <a:pt x="267826" y="235644"/>
                  </a:lnTo>
                  <a:lnTo>
                    <a:pt x="235674" y="267793"/>
                  </a:lnTo>
                  <a:lnTo>
                    <a:pt x="205251" y="301598"/>
                  </a:lnTo>
                  <a:lnTo>
                    <a:pt x="176628" y="336986"/>
                  </a:lnTo>
                  <a:lnTo>
                    <a:pt x="149878" y="373885"/>
                  </a:lnTo>
                  <a:lnTo>
                    <a:pt x="125074" y="412222"/>
                  </a:lnTo>
                  <a:lnTo>
                    <a:pt x="102288" y="451926"/>
                  </a:lnTo>
                  <a:lnTo>
                    <a:pt x="81594" y="492923"/>
                  </a:lnTo>
                  <a:lnTo>
                    <a:pt x="63062" y="535141"/>
                  </a:lnTo>
                  <a:lnTo>
                    <a:pt x="46766" y="578508"/>
                  </a:lnTo>
                  <a:lnTo>
                    <a:pt x="32778" y="622951"/>
                  </a:lnTo>
                  <a:lnTo>
                    <a:pt x="21171" y="668398"/>
                  </a:lnTo>
                  <a:lnTo>
                    <a:pt x="12017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7" y="4438117"/>
                  </a:lnTo>
                  <a:lnTo>
                    <a:pt x="21171" y="4484495"/>
                  </a:lnTo>
                  <a:lnTo>
                    <a:pt x="32778" y="4529942"/>
                  </a:lnTo>
                  <a:lnTo>
                    <a:pt x="46766" y="4574386"/>
                  </a:lnTo>
                  <a:lnTo>
                    <a:pt x="63062" y="4617755"/>
                  </a:lnTo>
                  <a:lnTo>
                    <a:pt x="81594" y="4659975"/>
                  </a:lnTo>
                  <a:lnTo>
                    <a:pt x="102288" y="4700975"/>
                  </a:lnTo>
                  <a:lnTo>
                    <a:pt x="125074" y="4740681"/>
                  </a:lnTo>
                  <a:lnTo>
                    <a:pt x="149878" y="4779022"/>
                  </a:lnTo>
                  <a:lnTo>
                    <a:pt x="176628" y="4815924"/>
                  </a:lnTo>
                  <a:lnTo>
                    <a:pt x="205251" y="4851316"/>
                  </a:lnTo>
                  <a:lnTo>
                    <a:pt x="235674" y="4885124"/>
                  </a:lnTo>
                  <a:lnTo>
                    <a:pt x="267826" y="4917277"/>
                  </a:lnTo>
                  <a:lnTo>
                    <a:pt x="301634" y="4947701"/>
                  </a:lnTo>
                  <a:lnTo>
                    <a:pt x="337026" y="4976325"/>
                  </a:lnTo>
                  <a:lnTo>
                    <a:pt x="373928" y="5003076"/>
                  </a:lnTo>
                  <a:lnTo>
                    <a:pt x="412268" y="5027880"/>
                  </a:lnTo>
                  <a:lnTo>
                    <a:pt x="451975" y="5050667"/>
                  </a:lnTo>
                  <a:lnTo>
                    <a:pt x="492974" y="5071363"/>
                  </a:lnTo>
                  <a:lnTo>
                    <a:pt x="535195" y="5089895"/>
                  </a:lnTo>
                  <a:lnTo>
                    <a:pt x="578564" y="5106192"/>
                  </a:lnTo>
                  <a:lnTo>
                    <a:pt x="623009" y="5120180"/>
                  </a:lnTo>
                  <a:lnTo>
                    <a:pt x="668458" y="5131788"/>
                  </a:lnTo>
                  <a:lnTo>
                    <a:pt x="714837" y="5140942"/>
                  </a:lnTo>
                  <a:lnTo>
                    <a:pt x="762075" y="5147571"/>
                  </a:lnTo>
                  <a:lnTo>
                    <a:pt x="810099" y="5151601"/>
                  </a:lnTo>
                  <a:lnTo>
                    <a:pt x="858837" y="5152961"/>
                  </a:lnTo>
                  <a:lnTo>
                    <a:pt x="9266237" y="5152961"/>
                  </a:lnTo>
                  <a:lnTo>
                    <a:pt x="9314975" y="5151601"/>
                  </a:lnTo>
                  <a:lnTo>
                    <a:pt x="9362999" y="5147571"/>
                  </a:lnTo>
                  <a:lnTo>
                    <a:pt x="9410239" y="5140942"/>
                  </a:lnTo>
                  <a:lnTo>
                    <a:pt x="9456619" y="5131788"/>
                  </a:lnTo>
                  <a:lnTo>
                    <a:pt x="9502070" y="5120180"/>
                  </a:lnTo>
                  <a:lnTo>
                    <a:pt x="9546517" y="5106192"/>
                  </a:lnTo>
                  <a:lnTo>
                    <a:pt x="9589888" y="5089895"/>
                  </a:lnTo>
                  <a:lnTo>
                    <a:pt x="9632112" y="5071363"/>
                  </a:lnTo>
                  <a:lnTo>
                    <a:pt x="9673114" y="5050667"/>
                  </a:lnTo>
                  <a:lnTo>
                    <a:pt x="9712823" y="5027880"/>
                  </a:lnTo>
                  <a:lnTo>
                    <a:pt x="9751167" y="5003076"/>
                  </a:lnTo>
                  <a:lnTo>
                    <a:pt x="9788072" y="4976325"/>
                  </a:lnTo>
                  <a:lnTo>
                    <a:pt x="9823467" y="4947701"/>
                  </a:lnTo>
                  <a:lnTo>
                    <a:pt x="9857278" y="4917277"/>
                  </a:lnTo>
                  <a:lnTo>
                    <a:pt x="9889433" y="4885124"/>
                  </a:lnTo>
                  <a:lnTo>
                    <a:pt x="9919860" y="4851316"/>
                  </a:lnTo>
                  <a:lnTo>
                    <a:pt x="9948486" y="4815924"/>
                  </a:lnTo>
                  <a:lnTo>
                    <a:pt x="9975239" y="4779022"/>
                  </a:lnTo>
                  <a:lnTo>
                    <a:pt x="10000046" y="4740681"/>
                  </a:lnTo>
                  <a:lnTo>
                    <a:pt x="10022834" y="4700975"/>
                  </a:lnTo>
                  <a:lnTo>
                    <a:pt x="10043532" y="4659975"/>
                  </a:lnTo>
                  <a:lnTo>
                    <a:pt x="10062066" y="4617755"/>
                  </a:lnTo>
                  <a:lnTo>
                    <a:pt x="10078364" y="4574386"/>
                  </a:lnTo>
                  <a:lnTo>
                    <a:pt x="10092354" y="4529942"/>
                  </a:lnTo>
                  <a:lnTo>
                    <a:pt x="10103963" y="4484495"/>
                  </a:lnTo>
                  <a:lnTo>
                    <a:pt x="10113118" y="4438117"/>
                  </a:lnTo>
                  <a:lnTo>
                    <a:pt x="10119748" y="4390881"/>
                  </a:lnTo>
                  <a:lnTo>
                    <a:pt x="10123778" y="4342859"/>
                  </a:lnTo>
                  <a:lnTo>
                    <a:pt x="10125138" y="4294124"/>
                  </a:lnTo>
                  <a:lnTo>
                    <a:pt x="10125138" y="858774"/>
                  </a:lnTo>
                  <a:lnTo>
                    <a:pt x="10123778" y="810036"/>
                  </a:lnTo>
                  <a:lnTo>
                    <a:pt x="10119748" y="762013"/>
                  </a:lnTo>
                  <a:lnTo>
                    <a:pt x="10113118" y="714776"/>
                  </a:lnTo>
                  <a:lnTo>
                    <a:pt x="10103963" y="668398"/>
                  </a:lnTo>
                  <a:lnTo>
                    <a:pt x="10092354" y="622951"/>
                  </a:lnTo>
                  <a:lnTo>
                    <a:pt x="10078364" y="578508"/>
                  </a:lnTo>
                  <a:lnTo>
                    <a:pt x="10062066" y="535141"/>
                  </a:lnTo>
                  <a:lnTo>
                    <a:pt x="10043532" y="492923"/>
                  </a:lnTo>
                  <a:lnTo>
                    <a:pt x="10022834" y="451926"/>
                  </a:lnTo>
                  <a:lnTo>
                    <a:pt x="10000046" y="412222"/>
                  </a:lnTo>
                  <a:lnTo>
                    <a:pt x="9975239" y="373885"/>
                  </a:lnTo>
                  <a:lnTo>
                    <a:pt x="9948486" y="336986"/>
                  </a:lnTo>
                  <a:lnTo>
                    <a:pt x="9919860" y="301598"/>
                  </a:lnTo>
                  <a:lnTo>
                    <a:pt x="9889433" y="267793"/>
                  </a:lnTo>
                  <a:lnTo>
                    <a:pt x="9857278" y="235644"/>
                  </a:lnTo>
                  <a:lnTo>
                    <a:pt x="9823467" y="205224"/>
                  </a:lnTo>
                  <a:lnTo>
                    <a:pt x="9788072" y="176604"/>
                  </a:lnTo>
                  <a:lnTo>
                    <a:pt x="9751167" y="149858"/>
                  </a:lnTo>
                  <a:lnTo>
                    <a:pt x="9712823" y="125057"/>
                  </a:lnTo>
                  <a:lnTo>
                    <a:pt x="9673114" y="102274"/>
                  </a:lnTo>
                  <a:lnTo>
                    <a:pt x="9632112" y="81582"/>
                  </a:lnTo>
                  <a:lnTo>
                    <a:pt x="9589888" y="63053"/>
                  </a:lnTo>
                  <a:lnTo>
                    <a:pt x="9546517" y="46759"/>
                  </a:lnTo>
                  <a:lnTo>
                    <a:pt x="9502070" y="32773"/>
                  </a:lnTo>
                  <a:lnTo>
                    <a:pt x="9456619" y="21168"/>
                  </a:lnTo>
                  <a:lnTo>
                    <a:pt x="9410239" y="12015"/>
                  </a:lnTo>
                  <a:lnTo>
                    <a:pt x="9362999" y="5388"/>
                  </a:lnTo>
                  <a:lnTo>
                    <a:pt x="9314975" y="1359"/>
                  </a:lnTo>
                  <a:lnTo>
                    <a:pt x="9266237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23937" y="1109725"/>
              <a:ext cx="10125710" cy="5153025"/>
            </a:xfrm>
            <a:custGeom>
              <a:avLst/>
              <a:gdLst/>
              <a:ahLst/>
              <a:cxnLst/>
              <a:rect l="l" t="t" r="r" b="b"/>
              <a:pathLst>
                <a:path w="10125710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7" y="714776"/>
                  </a:lnTo>
                  <a:lnTo>
                    <a:pt x="21171" y="668398"/>
                  </a:lnTo>
                  <a:lnTo>
                    <a:pt x="32778" y="622951"/>
                  </a:lnTo>
                  <a:lnTo>
                    <a:pt x="46766" y="578508"/>
                  </a:lnTo>
                  <a:lnTo>
                    <a:pt x="63062" y="535141"/>
                  </a:lnTo>
                  <a:lnTo>
                    <a:pt x="81594" y="492923"/>
                  </a:lnTo>
                  <a:lnTo>
                    <a:pt x="102288" y="451926"/>
                  </a:lnTo>
                  <a:lnTo>
                    <a:pt x="125074" y="412222"/>
                  </a:lnTo>
                  <a:lnTo>
                    <a:pt x="149878" y="373885"/>
                  </a:lnTo>
                  <a:lnTo>
                    <a:pt x="176628" y="336986"/>
                  </a:lnTo>
                  <a:lnTo>
                    <a:pt x="205251" y="301598"/>
                  </a:lnTo>
                  <a:lnTo>
                    <a:pt x="235674" y="267793"/>
                  </a:lnTo>
                  <a:lnTo>
                    <a:pt x="267826" y="235644"/>
                  </a:lnTo>
                  <a:lnTo>
                    <a:pt x="301634" y="205224"/>
                  </a:lnTo>
                  <a:lnTo>
                    <a:pt x="337026" y="176604"/>
                  </a:lnTo>
                  <a:lnTo>
                    <a:pt x="373928" y="149858"/>
                  </a:lnTo>
                  <a:lnTo>
                    <a:pt x="412268" y="125057"/>
                  </a:lnTo>
                  <a:lnTo>
                    <a:pt x="451975" y="102274"/>
                  </a:lnTo>
                  <a:lnTo>
                    <a:pt x="492974" y="81582"/>
                  </a:lnTo>
                  <a:lnTo>
                    <a:pt x="535195" y="63053"/>
                  </a:lnTo>
                  <a:lnTo>
                    <a:pt x="578564" y="46759"/>
                  </a:lnTo>
                  <a:lnTo>
                    <a:pt x="623009" y="32773"/>
                  </a:lnTo>
                  <a:lnTo>
                    <a:pt x="668458" y="21168"/>
                  </a:lnTo>
                  <a:lnTo>
                    <a:pt x="714837" y="12015"/>
                  </a:lnTo>
                  <a:lnTo>
                    <a:pt x="762075" y="5388"/>
                  </a:lnTo>
                  <a:lnTo>
                    <a:pt x="810099" y="1359"/>
                  </a:lnTo>
                  <a:lnTo>
                    <a:pt x="858837" y="0"/>
                  </a:lnTo>
                  <a:lnTo>
                    <a:pt x="9266237" y="0"/>
                  </a:lnTo>
                  <a:lnTo>
                    <a:pt x="9314975" y="1359"/>
                  </a:lnTo>
                  <a:lnTo>
                    <a:pt x="9362999" y="5388"/>
                  </a:lnTo>
                  <a:lnTo>
                    <a:pt x="9410239" y="12015"/>
                  </a:lnTo>
                  <a:lnTo>
                    <a:pt x="9456619" y="21168"/>
                  </a:lnTo>
                  <a:lnTo>
                    <a:pt x="9502070" y="32773"/>
                  </a:lnTo>
                  <a:lnTo>
                    <a:pt x="9546517" y="46759"/>
                  </a:lnTo>
                  <a:lnTo>
                    <a:pt x="9589888" y="63053"/>
                  </a:lnTo>
                  <a:lnTo>
                    <a:pt x="9632112" y="81582"/>
                  </a:lnTo>
                  <a:lnTo>
                    <a:pt x="9673114" y="102274"/>
                  </a:lnTo>
                  <a:lnTo>
                    <a:pt x="9712823" y="125057"/>
                  </a:lnTo>
                  <a:lnTo>
                    <a:pt x="9751167" y="149858"/>
                  </a:lnTo>
                  <a:lnTo>
                    <a:pt x="9788072" y="176604"/>
                  </a:lnTo>
                  <a:lnTo>
                    <a:pt x="9823467" y="205224"/>
                  </a:lnTo>
                  <a:lnTo>
                    <a:pt x="9857278" y="235644"/>
                  </a:lnTo>
                  <a:lnTo>
                    <a:pt x="9889433" y="267793"/>
                  </a:lnTo>
                  <a:lnTo>
                    <a:pt x="9919860" y="301598"/>
                  </a:lnTo>
                  <a:lnTo>
                    <a:pt x="9948486" y="336986"/>
                  </a:lnTo>
                  <a:lnTo>
                    <a:pt x="9975239" y="373885"/>
                  </a:lnTo>
                  <a:lnTo>
                    <a:pt x="10000046" y="412222"/>
                  </a:lnTo>
                  <a:lnTo>
                    <a:pt x="10022834" y="451926"/>
                  </a:lnTo>
                  <a:lnTo>
                    <a:pt x="10043532" y="492923"/>
                  </a:lnTo>
                  <a:lnTo>
                    <a:pt x="10062066" y="535141"/>
                  </a:lnTo>
                  <a:lnTo>
                    <a:pt x="10078364" y="578508"/>
                  </a:lnTo>
                  <a:lnTo>
                    <a:pt x="10092354" y="622951"/>
                  </a:lnTo>
                  <a:lnTo>
                    <a:pt x="10103963" y="668398"/>
                  </a:lnTo>
                  <a:lnTo>
                    <a:pt x="10113118" y="714776"/>
                  </a:lnTo>
                  <a:lnTo>
                    <a:pt x="10119748" y="762013"/>
                  </a:lnTo>
                  <a:lnTo>
                    <a:pt x="10123778" y="810036"/>
                  </a:lnTo>
                  <a:lnTo>
                    <a:pt x="10125138" y="858774"/>
                  </a:lnTo>
                  <a:lnTo>
                    <a:pt x="10125138" y="4294124"/>
                  </a:lnTo>
                  <a:lnTo>
                    <a:pt x="10123778" y="4342859"/>
                  </a:lnTo>
                  <a:lnTo>
                    <a:pt x="10119748" y="4390881"/>
                  </a:lnTo>
                  <a:lnTo>
                    <a:pt x="10113118" y="4438117"/>
                  </a:lnTo>
                  <a:lnTo>
                    <a:pt x="10103963" y="4484495"/>
                  </a:lnTo>
                  <a:lnTo>
                    <a:pt x="10092354" y="4529942"/>
                  </a:lnTo>
                  <a:lnTo>
                    <a:pt x="10078364" y="4574386"/>
                  </a:lnTo>
                  <a:lnTo>
                    <a:pt x="10062066" y="4617755"/>
                  </a:lnTo>
                  <a:lnTo>
                    <a:pt x="10043532" y="4659975"/>
                  </a:lnTo>
                  <a:lnTo>
                    <a:pt x="10022834" y="4700975"/>
                  </a:lnTo>
                  <a:lnTo>
                    <a:pt x="10000046" y="4740681"/>
                  </a:lnTo>
                  <a:lnTo>
                    <a:pt x="9975239" y="4779022"/>
                  </a:lnTo>
                  <a:lnTo>
                    <a:pt x="9948486" y="4815924"/>
                  </a:lnTo>
                  <a:lnTo>
                    <a:pt x="9919860" y="4851316"/>
                  </a:lnTo>
                  <a:lnTo>
                    <a:pt x="9889433" y="4885124"/>
                  </a:lnTo>
                  <a:lnTo>
                    <a:pt x="9857278" y="4917277"/>
                  </a:lnTo>
                  <a:lnTo>
                    <a:pt x="9823467" y="4947701"/>
                  </a:lnTo>
                  <a:lnTo>
                    <a:pt x="9788072" y="4976325"/>
                  </a:lnTo>
                  <a:lnTo>
                    <a:pt x="9751167" y="5003076"/>
                  </a:lnTo>
                  <a:lnTo>
                    <a:pt x="9712823" y="5027880"/>
                  </a:lnTo>
                  <a:lnTo>
                    <a:pt x="9673114" y="5050667"/>
                  </a:lnTo>
                  <a:lnTo>
                    <a:pt x="9632112" y="5071363"/>
                  </a:lnTo>
                  <a:lnTo>
                    <a:pt x="9589888" y="5089895"/>
                  </a:lnTo>
                  <a:lnTo>
                    <a:pt x="9546517" y="5106192"/>
                  </a:lnTo>
                  <a:lnTo>
                    <a:pt x="9502070" y="5120180"/>
                  </a:lnTo>
                  <a:lnTo>
                    <a:pt x="9456619" y="5131788"/>
                  </a:lnTo>
                  <a:lnTo>
                    <a:pt x="9410239" y="5140942"/>
                  </a:lnTo>
                  <a:lnTo>
                    <a:pt x="9362999" y="5147571"/>
                  </a:lnTo>
                  <a:lnTo>
                    <a:pt x="9314975" y="5151601"/>
                  </a:lnTo>
                  <a:lnTo>
                    <a:pt x="9266237" y="5152961"/>
                  </a:lnTo>
                  <a:lnTo>
                    <a:pt x="858837" y="5152961"/>
                  </a:lnTo>
                  <a:lnTo>
                    <a:pt x="810099" y="5151601"/>
                  </a:lnTo>
                  <a:lnTo>
                    <a:pt x="762075" y="5147571"/>
                  </a:lnTo>
                  <a:lnTo>
                    <a:pt x="714837" y="5140942"/>
                  </a:lnTo>
                  <a:lnTo>
                    <a:pt x="668458" y="5131788"/>
                  </a:lnTo>
                  <a:lnTo>
                    <a:pt x="623009" y="5120180"/>
                  </a:lnTo>
                  <a:lnTo>
                    <a:pt x="578564" y="5106192"/>
                  </a:lnTo>
                  <a:lnTo>
                    <a:pt x="535195" y="5089895"/>
                  </a:lnTo>
                  <a:lnTo>
                    <a:pt x="492974" y="5071363"/>
                  </a:lnTo>
                  <a:lnTo>
                    <a:pt x="451975" y="5050667"/>
                  </a:lnTo>
                  <a:lnTo>
                    <a:pt x="412268" y="5027880"/>
                  </a:lnTo>
                  <a:lnTo>
                    <a:pt x="373928" y="5003076"/>
                  </a:lnTo>
                  <a:lnTo>
                    <a:pt x="337026" y="4976325"/>
                  </a:lnTo>
                  <a:lnTo>
                    <a:pt x="301634" y="4947701"/>
                  </a:lnTo>
                  <a:lnTo>
                    <a:pt x="267826" y="4917277"/>
                  </a:lnTo>
                  <a:lnTo>
                    <a:pt x="235674" y="4885124"/>
                  </a:lnTo>
                  <a:lnTo>
                    <a:pt x="205251" y="4851316"/>
                  </a:lnTo>
                  <a:lnTo>
                    <a:pt x="176628" y="4815924"/>
                  </a:lnTo>
                  <a:lnTo>
                    <a:pt x="149878" y="4779022"/>
                  </a:lnTo>
                  <a:lnTo>
                    <a:pt x="125074" y="4740681"/>
                  </a:lnTo>
                  <a:lnTo>
                    <a:pt x="102288" y="4700975"/>
                  </a:lnTo>
                  <a:lnTo>
                    <a:pt x="81594" y="4659975"/>
                  </a:lnTo>
                  <a:lnTo>
                    <a:pt x="63062" y="4617755"/>
                  </a:lnTo>
                  <a:lnTo>
                    <a:pt x="46766" y="4574386"/>
                  </a:lnTo>
                  <a:lnTo>
                    <a:pt x="32778" y="4529942"/>
                  </a:lnTo>
                  <a:lnTo>
                    <a:pt x="21171" y="4484495"/>
                  </a:lnTo>
                  <a:lnTo>
                    <a:pt x="12017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49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9575" y="1142999"/>
              <a:ext cx="3714750" cy="5076825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462788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DFD</a:t>
            </a:r>
            <a:r>
              <a:rPr dirty="0" spc="-315"/>
              <a:t> </a:t>
            </a:r>
            <a:r>
              <a:rPr dirty="0" spc="-145"/>
              <a:t>Level</a:t>
            </a:r>
            <a:r>
              <a:rPr dirty="0" spc="-280"/>
              <a:t> </a:t>
            </a:r>
            <a:r>
              <a:rPr dirty="0" spc="-135"/>
              <a:t>1</a:t>
            </a:r>
            <a:r>
              <a:rPr dirty="0" spc="-280"/>
              <a:t> </a:t>
            </a:r>
            <a:r>
              <a:rPr dirty="0" spc="495"/>
              <a:t>—</a:t>
            </a:r>
            <a:r>
              <a:rPr dirty="0" spc="-275"/>
              <a:t> </a:t>
            </a:r>
            <a:r>
              <a:rPr dirty="0" spc="-130"/>
              <a:t>Major</a:t>
            </a:r>
            <a:r>
              <a:rPr dirty="0" spc="-305"/>
              <a:t> </a:t>
            </a:r>
            <a:r>
              <a:rPr dirty="0" spc="-10"/>
              <a:t>Processes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6368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Breakdown</a:t>
            </a:r>
            <a:r>
              <a:rPr dirty="0" sz="12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of</a:t>
            </a:r>
            <a:r>
              <a:rPr dirty="0" sz="12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authentication,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appointments,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prescriptions,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inventory,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notifications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reporting.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981011"/>
            <a:ext cx="11206480" cy="5596890"/>
            <a:chOff x="476238" y="981011"/>
            <a:chExt cx="11206480" cy="55968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824" y="981011"/>
              <a:ext cx="11158601" cy="55864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6737" y="1024001"/>
              <a:ext cx="11040110" cy="5467350"/>
            </a:xfrm>
            <a:custGeom>
              <a:avLst/>
              <a:gdLst/>
              <a:ahLst/>
              <a:cxnLst/>
              <a:rect l="l" t="t" r="r" b="b"/>
              <a:pathLst>
                <a:path w="11040110" h="5467350">
                  <a:moveTo>
                    <a:pt x="10128186" y="0"/>
                  </a:moveTo>
                  <a:lnTo>
                    <a:pt x="911288" y="0"/>
                  </a:lnTo>
                  <a:lnTo>
                    <a:pt x="862888" y="1262"/>
                  </a:lnTo>
                  <a:lnTo>
                    <a:pt x="815147" y="5009"/>
                  </a:lnTo>
                  <a:lnTo>
                    <a:pt x="768127" y="11177"/>
                  </a:lnTo>
                  <a:lnTo>
                    <a:pt x="721891" y="19703"/>
                  </a:lnTo>
                  <a:lnTo>
                    <a:pt x="676502" y="30524"/>
                  </a:lnTo>
                  <a:lnTo>
                    <a:pt x="632023" y="43577"/>
                  </a:lnTo>
                  <a:lnTo>
                    <a:pt x="588517" y="58799"/>
                  </a:lnTo>
                  <a:lnTo>
                    <a:pt x="546047" y="76128"/>
                  </a:lnTo>
                  <a:lnTo>
                    <a:pt x="504676" y="95500"/>
                  </a:lnTo>
                  <a:lnTo>
                    <a:pt x="464467" y="116852"/>
                  </a:lnTo>
                  <a:lnTo>
                    <a:pt x="425483" y="140121"/>
                  </a:lnTo>
                  <a:lnTo>
                    <a:pt x="387787" y="165245"/>
                  </a:lnTo>
                  <a:lnTo>
                    <a:pt x="351441" y="192161"/>
                  </a:lnTo>
                  <a:lnTo>
                    <a:pt x="316510" y="220805"/>
                  </a:lnTo>
                  <a:lnTo>
                    <a:pt x="283055" y="251114"/>
                  </a:lnTo>
                  <a:lnTo>
                    <a:pt x="251140" y="283027"/>
                  </a:lnTo>
                  <a:lnTo>
                    <a:pt x="220828" y="316479"/>
                  </a:lnTo>
                  <a:lnTo>
                    <a:pt x="192181" y="351407"/>
                  </a:lnTo>
                  <a:lnTo>
                    <a:pt x="165263" y="387750"/>
                  </a:lnTo>
                  <a:lnTo>
                    <a:pt x="140137" y="425443"/>
                  </a:lnTo>
                  <a:lnTo>
                    <a:pt x="116865" y="464425"/>
                  </a:lnTo>
                  <a:lnTo>
                    <a:pt x="95510" y="504631"/>
                  </a:lnTo>
                  <a:lnTo>
                    <a:pt x="76136" y="545999"/>
                  </a:lnTo>
                  <a:lnTo>
                    <a:pt x="58806" y="588467"/>
                  </a:lnTo>
                  <a:lnTo>
                    <a:pt x="43582" y="631970"/>
                  </a:lnTo>
                  <a:lnTo>
                    <a:pt x="30528" y="676447"/>
                  </a:lnTo>
                  <a:lnTo>
                    <a:pt x="19705" y="721834"/>
                  </a:lnTo>
                  <a:lnTo>
                    <a:pt x="11179" y="768068"/>
                  </a:lnTo>
                  <a:lnTo>
                    <a:pt x="5010" y="815086"/>
                  </a:lnTo>
                  <a:lnTo>
                    <a:pt x="1263" y="862826"/>
                  </a:lnTo>
                  <a:lnTo>
                    <a:pt x="0" y="911225"/>
                  </a:lnTo>
                  <a:lnTo>
                    <a:pt x="0" y="4555998"/>
                  </a:lnTo>
                  <a:lnTo>
                    <a:pt x="1263" y="4604397"/>
                  </a:lnTo>
                  <a:lnTo>
                    <a:pt x="5010" y="4652139"/>
                  </a:lnTo>
                  <a:lnTo>
                    <a:pt x="11179" y="4699159"/>
                  </a:lnTo>
                  <a:lnTo>
                    <a:pt x="19705" y="4745395"/>
                  </a:lnTo>
                  <a:lnTo>
                    <a:pt x="30528" y="4790784"/>
                  </a:lnTo>
                  <a:lnTo>
                    <a:pt x="43582" y="4835263"/>
                  </a:lnTo>
                  <a:lnTo>
                    <a:pt x="58806" y="4878769"/>
                  </a:lnTo>
                  <a:lnTo>
                    <a:pt x="76136" y="4921239"/>
                  </a:lnTo>
                  <a:lnTo>
                    <a:pt x="95510" y="4962610"/>
                  </a:lnTo>
                  <a:lnTo>
                    <a:pt x="116865" y="5002819"/>
                  </a:lnTo>
                  <a:lnTo>
                    <a:pt x="140137" y="5041803"/>
                  </a:lnTo>
                  <a:lnTo>
                    <a:pt x="165263" y="5079499"/>
                  </a:lnTo>
                  <a:lnTo>
                    <a:pt x="192181" y="5115844"/>
                  </a:lnTo>
                  <a:lnTo>
                    <a:pt x="220828" y="5150776"/>
                  </a:lnTo>
                  <a:lnTo>
                    <a:pt x="251140" y="5184230"/>
                  </a:lnTo>
                  <a:lnTo>
                    <a:pt x="283055" y="5216146"/>
                  </a:lnTo>
                  <a:lnTo>
                    <a:pt x="316510" y="5246458"/>
                  </a:lnTo>
                  <a:lnTo>
                    <a:pt x="351441" y="5275105"/>
                  </a:lnTo>
                  <a:lnTo>
                    <a:pt x="387787" y="5302023"/>
                  </a:lnTo>
                  <a:lnTo>
                    <a:pt x="425483" y="5327149"/>
                  </a:lnTo>
                  <a:lnTo>
                    <a:pt x="464467" y="5350421"/>
                  </a:lnTo>
                  <a:lnTo>
                    <a:pt x="504676" y="5371775"/>
                  </a:lnTo>
                  <a:lnTo>
                    <a:pt x="546047" y="5391149"/>
                  </a:lnTo>
                  <a:lnTo>
                    <a:pt x="588517" y="5408479"/>
                  </a:lnTo>
                  <a:lnTo>
                    <a:pt x="632023" y="5423703"/>
                  </a:lnTo>
                  <a:lnTo>
                    <a:pt x="676502" y="5436758"/>
                  </a:lnTo>
                  <a:lnTo>
                    <a:pt x="721891" y="5447580"/>
                  </a:lnTo>
                  <a:lnTo>
                    <a:pt x="768127" y="5456107"/>
                  </a:lnTo>
                  <a:lnTo>
                    <a:pt x="815147" y="5462276"/>
                  </a:lnTo>
                  <a:lnTo>
                    <a:pt x="862888" y="5466023"/>
                  </a:lnTo>
                  <a:lnTo>
                    <a:pt x="911288" y="5467286"/>
                  </a:lnTo>
                  <a:lnTo>
                    <a:pt x="10128186" y="5467286"/>
                  </a:lnTo>
                  <a:lnTo>
                    <a:pt x="10176585" y="5466023"/>
                  </a:lnTo>
                  <a:lnTo>
                    <a:pt x="10224326" y="5462276"/>
                  </a:lnTo>
                  <a:lnTo>
                    <a:pt x="10271346" y="5456107"/>
                  </a:lnTo>
                  <a:lnTo>
                    <a:pt x="10317583" y="5447580"/>
                  </a:lnTo>
                  <a:lnTo>
                    <a:pt x="10362973" y="5436758"/>
                  </a:lnTo>
                  <a:lnTo>
                    <a:pt x="10407453" y="5423703"/>
                  </a:lnTo>
                  <a:lnTo>
                    <a:pt x="10450960" y="5408479"/>
                  </a:lnTo>
                  <a:lnTo>
                    <a:pt x="10493432" y="5391149"/>
                  </a:lnTo>
                  <a:lnTo>
                    <a:pt x="10534805" y="5371775"/>
                  </a:lnTo>
                  <a:lnTo>
                    <a:pt x="10575017" y="5350421"/>
                  </a:lnTo>
                  <a:lnTo>
                    <a:pt x="10614004" y="5327149"/>
                  </a:lnTo>
                  <a:lnTo>
                    <a:pt x="10651703" y="5302023"/>
                  </a:lnTo>
                  <a:lnTo>
                    <a:pt x="10688051" y="5275105"/>
                  </a:lnTo>
                  <a:lnTo>
                    <a:pt x="10722986" y="5246458"/>
                  </a:lnTo>
                  <a:lnTo>
                    <a:pt x="10756444" y="5216146"/>
                  </a:lnTo>
                  <a:lnTo>
                    <a:pt x="10788363" y="5184230"/>
                  </a:lnTo>
                  <a:lnTo>
                    <a:pt x="10818678" y="5150776"/>
                  </a:lnTo>
                  <a:lnTo>
                    <a:pt x="10847328" y="5115844"/>
                  </a:lnTo>
                  <a:lnTo>
                    <a:pt x="10874250" y="5079499"/>
                  </a:lnTo>
                  <a:lnTo>
                    <a:pt x="10899380" y="5041803"/>
                  </a:lnTo>
                  <a:lnTo>
                    <a:pt x="10922655" y="5002819"/>
                  </a:lnTo>
                  <a:lnTo>
                    <a:pt x="10944012" y="4962610"/>
                  </a:lnTo>
                  <a:lnTo>
                    <a:pt x="10963389" y="4921239"/>
                  </a:lnTo>
                  <a:lnTo>
                    <a:pt x="10980722" y="4878769"/>
                  </a:lnTo>
                  <a:lnTo>
                    <a:pt x="10995948" y="4835263"/>
                  </a:lnTo>
                  <a:lnTo>
                    <a:pt x="11009005" y="4790784"/>
                  </a:lnTo>
                  <a:lnTo>
                    <a:pt x="11019829" y="4745395"/>
                  </a:lnTo>
                  <a:lnTo>
                    <a:pt x="11028357" y="4699159"/>
                  </a:lnTo>
                  <a:lnTo>
                    <a:pt x="11034527" y="4652139"/>
                  </a:lnTo>
                  <a:lnTo>
                    <a:pt x="11038275" y="4604397"/>
                  </a:lnTo>
                  <a:lnTo>
                    <a:pt x="11039538" y="4555998"/>
                  </a:lnTo>
                  <a:lnTo>
                    <a:pt x="11039538" y="911225"/>
                  </a:lnTo>
                  <a:lnTo>
                    <a:pt x="11038275" y="862826"/>
                  </a:lnTo>
                  <a:lnTo>
                    <a:pt x="11034527" y="815086"/>
                  </a:lnTo>
                  <a:lnTo>
                    <a:pt x="11028357" y="768068"/>
                  </a:lnTo>
                  <a:lnTo>
                    <a:pt x="11019829" y="721834"/>
                  </a:lnTo>
                  <a:lnTo>
                    <a:pt x="11009005" y="676447"/>
                  </a:lnTo>
                  <a:lnTo>
                    <a:pt x="10995948" y="631970"/>
                  </a:lnTo>
                  <a:lnTo>
                    <a:pt x="10980722" y="588467"/>
                  </a:lnTo>
                  <a:lnTo>
                    <a:pt x="10963389" y="545999"/>
                  </a:lnTo>
                  <a:lnTo>
                    <a:pt x="10944012" y="504631"/>
                  </a:lnTo>
                  <a:lnTo>
                    <a:pt x="10922655" y="464425"/>
                  </a:lnTo>
                  <a:lnTo>
                    <a:pt x="10899380" y="425443"/>
                  </a:lnTo>
                  <a:lnTo>
                    <a:pt x="10874250" y="387750"/>
                  </a:lnTo>
                  <a:lnTo>
                    <a:pt x="10847328" y="351407"/>
                  </a:lnTo>
                  <a:lnTo>
                    <a:pt x="10818678" y="316479"/>
                  </a:lnTo>
                  <a:lnTo>
                    <a:pt x="10788363" y="283027"/>
                  </a:lnTo>
                  <a:lnTo>
                    <a:pt x="10756444" y="251114"/>
                  </a:lnTo>
                  <a:lnTo>
                    <a:pt x="10722986" y="220805"/>
                  </a:lnTo>
                  <a:lnTo>
                    <a:pt x="10688051" y="192161"/>
                  </a:lnTo>
                  <a:lnTo>
                    <a:pt x="10651703" y="165245"/>
                  </a:lnTo>
                  <a:lnTo>
                    <a:pt x="10614004" y="140121"/>
                  </a:lnTo>
                  <a:lnTo>
                    <a:pt x="10575017" y="116852"/>
                  </a:lnTo>
                  <a:lnTo>
                    <a:pt x="10534805" y="95500"/>
                  </a:lnTo>
                  <a:lnTo>
                    <a:pt x="10493432" y="76128"/>
                  </a:lnTo>
                  <a:lnTo>
                    <a:pt x="10450960" y="58799"/>
                  </a:lnTo>
                  <a:lnTo>
                    <a:pt x="10407453" y="43577"/>
                  </a:lnTo>
                  <a:lnTo>
                    <a:pt x="10362973" y="30524"/>
                  </a:lnTo>
                  <a:lnTo>
                    <a:pt x="10317583" y="19703"/>
                  </a:lnTo>
                  <a:lnTo>
                    <a:pt x="10271346" y="11177"/>
                  </a:lnTo>
                  <a:lnTo>
                    <a:pt x="10224326" y="5009"/>
                  </a:lnTo>
                  <a:lnTo>
                    <a:pt x="10176585" y="1262"/>
                  </a:lnTo>
                  <a:lnTo>
                    <a:pt x="101281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6737" y="1024001"/>
              <a:ext cx="11040110" cy="5467350"/>
            </a:xfrm>
            <a:custGeom>
              <a:avLst/>
              <a:gdLst/>
              <a:ahLst/>
              <a:cxnLst/>
              <a:rect l="l" t="t" r="r" b="b"/>
              <a:pathLst>
                <a:path w="11040110" h="5467350">
                  <a:moveTo>
                    <a:pt x="0" y="911225"/>
                  </a:moveTo>
                  <a:lnTo>
                    <a:pt x="1263" y="862826"/>
                  </a:lnTo>
                  <a:lnTo>
                    <a:pt x="5010" y="815086"/>
                  </a:lnTo>
                  <a:lnTo>
                    <a:pt x="11179" y="768068"/>
                  </a:lnTo>
                  <a:lnTo>
                    <a:pt x="19705" y="721834"/>
                  </a:lnTo>
                  <a:lnTo>
                    <a:pt x="30528" y="676447"/>
                  </a:lnTo>
                  <a:lnTo>
                    <a:pt x="43582" y="631970"/>
                  </a:lnTo>
                  <a:lnTo>
                    <a:pt x="58806" y="588467"/>
                  </a:lnTo>
                  <a:lnTo>
                    <a:pt x="76136" y="545999"/>
                  </a:lnTo>
                  <a:lnTo>
                    <a:pt x="95510" y="504631"/>
                  </a:lnTo>
                  <a:lnTo>
                    <a:pt x="116865" y="464425"/>
                  </a:lnTo>
                  <a:lnTo>
                    <a:pt x="140137" y="425443"/>
                  </a:lnTo>
                  <a:lnTo>
                    <a:pt x="165263" y="387750"/>
                  </a:lnTo>
                  <a:lnTo>
                    <a:pt x="192181" y="351407"/>
                  </a:lnTo>
                  <a:lnTo>
                    <a:pt x="220828" y="316479"/>
                  </a:lnTo>
                  <a:lnTo>
                    <a:pt x="251140" y="283027"/>
                  </a:lnTo>
                  <a:lnTo>
                    <a:pt x="283055" y="251114"/>
                  </a:lnTo>
                  <a:lnTo>
                    <a:pt x="316510" y="220805"/>
                  </a:lnTo>
                  <a:lnTo>
                    <a:pt x="351441" y="192161"/>
                  </a:lnTo>
                  <a:lnTo>
                    <a:pt x="387787" y="165245"/>
                  </a:lnTo>
                  <a:lnTo>
                    <a:pt x="425483" y="140121"/>
                  </a:lnTo>
                  <a:lnTo>
                    <a:pt x="464467" y="116852"/>
                  </a:lnTo>
                  <a:lnTo>
                    <a:pt x="504676" y="95500"/>
                  </a:lnTo>
                  <a:lnTo>
                    <a:pt x="546047" y="76128"/>
                  </a:lnTo>
                  <a:lnTo>
                    <a:pt x="588517" y="58799"/>
                  </a:lnTo>
                  <a:lnTo>
                    <a:pt x="632023" y="43577"/>
                  </a:lnTo>
                  <a:lnTo>
                    <a:pt x="676502" y="30524"/>
                  </a:lnTo>
                  <a:lnTo>
                    <a:pt x="721891" y="19703"/>
                  </a:lnTo>
                  <a:lnTo>
                    <a:pt x="768127" y="11177"/>
                  </a:lnTo>
                  <a:lnTo>
                    <a:pt x="815147" y="5009"/>
                  </a:lnTo>
                  <a:lnTo>
                    <a:pt x="862888" y="1262"/>
                  </a:lnTo>
                  <a:lnTo>
                    <a:pt x="911288" y="0"/>
                  </a:lnTo>
                  <a:lnTo>
                    <a:pt x="10128186" y="0"/>
                  </a:lnTo>
                  <a:lnTo>
                    <a:pt x="10176585" y="1262"/>
                  </a:lnTo>
                  <a:lnTo>
                    <a:pt x="10224326" y="5009"/>
                  </a:lnTo>
                  <a:lnTo>
                    <a:pt x="10271346" y="11177"/>
                  </a:lnTo>
                  <a:lnTo>
                    <a:pt x="10317583" y="19703"/>
                  </a:lnTo>
                  <a:lnTo>
                    <a:pt x="10362973" y="30524"/>
                  </a:lnTo>
                  <a:lnTo>
                    <a:pt x="10407453" y="43577"/>
                  </a:lnTo>
                  <a:lnTo>
                    <a:pt x="10450960" y="58799"/>
                  </a:lnTo>
                  <a:lnTo>
                    <a:pt x="10493432" y="76128"/>
                  </a:lnTo>
                  <a:lnTo>
                    <a:pt x="10534805" y="95500"/>
                  </a:lnTo>
                  <a:lnTo>
                    <a:pt x="10575017" y="116852"/>
                  </a:lnTo>
                  <a:lnTo>
                    <a:pt x="10614004" y="140121"/>
                  </a:lnTo>
                  <a:lnTo>
                    <a:pt x="10651703" y="165245"/>
                  </a:lnTo>
                  <a:lnTo>
                    <a:pt x="10688051" y="192161"/>
                  </a:lnTo>
                  <a:lnTo>
                    <a:pt x="10722986" y="220805"/>
                  </a:lnTo>
                  <a:lnTo>
                    <a:pt x="10756444" y="251114"/>
                  </a:lnTo>
                  <a:lnTo>
                    <a:pt x="10788363" y="283027"/>
                  </a:lnTo>
                  <a:lnTo>
                    <a:pt x="10818678" y="316479"/>
                  </a:lnTo>
                  <a:lnTo>
                    <a:pt x="10847328" y="351407"/>
                  </a:lnTo>
                  <a:lnTo>
                    <a:pt x="10874250" y="387750"/>
                  </a:lnTo>
                  <a:lnTo>
                    <a:pt x="10899380" y="425443"/>
                  </a:lnTo>
                  <a:lnTo>
                    <a:pt x="10922655" y="464425"/>
                  </a:lnTo>
                  <a:lnTo>
                    <a:pt x="10944012" y="504631"/>
                  </a:lnTo>
                  <a:lnTo>
                    <a:pt x="10963389" y="545999"/>
                  </a:lnTo>
                  <a:lnTo>
                    <a:pt x="10980722" y="588467"/>
                  </a:lnTo>
                  <a:lnTo>
                    <a:pt x="10995948" y="631970"/>
                  </a:lnTo>
                  <a:lnTo>
                    <a:pt x="11009005" y="676447"/>
                  </a:lnTo>
                  <a:lnTo>
                    <a:pt x="11019829" y="721834"/>
                  </a:lnTo>
                  <a:lnTo>
                    <a:pt x="11028357" y="768068"/>
                  </a:lnTo>
                  <a:lnTo>
                    <a:pt x="11034527" y="815086"/>
                  </a:lnTo>
                  <a:lnTo>
                    <a:pt x="11038275" y="862826"/>
                  </a:lnTo>
                  <a:lnTo>
                    <a:pt x="11039538" y="911225"/>
                  </a:lnTo>
                  <a:lnTo>
                    <a:pt x="11039538" y="4555998"/>
                  </a:lnTo>
                  <a:lnTo>
                    <a:pt x="11038275" y="4604397"/>
                  </a:lnTo>
                  <a:lnTo>
                    <a:pt x="11034527" y="4652139"/>
                  </a:lnTo>
                  <a:lnTo>
                    <a:pt x="11028357" y="4699159"/>
                  </a:lnTo>
                  <a:lnTo>
                    <a:pt x="11019829" y="4745395"/>
                  </a:lnTo>
                  <a:lnTo>
                    <a:pt x="11009005" y="4790784"/>
                  </a:lnTo>
                  <a:lnTo>
                    <a:pt x="10995948" y="4835263"/>
                  </a:lnTo>
                  <a:lnTo>
                    <a:pt x="10980722" y="4878769"/>
                  </a:lnTo>
                  <a:lnTo>
                    <a:pt x="10963389" y="4921239"/>
                  </a:lnTo>
                  <a:lnTo>
                    <a:pt x="10944012" y="4962610"/>
                  </a:lnTo>
                  <a:lnTo>
                    <a:pt x="10922655" y="5002819"/>
                  </a:lnTo>
                  <a:lnTo>
                    <a:pt x="10899380" y="5041803"/>
                  </a:lnTo>
                  <a:lnTo>
                    <a:pt x="10874250" y="5079499"/>
                  </a:lnTo>
                  <a:lnTo>
                    <a:pt x="10847328" y="5115844"/>
                  </a:lnTo>
                  <a:lnTo>
                    <a:pt x="10818678" y="5150776"/>
                  </a:lnTo>
                  <a:lnTo>
                    <a:pt x="10788363" y="5184230"/>
                  </a:lnTo>
                  <a:lnTo>
                    <a:pt x="10756444" y="5216146"/>
                  </a:lnTo>
                  <a:lnTo>
                    <a:pt x="10722986" y="5246458"/>
                  </a:lnTo>
                  <a:lnTo>
                    <a:pt x="10688051" y="5275105"/>
                  </a:lnTo>
                  <a:lnTo>
                    <a:pt x="10651703" y="5302023"/>
                  </a:lnTo>
                  <a:lnTo>
                    <a:pt x="10614004" y="5327149"/>
                  </a:lnTo>
                  <a:lnTo>
                    <a:pt x="10575017" y="5350421"/>
                  </a:lnTo>
                  <a:lnTo>
                    <a:pt x="10534805" y="5371775"/>
                  </a:lnTo>
                  <a:lnTo>
                    <a:pt x="10493432" y="5391149"/>
                  </a:lnTo>
                  <a:lnTo>
                    <a:pt x="10450960" y="5408479"/>
                  </a:lnTo>
                  <a:lnTo>
                    <a:pt x="10407453" y="5423703"/>
                  </a:lnTo>
                  <a:lnTo>
                    <a:pt x="10362973" y="5436758"/>
                  </a:lnTo>
                  <a:lnTo>
                    <a:pt x="10317583" y="5447580"/>
                  </a:lnTo>
                  <a:lnTo>
                    <a:pt x="10271346" y="5456107"/>
                  </a:lnTo>
                  <a:lnTo>
                    <a:pt x="10224326" y="5462276"/>
                  </a:lnTo>
                  <a:lnTo>
                    <a:pt x="10176585" y="5466023"/>
                  </a:lnTo>
                  <a:lnTo>
                    <a:pt x="10128186" y="5467286"/>
                  </a:lnTo>
                  <a:lnTo>
                    <a:pt x="911288" y="5467286"/>
                  </a:lnTo>
                  <a:lnTo>
                    <a:pt x="862888" y="5466023"/>
                  </a:lnTo>
                  <a:lnTo>
                    <a:pt x="815147" y="5462276"/>
                  </a:lnTo>
                  <a:lnTo>
                    <a:pt x="768127" y="5456107"/>
                  </a:lnTo>
                  <a:lnTo>
                    <a:pt x="721891" y="5447580"/>
                  </a:lnTo>
                  <a:lnTo>
                    <a:pt x="676502" y="5436758"/>
                  </a:lnTo>
                  <a:lnTo>
                    <a:pt x="632023" y="5423703"/>
                  </a:lnTo>
                  <a:lnTo>
                    <a:pt x="588517" y="5408479"/>
                  </a:lnTo>
                  <a:lnTo>
                    <a:pt x="546047" y="5391149"/>
                  </a:lnTo>
                  <a:lnTo>
                    <a:pt x="504676" y="5371775"/>
                  </a:lnTo>
                  <a:lnTo>
                    <a:pt x="464467" y="5350421"/>
                  </a:lnTo>
                  <a:lnTo>
                    <a:pt x="425483" y="5327149"/>
                  </a:lnTo>
                  <a:lnTo>
                    <a:pt x="387787" y="5302023"/>
                  </a:lnTo>
                  <a:lnTo>
                    <a:pt x="351441" y="5275105"/>
                  </a:lnTo>
                  <a:lnTo>
                    <a:pt x="316510" y="5246458"/>
                  </a:lnTo>
                  <a:lnTo>
                    <a:pt x="283055" y="5216146"/>
                  </a:lnTo>
                  <a:lnTo>
                    <a:pt x="251140" y="5184230"/>
                  </a:lnTo>
                  <a:lnTo>
                    <a:pt x="220828" y="5150776"/>
                  </a:lnTo>
                  <a:lnTo>
                    <a:pt x="192181" y="5115844"/>
                  </a:lnTo>
                  <a:lnTo>
                    <a:pt x="165263" y="5079499"/>
                  </a:lnTo>
                  <a:lnTo>
                    <a:pt x="140137" y="5041803"/>
                  </a:lnTo>
                  <a:lnTo>
                    <a:pt x="116865" y="5002819"/>
                  </a:lnTo>
                  <a:lnTo>
                    <a:pt x="95510" y="4962610"/>
                  </a:lnTo>
                  <a:lnTo>
                    <a:pt x="76136" y="4921239"/>
                  </a:lnTo>
                  <a:lnTo>
                    <a:pt x="58806" y="4878769"/>
                  </a:lnTo>
                  <a:lnTo>
                    <a:pt x="43582" y="4835263"/>
                  </a:lnTo>
                  <a:lnTo>
                    <a:pt x="30528" y="4790784"/>
                  </a:lnTo>
                  <a:lnTo>
                    <a:pt x="19705" y="4745395"/>
                  </a:lnTo>
                  <a:lnTo>
                    <a:pt x="11179" y="4699159"/>
                  </a:lnTo>
                  <a:lnTo>
                    <a:pt x="5010" y="4652139"/>
                  </a:lnTo>
                  <a:lnTo>
                    <a:pt x="1263" y="4604397"/>
                  </a:lnTo>
                  <a:lnTo>
                    <a:pt x="0" y="4555998"/>
                  </a:lnTo>
                  <a:lnTo>
                    <a:pt x="0" y="9112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age_50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5275" y="1047750"/>
              <a:ext cx="3952875" cy="540067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DFD</a:t>
            </a:r>
            <a:r>
              <a:rPr dirty="0" spc="-305"/>
              <a:t> </a:t>
            </a:r>
            <a:r>
              <a:rPr dirty="0" spc="-145"/>
              <a:t>Level</a:t>
            </a:r>
            <a:r>
              <a:rPr dirty="0" spc="-270"/>
              <a:t> </a:t>
            </a:r>
            <a:r>
              <a:rPr dirty="0" spc="-135"/>
              <a:t>2</a:t>
            </a:r>
            <a:r>
              <a:rPr dirty="0" spc="-270"/>
              <a:t> </a:t>
            </a:r>
            <a:r>
              <a:rPr dirty="0" spc="495"/>
              <a:t>—</a:t>
            </a:r>
            <a:r>
              <a:rPr dirty="0" spc="-265"/>
              <a:t> </a:t>
            </a:r>
            <a:r>
              <a:rPr dirty="0" spc="-155"/>
              <a:t>Authentication</a:t>
            </a:r>
            <a:r>
              <a:rPr dirty="0" spc="-215"/>
              <a:t> </a:t>
            </a:r>
            <a:r>
              <a:rPr dirty="0" spc="600"/>
              <a:t>s</a:t>
            </a:r>
            <a:r>
              <a:rPr dirty="0" spc="-315"/>
              <a:t> </a:t>
            </a:r>
            <a:r>
              <a:rPr dirty="0" spc="-110"/>
              <a:t>Appointment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368490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Detailed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decomposition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of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dirty="0" sz="12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1.0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2.0.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981011"/>
            <a:ext cx="11206480" cy="5596890"/>
            <a:chOff x="476238" y="981011"/>
            <a:chExt cx="11206480" cy="55968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824" y="981011"/>
              <a:ext cx="11158601" cy="55864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6737" y="1024001"/>
              <a:ext cx="11040110" cy="5467350"/>
            </a:xfrm>
            <a:custGeom>
              <a:avLst/>
              <a:gdLst/>
              <a:ahLst/>
              <a:cxnLst/>
              <a:rect l="l" t="t" r="r" b="b"/>
              <a:pathLst>
                <a:path w="11040110" h="5467350">
                  <a:moveTo>
                    <a:pt x="10128186" y="0"/>
                  </a:moveTo>
                  <a:lnTo>
                    <a:pt x="911288" y="0"/>
                  </a:lnTo>
                  <a:lnTo>
                    <a:pt x="862888" y="1262"/>
                  </a:lnTo>
                  <a:lnTo>
                    <a:pt x="815147" y="5009"/>
                  </a:lnTo>
                  <a:lnTo>
                    <a:pt x="768127" y="11177"/>
                  </a:lnTo>
                  <a:lnTo>
                    <a:pt x="721891" y="19703"/>
                  </a:lnTo>
                  <a:lnTo>
                    <a:pt x="676502" y="30524"/>
                  </a:lnTo>
                  <a:lnTo>
                    <a:pt x="632023" y="43577"/>
                  </a:lnTo>
                  <a:lnTo>
                    <a:pt x="588517" y="58799"/>
                  </a:lnTo>
                  <a:lnTo>
                    <a:pt x="546047" y="76128"/>
                  </a:lnTo>
                  <a:lnTo>
                    <a:pt x="504676" y="95500"/>
                  </a:lnTo>
                  <a:lnTo>
                    <a:pt x="464467" y="116852"/>
                  </a:lnTo>
                  <a:lnTo>
                    <a:pt x="425483" y="140121"/>
                  </a:lnTo>
                  <a:lnTo>
                    <a:pt x="387787" y="165245"/>
                  </a:lnTo>
                  <a:lnTo>
                    <a:pt x="351441" y="192161"/>
                  </a:lnTo>
                  <a:lnTo>
                    <a:pt x="316510" y="220805"/>
                  </a:lnTo>
                  <a:lnTo>
                    <a:pt x="283055" y="251114"/>
                  </a:lnTo>
                  <a:lnTo>
                    <a:pt x="251140" y="283027"/>
                  </a:lnTo>
                  <a:lnTo>
                    <a:pt x="220828" y="316479"/>
                  </a:lnTo>
                  <a:lnTo>
                    <a:pt x="192181" y="351407"/>
                  </a:lnTo>
                  <a:lnTo>
                    <a:pt x="165263" y="387750"/>
                  </a:lnTo>
                  <a:lnTo>
                    <a:pt x="140137" y="425443"/>
                  </a:lnTo>
                  <a:lnTo>
                    <a:pt x="116865" y="464425"/>
                  </a:lnTo>
                  <a:lnTo>
                    <a:pt x="95510" y="504631"/>
                  </a:lnTo>
                  <a:lnTo>
                    <a:pt x="76136" y="545999"/>
                  </a:lnTo>
                  <a:lnTo>
                    <a:pt x="58806" y="588467"/>
                  </a:lnTo>
                  <a:lnTo>
                    <a:pt x="43582" y="631970"/>
                  </a:lnTo>
                  <a:lnTo>
                    <a:pt x="30528" y="676447"/>
                  </a:lnTo>
                  <a:lnTo>
                    <a:pt x="19705" y="721834"/>
                  </a:lnTo>
                  <a:lnTo>
                    <a:pt x="11179" y="768068"/>
                  </a:lnTo>
                  <a:lnTo>
                    <a:pt x="5010" y="815086"/>
                  </a:lnTo>
                  <a:lnTo>
                    <a:pt x="1263" y="862826"/>
                  </a:lnTo>
                  <a:lnTo>
                    <a:pt x="0" y="911225"/>
                  </a:lnTo>
                  <a:lnTo>
                    <a:pt x="0" y="4555998"/>
                  </a:lnTo>
                  <a:lnTo>
                    <a:pt x="1263" y="4604397"/>
                  </a:lnTo>
                  <a:lnTo>
                    <a:pt x="5010" y="4652139"/>
                  </a:lnTo>
                  <a:lnTo>
                    <a:pt x="11179" y="4699159"/>
                  </a:lnTo>
                  <a:lnTo>
                    <a:pt x="19705" y="4745395"/>
                  </a:lnTo>
                  <a:lnTo>
                    <a:pt x="30528" y="4790784"/>
                  </a:lnTo>
                  <a:lnTo>
                    <a:pt x="43582" y="4835263"/>
                  </a:lnTo>
                  <a:lnTo>
                    <a:pt x="58806" y="4878769"/>
                  </a:lnTo>
                  <a:lnTo>
                    <a:pt x="76136" y="4921239"/>
                  </a:lnTo>
                  <a:lnTo>
                    <a:pt x="95510" y="4962610"/>
                  </a:lnTo>
                  <a:lnTo>
                    <a:pt x="116865" y="5002819"/>
                  </a:lnTo>
                  <a:lnTo>
                    <a:pt x="140137" y="5041803"/>
                  </a:lnTo>
                  <a:lnTo>
                    <a:pt x="165263" y="5079499"/>
                  </a:lnTo>
                  <a:lnTo>
                    <a:pt x="192181" y="5115844"/>
                  </a:lnTo>
                  <a:lnTo>
                    <a:pt x="220828" y="5150776"/>
                  </a:lnTo>
                  <a:lnTo>
                    <a:pt x="251140" y="5184230"/>
                  </a:lnTo>
                  <a:lnTo>
                    <a:pt x="283055" y="5216146"/>
                  </a:lnTo>
                  <a:lnTo>
                    <a:pt x="316510" y="5246458"/>
                  </a:lnTo>
                  <a:lnTo>
                    <a:pt x="351441" y="5275105"/>
                  </a:lnTo>
                  <a:lnTo>
                    <a:pt x="387787" y="5302023"/>
                  </a:lnTo>
                  <a:lnTo>
                    <a:pt x="425483" y="5327149"/>
                  </a:lnTo>
                  <a:lnTo>
                    <a:pt x="464467" y="5350421"/>
                  </a:lnTo>
                  <a:lnTo>
                    <a:pt x="504676" y="5371775"/>
                  </a:lnTo>
                  <a:lnTo>
                    <a:pt x="546047" y="5391149"/>
                  </a:lnTo>
                  <a:lnTo>
                    <a:pt x="588517" y="5408479"/>
                  </a:lnTo>
                  <a:lnTo>
                    <a:pt x="632023" y="5423703"/>
                  </a:lnTo>
                  <a:lnTo>
                    <a:pt x="676502" y="5436758"/>
                  </a:lnTo>
                  <a:lnTo>
                    <a:pt x="721891" y="5447580"/>
                  </a:lnTo>
                  <a:lnTo>
                    <a:pt x="768127" y="5456107"/>
                  </a:lnTo>
                  <a:lnTo>
                    <a:pt x="815147" y="5462276"/>
                  </a:lnTo>
                  <a:lnTo>
                    <a:pt x="862888" y="5466023"/>
                  </a:lnTo>
                  <a:lnTo>
                    <a:pt x="911288" y="5467286"/>
                  </a:lnTo>
                  <a:lnTo>
                    <a:pt x="10128186" y="5467286"/>
                  </a:lnTo>
                  <a:lnTo>
                    <a:pt x="10176585" y="5466023"/>
                  </a:lnTo>
                  <a:lnTo>
                    <a:pt x="10224326" y="5462276"/>
                  </a:lnTo>
                  <a:lnTo>
                    <a:pt x="10271346" y="5456107"/>
                  </a:lnTo>
                  <a:lnTo>
                    <a:pt x="10317583" y="5447580"/>
                  </a:lnTo>
                  <a:lnTo>
                    <a:pt x="10362973" y="5436758"/>
                  </a:lnTo>
                  <a:lnTo>
                    <a:pt x="10407453" y="5423703"/>
                  </a:lnTo>
                  <a:lnTo>
                    <a:pt x="10450960" y="5408479"/>
                  </a:lnTo>
                  <a:lnTo>
                    <a:pt x="10493432" y="5391149"/>
                  </a:lnTo>
                  <a:lnTo>
                    <a:pt x="10534805" y="5371775"/>
                  </a:lnTo>
                  <a:lnTo>
                    <a:pt x="10575017" y="5350421"/>
                  </a:lnTo>
                  <a:lnTo>
                    <a:pt x="10614004" y="5327149"/>
                  </a:lnTo>
                  <a:lnTo>
                    <a:pt x="10651703" y="5302023"/>
                  </a:lnTo>
                  <a:lnTo>
                    <a:pt x="10688051" y="5275105"/>
                  </a:lnTo>
                  <a:lnTo>
                    <a:pt x="10722986" y="5246458"/>
                  </a:lnTo>
                  <a:lnTo>
                    <a:pt x="10756444" y="5216146"/>
                  </a:lnTo>
                  <a:lnTo>
                    <a:pt x="10788363" y="5184230"/>
                  </a:lnTo>
                  <a:lnTo>
                    <a:pt x="10818678" y="5150776"/>
                  </a:lnTo>
                  <a:lnTo>
                    <a:pt x="10847328" y="5115844"/>
                  </a:lnTo>
                  <a:lnTo>
                    <a:pt x="10874250" y="5079499"/>
                  </a:lnTo>
                  <a:lnTo>
                    <a:pt x="10899380" y="5041803"/>
                  </a:lnTo>
                  <a:lnTo>
                    <a:pt x="10922655" y="5002819"/>
                  </a:lnTo>
                  <a:lnTo>
                    <a:pt x="10944012" y="4962610"/>
                  </a:lnTo>
                  <a:lnTo>
                    <a:pt x="10963389" y="4921239"/>
                  </a:lnTo>
                  <a:lnTo>
                    <a:pt x="10980722" y="4878769"/>
                  </a:lnTo>
                  <a:lnTo>
                    <a:pt x="10995948" y="4835263"/>
                  </a:lnTo>
                  <a:lnTo>
                    <a:pt x="11009005" y="4790784"/>
                  </a:lnTo>
                  <a:lnTo>
                    <a:pt x="11019829" y="4745395"/>
                  </a:lnTo>
                  <a:lnTo>
                    <a:pt x="11028357" y="4699159"/>
                  </a:lnTo>
                  <a:lnTo>
                    <a:pt x="11034527" y="4652139"/>
                  </a:lnTo>
                  <a:lnTo>
                    <a:pt x="11038275" y="4604397"/>
                  </a:lnTo>
                  <a:lnTo>
                    <a:pt x="11039538" y="4555998"/>
                  </a:lnTo>
                  <a:lnTo>
                    <a:pt x="11039538" y="911225"/>
                  </a:lnTo>
                  <a:lnTo>
                    <a:pt x="11038275" y="862826"/>
                  </a:lnTo>
                  <a:lnTo>
                    <a:pt x="11034527" y="815086"/>
                  </a:lnTo>
                  <a:lnTo>
                    <a:pt x="11028357" y="768068"/>
                  </a:lnTo>
                  <a:lnTo>
                    <a:pt x="11019829" y="721834"/>
                  </a:lnTo>
                  <a:lnTo>
                    <a:pt x="11009005" y="676447"/>
                  </a:lnTo>
                  <a:lnTo>
                    <a:pt x="10995948" y="631970"/>
                  </a:lnTo>
                  <a:lnTo>
                    <a:pt x="10980722" y="588467"/>
                  </a:lnTo>
                  <a:lnTo>
                    <a:pt x="10963389" y="545999"/>
                  </a:lnTo>
                  <a:lnTo>
                    <a:pt x="10944012" y="504631"/>
                  </a:lnTo>
                  <a:lnTo>
                    <a:pt x="10922655" y="464425"/>
                  </a:lnTo>
                  <a:lnTo>
                    <a:pt x="10899380" y="425443"/>
                  </a:lnTo>
                  <a:lnTo>
                    <a:pt x="10874250" y="387750"/>
                  </a:lnTo>
                  <a:lnTo>
                    <a:pt x="10847328" y="351407"/>
                  </a:lnTo>
                  <a:lnTo>
                    <a:pt x="10818678" y="316479"/>
                  </a:lnTo>
                  <a:lnTo>
                    <a:pt x="10788363" y="283027"/>
                  </a:lnTo>
                  <a:lnTo>
                    <a:pt x="10756444" y="251114"/>
                  </a:lnTo>
                  <a:lnTo>
                    <a:pt x="10722986" y="220805"/>
                  </a:lnTo>
                  <a:lnTo>
                    <a:pt x="10688051" y="192161"/>
                  </a:lnTo>
                  <a:lnTo>
                    <a:pt x="10651703" y="165245"/>
                  </a:lnTo>
                  <a:lnTo>
                    <a:pt x="10614004" y="140121"/>
                  </a:lnTo>
                  <a:lnTo>
                    <a:pt x="10575017" y="116852"/>
                  </a:lnTo>
                  <a:lnTo>
                    <a:pt x="10534805" y="95500"/>
                  </a:lnTo>
                  <a:lnTo>
                    <a:pt x="10493432" y="76128"/>
                  </a:lnTo>
                  <a:lnTo>
                    <a:pt x="10450960" y="58799"/>
                  </a:lnTo>
                  <a:lnTo>
                    <a:pt x="10407453" y="43577"/>
                  </a:lnTo>
                  <a:lnTo>
                    <a:pt x="10362973" y="30524"/>
                  </a:lnTo>
                  <a:lnTo>
                    <a:pt x="10317583" y="19703"/>
                  </a:lnTo>
                  <a:lnTo>
                    <a:pt x="10271346" y="11177"/>
                  </a:lnTo>
                  <a:lnTo>
                    <a:pt x="10224326" y="5009"/>
                  </a:lnTo>
                  <a:lnTo>
                    <a:pt x="10176585" y="1262"/>
                  </a:lnTo>
                  <a:lnTo>
                    <a:pt x="1012818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6737" y="1024001"/>
              <a:ext cx="11040110" cy="5467350"/>
            </a:xfrm>
            <a:custGeom>
              <a:avLst/>
              <a:gdLst/>
              <a:ahLst/>
              <a:cxnLst/>
              <a:rect l="l" t="t" r="r" b="b"/>
              <a:pathLst>
                <a:path w="11040110" h="5467350">
                  <a:moveTo>
                    <a:pt x="0" y="911225"/>
                  </a:moveTo>
                  <a:lnTo>
                    <a:pt x="1263" y="862826"/>
                  </a:lnTo>
                  <a:lnTo>
                    <a:pt x="5010" y="815086"/>
                  </a:lnTo>
                  <a:lnTo>
                    <a:pt x="11179" y="768068"/>
                  </a:lnTo>
                  <a:lnTo>
                    <a:pt x="19705" y="721834"/>
                  </a:lnTo>
                  <a:lnTo>
                    <a:pt x="30528" y="676447"/>
                  </a:lnTo>
                  <a:lnTo>
                    <a:pt x="43582" y="631970"/>
                  </a:lnTo>
                  <a:lnTo>
                    <a:pt x="58806" y="588467"/>
                  </a:lnTo>
                  <a:lnTo>
                    <a:pt x="76136" y="545999"/>
                  </a:lnTo>
                  <a:lnTo>
                    <a:pt x="95510" y="504631"/>
                  </a:lnTo>
                  <a:lnTo>
                    <a:pt x="116865" y="464425"/>
                  </a:lnTo>
                  <a:lnTo>
                    <a:pt x="140137" y="425443"/>
                  </a:lnTo>
                  <a:lnTo>
                    <a:pt x="165263" y="387750"/>
                  </a:lnTo>
                  <a:lnTo>
                    <a:pt x="192181" y="351407"/>
                  </a:lnTo>
                  <a:lnTo>
                    <a:pt x="220828" y="316479"/>
                  </a:lnTo>
                  <a:lnTo>
                    <a:pt x="251140" y="283027"/>
                  </a:lnTo>
                  <a:lnTo>
                    <a:pt x="283055" y="251114"/>
                  </a:lnTo>
                  <a:lnTo>
                    <a:pt x="316510" y="220805"/>
                  </a:lnTo>
                  <a:lnTo>
                    <a:pt x="351441" y="192161"/>
                  </a:lnTo>
                  <a:lnTo>
                    <a:pt x="387787" y="165245"/>
                  </a:lnTo>
                  <a:lnTo>
                    <a:pt x="425483" y="140121"/>
                  </a:lnTo>
                  <a:lnTo>
                    <a:pt x="464467" y="116852"/>
                  </a:lnTo>
                  <a:lnTo>
                    <a:pt x="504676" y="95500"/>
                  </a:lnTo>
                  <a:lnTo>
                    <a:pt x="546047" y="76128"/>
                  </a:lnTo>
                  <a:lnTo>
                    <a:pt x="588517" y="58799"/>
                  </a:lnTo>
                  <a:lnTo>
                    <a:pt x="632023" y="43577"/>
                  </a:lnTo>
                  <a:lnTo>
                    <a:pt x="676502" y="30524"/>
                  </a:lnTo>
                  <a:lnTo>
                    <a:pt x="721891" y="19703"/>
                  </a:lnTo>
                  <a:lnTo>
                    <a:pt x="768127" y="11177"/>
                  </a:lnTo>
                  <a:lnTo>
                    <a:pt x="815147" y="5009"/>
                  </a:lnTo>
                  <a:lnTo>
                    <a:pt x="862888" y="1262"/>
                  </a:lnTo>
                  <a:lnTo>
                    <a:pt x="911288" y="0"/>
                  </a:lnTo>
                  <a:lnTo>
                    <a:pt x="10128186" y="0"/>
                  </a:lnTo>
                  <a:lnTo>
                    <a:pt x="10176585" y="1262"/>
                  </a:lnTo>
                  <a:lnTo>
                    <a:pt x="10224326" y="5009"/>
                  </a:lnTo>
                  <a:lnTo>
                    <a:pt x="10271346" y="11177"/>
                  </a:lnTo>
                  <a:lnTo>
                    <a:pt x="10317583" y="19703"/>
                  </a:lnTo>
                  <a:lnTo>
                    <a:pt x="10362973" y="30524"/>
                  </a:lnTo>
                  <a:lnTo>
                    <a:pt x="10407453" y="43577"/>
                  </a:lnTo>
                  <a:lnTo>
                    <a:pt x="10450960" y="58799"/>
                  </a:lnTo>
                  <a:lnTo>
                    <a:pt x="10493432" y="76128"/>
                  </a:lnTo>
                  <a:lnTo>
                    <a:pt x="10534805" y="95500"/>
                  </a:lnTo>
                  <a:lnTo>
                    <a:pt x="10575017" y="116852"/>
                  </a:lnTo>
                  <a:lnTo>
                    <a:pt x="10614004" y="140121"/>
                  </a:lnTo>
                  <a:lnTo>
                    <a:pt x="10651703" y="165245"/>
                  </a:lnTo>
                  <a:lnTo>
                    <a:pt x="10688051" y="192161"/>
                  </a:lnTo>
                  <a:lnTo>
                    <a:pt x="10722986" y="220805"/>
                  </a:lnTo>
                  <a:lnTo>
                    <a:pt x="10756444" y="251114"/>
                  </a:lnTo>
                  <a:lnTo>
                    <a:pt x="10788363" y="283027"/>
                  </a:lnTo>
                  <a:lnTo>
                    <a:pt x="10818678" y="316479"/>
                  </a:lnTo>
                  <a:lnTo>
                    <a:pt x="10847328" y="351407"/>
                  </a:lnTo>
                  <a:lnTo>
                    <a:pt x="10874250" y="387750"/>
                  </a:lnTo>
                  <a:lnTo>
                    <a:pt x="10899380" y="425443"/>
                  </a:lnTo>
                  <a:lnTo>
                    <a:pt x="10922655" y="464425"/>
                  </a:lnTo>
                  <a:lnTo>
                    <a:pt x="10944012" y="504631"/>
                  </a:lnTo>
                  <a:lnTo>
                    <a:pt x="10963389" y="545999"/>
                  </a:lnTo>
                  <a:lnTo>
                    <a:pt x="10980722" y="588467"/>
                  </a:lnTo>
                  <a:lnTo>
                    <a:pt x="10995948" y="631970"/>
                  </a:lnTo>
                  <a:lnTo>
                    <a:pt x="11009005" y="676447"/>
                  </a:lnTo>
                  <a:lnTo>
                    <a:pt x="11019829" y="721834"/>
                  </a:lnTo>
                  <a:lnTo>
                    <a:pt x="11028357" y="768068"/>
                  </a:lnTo>
                  <a:lnTo>
                    <a:pt x="11034527" y="815086"/>
                  </a:lnTo>
                  <a:lnTo>
                    <a:pt x="11038275" y="862826"/>
                  </a:lnTo>
                  <a:lnTo>
                    <a:pt x="11039538" y="911225"/>
                  </a:lnTo>
                  <a:lnTo>
                    <a:pt x="11039538" y="4555998"/>
                  </a:lnTo>
                  <a:lnTo>
                    <a:pt x="11038275" y="4604397"/>
                  </a:lnTo>
                  <a:lnTo>
                    <a:pt x="11034527" y="4652139"/>
                  </a:lnTo>
                  <a:lnTo>
                    <a:pt x="11028357" y="4699159"/>
                  </a:lnTo>
                  <a:lnTo>
                    <a:pt x="11019829" y="4745395"/>
                  </a:lnTo>
                  <a:lnTo>
                    <a:pt x="11009005" y="4790784"/>
                  </a:lnTo>
                  <a:lnTo>
                    <a:pt x="10995948" y="4835263"/>
                  </a:lnTo>
                  <a:lnTo>
                    <a:pt x="10980722" y="4878769"/>
                  </a:lnTo>
                  <a:lnTo>
                    <a:pt x="10963389" y="4921239"/>
                  </a:lnTo>
                  <a:lnTo>
                    <a:pt x="10944012" y="4962610"/>
                  </a:lnTo>
                  <a:lnTo>
                    <a:pt x="10922655" y="5002819"/>
                  </a:lnTo>
                  <a:lnTo>
                    <a:pt x="10899380" y="5041803"/>
                  </a:lnTo>
                  <a:lnTo>
                    <a:pt x="10874250" y="5079499"/>
                  </a:lnTo>
                  <a:lnTo>
                    <a:pt x="10847328" y="5115844"/>
                  </a:lnTo>
                  <a:lnTo>
                    <a:pt x="10818678" y="5150776"/>
                  </a:lnTo>
                  <a:lnTo>
                    <a:pt x="10788363" y="5184230"/>
                  </a:lnTo>
                  <a:lnTo>
                    <a:pt x="10756444" y="5216146"/>
                  </a:lnTo>
                  <a:lnTo>
                    <a:pt x="10722986" y="5246458"/>
                  </a:lnTo>
                  <a:lnTo>
                    <a:pt x="10688051" y="5275105"/>
                  </a:lnTo>
                  <a:lnTo>
                    <a:pt x="10651703" y="5302023"/>
                  </a:lnTo>
                  <a:lnTo>
                    <a:pt x="10614004" y="5327149"/>
                  </a:lnTo>
                  <a:lnTo>
                    <a:pt x="10575017" y="5350421"/>
                  </a:lnTo>
                  <a:lnTo>
                    <a:pt x="10534805" y="5371775"/>
                  </a:lnTo>
                  <a:lnTo>
                    <a:pt x="10493432" y="5391149"/>
                  </a:lnTo>
                  <a:lnTo>
                    <a:pt x="10450960" y="5408479"/>
                  </a:lnTo>
                  <a:lnTo>
                    <a:pt x="10407453" y="5423703"/>
                  </a:lnTo>
                  <a:lnTo>
                    <a:pt x="10362973" y="5436758"/>
                  </a:lnTo>
                  <a:lnTo>
                    <a:pt x="10317583" y="5447580"/>
                  </a:lnTo>
                  <a:lnTo>
                    <a:pt x="10271346" y="5456107"/>
                  </a:lnTo>
                  <a:lnTo>
                    <a:pt x="10224326" y="5462276"/>
                  </a:lnTo>
                  <a:lnTo>
                    <a:pt x="10176585" y="5466023"/>
                  </a:lnTo>
                  <a:lnTo>
                    <a:pt x="10128186" y="5467286"/>
                  </a:lnTo>
                  <a:lnTo>
                    <a:pt x="911288" y="5467286"/>
                  </a:lnTo>
                  <a:lnTo>
                    <a:pt x="862888" y="5466023"/>
                  </a:lnTo>
                  <a:lnTo>
                    <a:pt x="815147" y="5462276"/>
                  </a:lnTo>
                  <a:lnTo>
                    <a:pt x="768127" y="5456107"/>
                  </a:lnTo>
                  <a:lnTo>
                    <a:pt x="721891" y="5447580"/>
                  </a:lnTo>
                  <a:lnTo>
                    <a:pt x="676502" y="5436758"/>
                  </a:lnTo>
                  <a:lnTo>
                    <a:pt x="632023" y="5423703"/>
                  </a:lnTo>
                  <a:lnTo>
                    <a:pt x="588517" y="5408479"/>
                  </a:lnTo>
                  <a:lnTo>
                    <a:pt x="546047" y="5391149"/>
                  </a:lnTo>
                  <a:lnTo>
                    <a:pt x="504676" y="5371775"/>
                  </a:lnTo>
                  <a:lnTo>
                    <a:pt x="464467" y="5350421"/>
                  </a:lnTo>
                  <a:lnTo>
                    <a:pt x="425483" y="5327149"/>
                  </a:lnTo>
                  <a:lnTo>
                    <a:pt x="387787" y="5302023"/>
                  </a:lnTo>
                  <a:lnTo>
                    <a:pt x="351441" y="5275105"/>
                  </a:lnTo>
                  <a:lnTo>
                    <a:pt x="316510" y="5246458"/>
                  </a:lnTo>
                  <a:lnTo>
                    <a:pt x="283055" y="5216146"/>
                  </a:lnTo>
                  <a:lnTo>
                    <a:pt x="251140" y="5184230"/>
                  </a:lnTo>
                  <a:lnTo>
                    <a:pt x="220828" y="5150776"/>
                  </a:lnTo>
                  <a:lnTo>
                    <a:pt x="192181" y="5115844"/>
                  </a:lnTo>
                  <a:lnTo>
                    <a:pt x="165263" y="5079499"/>
                  </a:lnTo>
                  <a:lnTo>
                    <a:pt x="140137" y="5041803"/>
                  </a:lnTo>
                  <a:lnTo>
                    <a:pt x="116865" y="5002819"/>
                  </a:lnTo>
                  <a:lnTo>
                    <a:pt x="95510" y="4962610"/>
                  </a:lnTo>
                  <a:lnTo>
                    <a:pt x="76136" y="4921239"/>
                  </a:lnTo>
                  <a:lnTo>
                    <a:pt x="58806" y="4878769"/>
                  </a:lnTo>
                  <a:lnTo>
                    <a:pt x="43582" y="4835263"/>
                  </a:lnTo>
                  <a:lnTo>
                    <a:pt x="30528" y="4790784"/>
                  </a:lnTo>
                  <a:lnTo>
                    <a:pt x="19705" y="4745395"/>
                  </a:lnTo>
                  <a:lnTo>
                    <a:pt x="11179" y="4699159"/>
                  </a:lnTo>
                  <a:lnTo>
                    <a:pt x="5010" y="4652139"/>
                  </a:lnTo>
                  <a:lnTo>
                    <a:pt x="1263" y="4604397"/>
                  </a:lnTo>
                  <a:lnTo>
                    <a:pt x="0" y="4555998"/>
                  </a:lnTo>
                  <a:lnTo>
                    <a:pt x="0" y="9112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age_51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5275" y="1047750"/>
              <a:ext cx="3952875" cy="540067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DFD</a:t>
            </a:r>
            <a:r>
              <a:rPr dirty="0" spc="-300"/>
              <a:t> </a:t>
            </a:r>
            <a:r>
              <a:rPr dirty="0" spc="-145"/>
              <a:t>Level</a:t>
            </a:r>
            <a:r>
              <a:rPr dirty="0" spc="-270"/>
              <a:t> </a:t>
            </a:r>
            <a:r>
              <a:rPr dirty="0" spc="-135"/>
              <a:t>2</a:t>
            </a:r>
            <a:r>
              <a:rPr dirty="0" spc="-265"/>
              <a:t> </a:t>
            </a:r>
            <a:r>
              <a:rPr dirty="0" spc="495"/>
              <a:t>—</a:t>
            </a:r>
            <a:r>
              <a:rPr dirty="0" spc="-265"/>
              <a:t> </a:t>
            </a:r>
            <a:r>
              <a:rPr dirty="0" spc="-135"/>
              <a:t>Prescription</a:t>
            </a:r>
            <a:r>
              <a:rPr dirty="0" spc="-280"/>
              <a:t> </a:t>
            </a:r>
            <a:r>
              <a:rPr dirty="0" spc="600"/>
              <a:t>s</a:t>
            </a:r>
            <a:r>
              <a:rPr dirty="0" spc="-235"/>
              <a:t> </a:t>
            </a:r>
            <a:r>
              <a:rPr dirty="0" spc="-80"/>
              <a:t>Medication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6710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3.0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covers</a:t>
            </a:r>
            <a:r>
              <a:rPr dirty="0" sz="12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patient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selection,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clinical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notes,</a:t>
            </a:r>
            <a:r>
              <a:rPr dirty="0" sz="1200" spc="-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medicine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details,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signing,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storage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notification.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981011"/>
            <a:ext cx="11206480" cy="5596890"/>
            <a:chOff x="476238" y="981011"/>
            <a:chExt cx="11206480" cy="55968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100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981011"/>
              <a:ext cx="10339451" cy="55864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76312" y="1024001"/>
              <a:ext cx="10220960" cy="5467350"/>
            </a:xfrm>
            <a:custGeom>
              <a:avLst/>
              <a:gdLst/>
              <a:ahLst/>
              <a:cxnLst/>
              <a:rect l="l" t="t" r="r" b="b"/>
              <a:pathLst>
                <a:path w="10220960" h="5467350">
                  <a:moveTo>
                    <a:pt x="9309036" y="0"/>
                  </a:moveTo>
                  <a:lnTo>
                    <a:pt x="911288" y="0"/>
                  </a:lnTo>
                  <a:lnTo>
                    <a:pt x="862889" y="1262"/>
                  </a:lnTo>
                  <a:lnTo>
                    <a:pt x="815149" y="5009"/>
                  </a:lnTo>
                  <a:lnTo>
                    <a:pt x="768130" y="11177"/>
                  </a:lnTo>
                  <a:lnTo>
                    <a:pt x="721894" y="19703"/>
                  </a:lnTo>
                  <a:lnTo>
                    <a:pt x="676506" y="30524"/>
                  </a:lnTo>
                  <a:lnTo>
                    <a:pt x="632027" y="43577"/>
                  </a:lnTo>
                  <a:lnTo>
                    <a:pt x="588522" y="58799"/>
                  </a:lnTo>
                  <a:lnTo>
                    <a:pt x="546052" y="76128"/>
                  </a:lnTo>
                  <a:lnTo>
                    <a:pt x="504681" y="95500"/>
                  </a:lnTo>
                  <a:lnTo>
                    <a:pt x="464473" y="116852"/>
                  </a:lnTo>
                  <a:lnTo>
                    <a:pt x="425489" y="140121"/>
                  </a:lnTo>
                  <a:lnTo>
                    <a:pt x="387792" y="165245"/>
                  </a:lnTo>
                  <a:lnTo>
                    <a:pt x="351447" y="192161"/>
                  </a:lnTo>
                  <a:lnTo>
                    <a:pt x="316515" y="220805"/>
                  </a:lnTo>
                  <a:lnTo>
                    <a:pt x="283060" y="251114"/>
                  </a:lnTo>
                  <a:lnTo>
                    <a:pt x="251145" y="283027"/>
                  </a:lnTo>
                  <a:lnTo>
                    <a:pt x="220832" y="316479"/>
                  </a:lnTo>
                  <a:lnTo>
                    <a:pt x="192185" y="351407"/>
                  </a:lnTo>
                  <a:lnTo>
                    <a:pt x="165266" y="387750"/>
                  </a:lnTo>
                  <a:lnTo>
                    <a:pt x="140140" y="425443"/>
                  </a:lnTo>
                  <a:lnTo>
                    <a:pt x="116867" y="464425"/>
                  </a:lnTo>
                  <a:lnTo>
                    <a:pt x="95513" y="504631"/>
                  </a:lnTo>
                  <a:lnTo>
                    <a:pt x="76138" y="545999"/>
                  </a:lnTo>
                  <a:lnTo>
                    <a:pt x="58808" y="588467"/>
                  </a:lnTo>
                  <a:lnTo>
                    <a:pt x="43583" y="631970"/>
                  </a:lnTo>
                  <a:lnTo>
                    <a:pt x="30528" y="676447"/>
                  </a:lnTo>
                  <a:lnTo>
                    <a:pt x="19706" y="721834"/>
                  </a:lnTo>
                  <a:lnTo>
                    <a:pt x="11179" y="768068"/>
                  </a:lnTo>
                  <a:lnTo>
                    <a:pt x="5010" y="815086"/>
                  </a:lnTo>
                  <a:lnTo>
                    <a:pt x="1263" y="862826"/>
                  </a:lnTo>
                  <a:lnTo>
                    <a:pt x="0" y="911225"/>
                  </a:lnTo>
                  <a:lnTo>
                    <a:pt x="0" y="4555998"/>
                  </a:lnTo>
                  <a:lnTo>
                    <a:pt x="1263" y="4604397"/>
                  </a:lnTo>
                  <a:lnTo>
                    <a:pt x="5010" y="4652139"/>
                  </a:lnTo>
                  <a:lnTo>
                    <a:pt x="11179" y="4699159"/>
                  </a:lnTo>
                  <a:lnTo>
                    <a:pt x="19706" y="4745395"/>
                  </a:lnTo>
                  <a:lnTo>
                    <a:pt x="30528" y="4790784"/>
                  </a:lnTo>
                  <a:lnTo>
                    <a:pt x="43583" y="4835263"/>
                  </a:lnTo>
                  <a:lnTo>
                    <a:pt x="58808" y="4878769"/>
                  </a:lnTo>
                  <a:lnTo>
                    <a:pt x="76138" y="4921239"/>
                  </a:lnTo>
                  <a:lnTo>
                    <a:pt x="95513" y="4962610"/>
                  </a:lnTo>
                  <a:lnTo>
                    <a:pt x="116867" y="5002819"/>
                  </a:lnTo>
                  <a:lnTo>
                    <a:pt x="140140" y="5041803"/>
                  </a:lnTo>
                  <a:lnTo>
                    <a:pt x="165266" y="5079499"/>
                  </a:lnTo>
                  <a:lnTo>
                    <a:pt x="192185" y="5115844"/>
                  </a:lnTo>
                  <a:lnTo>
                    <a:pt x="220832" y="5150776"/>
                  </a:lnTo>
                  <a:lnTo>
                    <a:pt x="251145" y="5184230"/>
                  </a:lnTo>
                  <a:lnTo>
                    <a:pt x="283060" y="5216146"/>
                  </a:lnTo>
                  <a:lnTo>
                    <a:pt x="316515" y="5246458"/>
                  </a:lnTo>
                  <a:lnTo>
                    <a:pt x="351447" y="5275105"/>
                  </a:lnTo>
                  <a:lnTo>
                    <a:pt x="387792" y="5302023"/>
                  </a:lnTo>
                  <a:lnTo>
                    <a:pt x="425489" y="5327149"/>
                  </a:lnTo>
                  <a:lnTo>
                    <a:pt x="464473" y="5350421"/>
                  </a:lnTo>
                  <a:lnTo>
                    <a:pt x="504681" y="5371775"/>
                  </a:lnTo>
                  <a:lnTo>
                    <a:pt x="546052" y="5391149"/>
                  </a:lnTo>
                  <a:lnTo>
                    <a:pt x="588522" y="5408479"/>
                  </a:lnTo>
                  <a:lnTo>
                    <a:pt x="632027" y="5423703"/>
                  </a:lnTo>
                  <a:lnTo>
                    <a:pt x="676506" y="5436758"/>
                  </a:lnTo>
                  <a:lnTo>
                    <a:pt x="721894" y="5447580"/>
                  </a:lnTo>
                  <a:lnTo>
                    <a:pt x="768130" y="5456107"/>
                  </a:lnTo>
                  <a:lnTo>
                    <a:pt x="815149" y="5462276"/>
                  </a:lnTo>
                  <a:lnTo>
                    <a:pt x="862889" y="5466023"/>
                  </a:lnTo>
                  <a:lnTo>
                    <a:pt x="911288" y="5467286"/>
                  </a:lnTo>
                  <a:lnTo>
                    <a:pt x="9309036" y="5467286"/>
                  </a:lnTo>
                  <a:lnTo>
                    <a:pt x="9357435" y="5466023"/>
                  </a:lnTo>
                  <a:lnTo>
                    <a:pt x="9405176" y="5462276"/>
                  </a:lnTo>
                  <a:lnTo>
                    <a:pt x="9452196" y="5456107"/>
                  </a:lnTo>
                  <a:lnTo>
                    <a:pt x="9498433" y="5447580"/>
                  </a:lnTo>
                  <a:lnTo>
                    <a:pt x="9543823" y="5436758"/>
                  </a:lnTo>
                  <a:lnTo>
                    <a:pt x="9588303" y="5423703"/>
                  </a:lnTo>
                  <a:lnTo>
                    <a:pt x="9631810" y="5408479"/>
                  </a:lnTo>
                  <a:lnTo>
                    <a:pt x="9674282" y="5391149"/>
                  </a:lnTo>
                  <a:lnTo>
                    <a:pt x="9715655" y="5371775"/>
                  </a:lnTo>
                  <a:lnTo>
                    <a:pt x="9755867" y="5350421"/>
                  </a:lnTo>
                  <a:lnTo>
                    <a:pt x="9794854" y="5327149"/>
                  </a:lnTo>
                  <a:lnTo>
                    <a:pt x="9832553" y="5302023"/>
                  </a:lnTo>
                  <a:lnTo>
                    <a:pt x="9868901" y="5275105"/>
                  </a:lnTo>
                  <a:lnTo>
                    <a:pt x="9903836" y="5246458"/>
                  </a:lnTo>
                  <a:lnTo>
                    <a:pt x="9937294" y="5216146"/>
                  </a:lnTo>
                  <a:lnTo>
                    <a:pt x="9969213" y="5184230"/>
                  </a:lnTo>
                  <a:lnTo>
                    <a:pt x="9999528" y="5150776"/>
                  </a:lnTo>
                  <a:lnTo>
                    <a:pt x="10028178" y="5115844"/>
                  </a:lnTo>
                  <a:lnTo>
                    <a:pt x="10055100" y="5079499"/>
                  </a:lnTo>
                  <a:lnTo>
                    <a:pt x="10080230" y="5041803"/>
                  </a:lnTo>
                  <a:lnTo>
                    <a:pt x="10103505" y="5002819"/>
                  </a:lnTo>
                  <a:lnTo>
                    <a:pt x="10124862" y="4962610"/>
                  </a:lnTo>
                  <a:lnTo>
                    <a:pt x="10144239" y="4921239"/>
                  </a:lnTo>
                  <a:lnTo>
                    <a:pt x="10161572" y="4878769"/>
                  </a:lnTo>
                  <a:lnTo>
                    <a:pt x="10176798" y="4835263"/>
                  </a:lnTo>
                  <a:lnTo>
                    <a:pt x="10189855" y="4790784"/>
                  </a:lnTo>
                  <a:lnTo>
                    <a:pt x="10200679" y="4745395"/>
                  </a:lnTo>
                  <a:lnTo>
                    <a:pt x="10209207" y="4699159"/>
                  </a:lnTo>
                  <a:lnTo>
                    <a:pt x="10215377" y="4652139"/>
                  </a:lnTo>
                  <a:lnTo>
                    <a:pt x="10219125" y="4604397"/>
                  </a:lnTo>
                  <a:lnTo>
                    <a:pt x="10220388" y="4555998"/>
                  </a:lnTo>
                  <a:lnTo>
                    <a:pt x="10220388" y="911225"/>
                  </a:lnTo>
                  <a:lnTo>
                    <a:pt x="10219125" y="862826"/>
                  </a:lnTo>
                  <a:lnTo>
                    <a:pt x="10215377" y="815086"/>
                  </a:lnTo>
                  <a:lnTo>
                    <a:pt x="10209207" y="768068"/>
                  </a:lnTo>
                  <a:lnTo>
                    <a:pt x="10200679" y="721834"/>
                  </a:lnTo>
                  <a:lnTo>
                    <a:pt x="10189855" y="676447"/>
                  </a:lnTo>
                  <a:lnTo>
                    <a:pt x="10176798" y="631970"/>
                  </a:lnTo>
                  <a:lnTo>
                    <a:pt x="10161572" y="588467"/>
                  </a:lnTo>
                  <a:lnTo>
                    <a:pt x="10144239" y="545999"/>
                  </a:lnTo>
                  <a:lnTo>
                    <a:pt x="10124862" y="504631"/>
                  </a:lnTo>
                  <a:lnTo>
                    <a:pt x="10103505" y="464425"/>
                  </a:lnTo>
                  <a:lnTo>
                    <a:pt x="10080230" y="425443"/>
                  </a:lnTo>
                  <a:lnTo>
                    <a:pt x="10055100" y="387750"/>
                  </a:lnTo>
                  <a:lnTo>
                    <a:pt x="10028178" y="351407"/>
                  </a:lnTo>
                  <a:lnTo>
                    <a:pt x="9999528" y="316479"/>
                  </a:lnTo>
                  <a:lnTo>
                    <a:pt x="9969213" y="283027"/>
                  </a:lnTo>
                  <a:lnTo>
                    <a:pt x="9937294" y="251114"/>
                  </a:lnTo>
                  <a:lnTo>
                    <a:pt x="9903836" y="220805"/>
                  </a:lnTo>
                  <a:lnTo>
                    <a:pt x="9868901" y="192161"/>
                  </a:lnTo>
                  <a:lnTo>
                    <a:pt x="9832553" y="165245"/>
                  </a:lnTo>
                  <a:lnTo>
                    <a:pt x="9794854" y="140121"/>
                  </a:lnTo>
                  <a:lnTo>
                    <a:pt x="9755867" y="116852"/>
                  </a:lnTo>
                  <a:lnTo>
                    <a:pt x="9715655" y="95500"/>
                  </a:lnTo>
                  <a:lnTo>
                    <a:pt x="9674282" y="76128"/>
                  </a:lnTo>
                  <a:lnTo>
                    <a:pt x="9631810" y="58799"/>
                  </a:lnTo>
                  <a:lnTo>
                    <a:pt x="9588303" y="43577"/>
                  </a:lnTo>
                  <a:lnTo>
                    <a:pt x="9543823" y="30524"/>
                  </a:lnTo>
                  <a:lnTo>
                    <a:pt x="9498433" y="19703"/>
                  </a:lnTo>
                  <a:lnTo>
                    <a:pt x="9452196" y="11177"/>
                  </a:lnTo>
                  <a:lnTo>
                    <a:pt x="9405176" y="5009"/>
                  </a:lnTo>
                  <a:lnTo>
                    <a:pt x="9357435" y="1262"/>
                  </a:lnTo>
                  <a:lnTo>
                    <a:pt x="930903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76312" y="1024001"/>
              <a:ext cx="10220960" cy="5467350"/>
            </a:xfrm>
            <a:custGeom>
              <a:avLst/>
              <a:gdLst/>
              <a:ahLst/>
              <a:cxnLst/>
              <a:rect l="l" t="t" r="r" b="b"/>
              <a:pathLst>
                <a:path w="10220960" h="5467350">
                  <a:moveTo>
                    <a:pt x="0" y="911225"/>
                  </a:moveTo>
                  <a:lnTo>
                    <a:pt x="1263" y="862826"/>
                  </a:lnTo>
                  <a:lnTo>
                    <a:pt x="5010" y="815086"/>
                  </a:lnTo>
                  <a:lnTo>
                    <a:pt x="11179" y="768068"/>
                  </a:lnTo>
                  <a:lnTo>
                    <a:pt x="19706" y="721834"/>
                  </a:lnTo>
                  <a:lnTo>
                    <a:pt x="30528" y="676447"/>
                  </a:lnTo>
                  <a:lnTo>
                    <a:pt x="43583" y="631970"/>
                  </a:lnTo>
                  <a:lnTo>
                    <a:pt x="58808" y="588467"/>
                  </a:lnTo>
                  <a:lnTo>
                    <a:pt x="76138" y="545999"/>
                  </a:lnTo>
                  <a:lnTo>
                    <a:pt x="95513" y="504631"/>
                  </a:lnTo>
                  <a:lnTo>
                    <a:pt x="116867" y="464425"/>
                  </a:lnTo>
                  <a:lnTo>
                    <a:pt x="140140" y="425443"/>
                  </a:lnTo>
                  <a:lnTo>
                    <a:pt x="165266" y="387750"/>
                  </a:lnTo>
                  <a:lnTo>
                    <a:pt x="192185" y="351407"/>
                  </a:lnTo>
                  <a:lnTo>
                    <a:pt x="220832" y="316479"/>
                  </a:lnTo>
                  <a:lnTo>
                    <a:pt x="251145" y="283027"/>
                  </a:lnTo>
                  <a:lnTo>
                    <a:pt x="283060" y="251114"/>
                  </a:lnTo>
                  <a:lnTo>
                    <a:pt x="316515" y="220805"/>
                  </a:lnTo>
                  <a:lnTo>
                    <a:pt x="351447" y="192161"/>
                  </a:lnTo>
                  <a:lnTo>
                    <a:pt x="387792" y="165245"/>
                  </a:lnTo>
                  <a:lnTo>
                    <a:pt x="425489" y="140121"/>
                  </a:lnTo>
                  <a:lnTo>
                    <a:pt x="464473" y="116852"/>
                  </a:lnTo>
                  <a:lnTo>
                    <a:pt x="504681" y="95500"/>
                  </a:lnTo>
                  <a:lnTo>
                    <a:pt x="546052" y="76128"/>
                  </a:lnTo>
                  <a:lnTo>
                    <a:pt x="588522" y="58799"/>
                  </a:lnTo>
                  <a:lnTo>
                    <a:pt x="632027" y="43577"/>
                  </a:lnTo>
                  <a:lnTo>
                    <a:pt x="676506" y="30524"/>
                  </a:lnTo>
                  <a:lnTo>
                    <a:pt x="721894" y="19703"/>
                  </a:lnTo>
                  <a:lnTo>
                    <a:pt x="768130" y="11177"/>
                  </a:lnTo>
                  <a:lnTo>
                    <a:pt x="815149" y="5009"/>
                  </a:lnTo>
                  <a:lnTo>
                    <a:pt x="862889" y="1262"/>
                  </a:lnTo>
                  <a:lnTo>
                    <a:pt x="911288" y="0"/>
                  </a:lnTo>
                  <a:lnTo>
                    <a:pt x="9309036" y="0"/>
                  </a:lnTo>
                  <a:lnTo>
                    <a:pt x="9357435" y="1262"/>
                  </a:lnTo>
                  <a:lnTo>
                    <a:pt x="9405176" y="5009"/>
                  </a:lnTo>
                  <a:lnTo>
                    <a:pt x="9452196" y="11177"/>
                  </a:lnTo>
                  <a:lnTo>
                    <a:pt x="9498433" y="19703"/>
                  </a:lnTo>
                  <a:lnTo>
                    <a:pt x="9543823" y="30524"/>
                  </a:lnTo>
                  <a:lnTo>
                    <a:pt x="9588303" y="43577"/>
                  </a:lnTo>
                  <a:lnTo>
                    <a:pt x="9631810" y="58799"/>
                  </a:lnTo>
                  <a:lnTo>
                    <a:pt x="9674282" y="76128"/>
                  </a:lnTo>
                  <a:lnTo>
                    <a:pt x="9715655" y="95500"/>
                  </a:lnTo>
                  <a:lnTo>
                    <a:pt x="9755867" y="116852"/>
                  </a:lnTo>
                  <a:lnTo>
                    <a:pt x="9794854" y="140121"/>
                  </a:lnTo>
                  <a:lnTo>
                    <a:pt x="9832553" y="165245"/>
                  </a:lnTo>
                  <a:lnTo>
                    <a:pt x="9868901" y="192161"/>
                  </a:lnTo>
                  <a:lnTo>
                    <a:pt x="9903836" y="220805"/>
                  </a:lnTo>
                  <a:lnTo>
                    <a:pt x="9937294" y="251114"/>
                  </a:lnTo>
                  <a:lnTo>
                    <a:pt x="9969213" y="283027"/>
                  </a:lnTo>
                  <a:lnTo>
                    <a:pt x="9999528" y="316479"/>
                  </a:lnTo>
                  <a:lnTo>
                    <a:pt x="10028178" y="351407"/>
                  </a:lnTo>
                  <a:lnTo>
                    <a:pt x="10055100" y="387750"/>
                  </a:lnTo>
                  <a:lnTo>
                    <a:pt x="10080230" y="425443"/>
                  </a:lnTo>
                  <a:lnTo>
                    <a:pt x="10103505" y="464425"/>
                  </a:lnTo>
                  <a:lnTo>
                    <a:pt x="10124862" y="504631"/>
                  </a:lnTo>
                  <a:lnTo>
                    <a:pt x="10144239" y="545999"/>
                  </a:lnTo>
                  <a:lnTo>
                    <a:pt x="10161572" y="588467"/>
                  </a:lnTo>
                  <a:lnTo>
                    <a:pt x="10176798" y="631970"/>
                  </a:lnTo>
                  <a:lnTo>
                    <a:pt x="10189855" y="676447"/>
                  </a:lnTo>
                  <a:lnTo>
                    <a:pt x="10200679" y="721834"/>
                  </a:lnTo>
                  <a:lnTo>
                    <a:pt x="10209207" y="768068"/>
                  </a:lnTo>
                  <a:lnTo>
                    <a:pt x="10215377" y="815086"/>
                  </a:lnTo>
                  <a:lnTo>
                    <a:pt x="10219125" y="862826"/>
                  </a:lnTo>
                  <a:lnTo>
                    <a:pt x="10220388" y="911225"/>
                  </a:lnTo>
                  <a:lnTo>
                    <a:pt x="10220388" y="4555998"/>
                  </a:lnTo>
                  <a:lnTo>
                    <a:pt x="10219125" y="4604397"/>
                  </a:lnTo>
                  <a:lnTo>
                    <a:pt x="10215377" y="4652139"/>
                  </a:lnTo>
                  <a:lnTo>
                    <a:pt x="10209207" y="4699159"/>
                  </a:lnTo>
                  <a:lnTo>
                    <a:pt x="10200679" y="4745395"/>
                  </a:lnTo>
                  <a:lnTo>
                    <a:pt x="10189855" y="4790784"/>
                  </a:lnTo>
                  <a:lnTo>
                    <a:pt x="10176798" y="4835263"/>
                  </a:lnTo>
                  <a:lnTo>
                    <a:pt x="10161572" y="4878769"/>
                  </a:lnTo>
                  <a:lnTo>
                    <a:pt x="10144239" y="4921239"/>
                  </a:lnTo>
                  <a:lnTo>
                    <a:pt x="10124862" y="4962610"/>
                  </a:lnTo>
                  <a:lnTo>
                    <a:pt x="10103505" y="5002819"/>
                  </a:lnTo>
                  <a:lnTo>
                    <a:pt x="10080230" y="5041803"/>
                  </a:lnTo>
                  <a:lnTo>
                    <a:pt x="10055100" y="5079499"/>
                  </a:lnTo>
                  <a:lnTo>
                    <a:pt x="10028178" y="5115844"/>
                  </a:lnTo>
                  <a:lnTo>
                    <a:pt x="9999528" y="5150776"/>
                  </a:lnTo>
                  <a:lnTo>
                    <a:pt x="9969213" y="5184230"/>
                  </a:lnTo>
                  <a:lnTo>
                    <a:pt x="9937294" y="5216146"/>
                  </a:lnTo>
                  <a:lnTo>
                    <a:pt x="9903836" y="5246458"/>
                  </a:lnTo>
                  <a:lnTo>
                    <a:pt x="9868901" y="5275105"/>
                  </a:lnTo>
                  <a:lnTo>
                    <a:pt x="9832553" y="5302023"/>
                  </a:lnTo>
                  <a:lnTo>
                    <a:pt x="9794854" y="5327149"/>
                  </a:lnTo>
                  <a:lnTo>
                    <a:pt x="9755867" y="5350421"/>
                  </a:lnTo>
                  <a:lnTo>
                    <a:pt x="9715655" y="5371775"/>
                  </a:lnTo>
                  <a:lnTo>
                    <a:pt x="9674282" y="5391149"/>
                  </a:lnTo>
                  <a:lnTo>
                    <a:pt x="9631810" y="5408479"/>
                  </a:lnTo>
                  <a:lnTo>
                    <a:pt x="9588303" y="5423703"/>
                  </a:lnTo>
                  <a:lnTo>
                    <a:pt x="9543823" y="5436758"/>
                  </a:lnTo>
                  <a:lnTo>
                    <a:pt x="9498433" y="5447580"/>
                  </a:lnTo>
                  <a:lnTo>
                    <a:pt x="9452196" y="5456107"/>
                  </a:lnTo>
                  <a:lnTo>
                    <a:pt x="9405176" y="5462276"/>
                  </a:lnTo>
                  <a:lnTo>
                    <a:pt x="9357435" y="5466023"/>
                  </a:lnTo>
                  <a:lnTo>
                    <a:pt x="9309036" y="5467286"/>
                  </a:lnTo>
                  <a:lnTo>
                    <a:pt x="911288" y="5467286"/>
                  </a:lnTo>
                  <a:lnTo>
                    <a:pt x="862889" y="5466023"/>
                  </a:lnTo>
                  <a:lnTo>
                    <a:pt x="815149" y="5462276"/>
                  </a:lnTo>
                  <a:lnTo>
                    <a:pt x="768130" y="5456107"/>
                  </a:lnTo>
                  <a:lnTo>
                    <a:pt x="721894" y="5447580"/>
                  </a:lnTo>
                  <a:lnTo>
                    <a:pt x="676506" y="5436758"/>
                  </a:lnTo>
                  <a:lnTo>
                    <a:pt x="632027" y="5423703"/>
                  </a:lnTo>
                  <a:lnTo>
                    <a:pt x="588522" y="5408479"/>
                  </a:lnTo>
                  <a:lnTo>
                    <a:pt x="546052" y="5391149"/>
                  </a:lnTo>
                  <a:lnTo>
                    <a:pt x="504681" y="5371775"/>
                  </a:lnTo>
                  <a:lnTo>
                    <a:pt x="464473" y="5350421"/>
                  </a:lnTo>
                  <a:lnTo>
                    <a:pt x="425489" y="5327149"/>
                  </a:lnTo>
                  <a:lnTo>
                    <a:pt x="387792" y="5302023"/>
                  </a:lnTo>
                  <a:lnTo>
                    <a:pt x="351447" y="5275105"/>
                  </a:lnTo>
                  <a:lnTo>
                    <a:pt x="316515" y="5246458"/>
                  </a:lnTo>
                  <a:lnTo>
                    <a:pt x="283060" y="5216146"/>
                  </a:lnTo>
                  <a:lnTo>
                    <a:pt x="251145" y="5184230"/>
                  </a:lnTo>
                  <a:lnTo>
                    <a:pt x="220832" y="5150776"/>
                  </a:lnTo>
                  <a:lnTo>
                    <a:pt x="192185" y="5115844"/>
                  </a:lnTo>
                  <a:lnTo>
                    <a:pt x="165266" y="5079499"/>
                  </a:lnTo>
                  <a:lnTo>
                    <a:pt x="140140" y="5041803"/>
                  </a:lnTo>
                  <a:lnTo>
                    <a:pt x="116867" y="5002819"/>
                  </a:lnTo>
                  <a:lnTo>
                    <a:pt x="95513" y="4962610"/>
                  </a:lnTo>
                  <a:lnTo>
                    <a:pt x="76138" y="4921239"/>
                  </a:lnTo>
                  <a:lnTo>
                    <a:pt x="58808" y="4878769"/>
                  </a:lnTo>
                  <a:lnTo>
                    <a:pt x="43583" y="4835263"/>
                  </a:lnTo>
                  <a:lnTo>
                    <a:pt x="30528" y="4790784"/>
                  </a:lnTo>
                  <a:lnTo>
                    <a:pt x="19706" y="4745395"/>
                  </a:lnTo>
                  <a:lnTo>
                    <a:pt x="11179" y="4699159"/>
                  </a:lnTo>
                  <a:lnTo>
                    <a:pt x="5010" y="4652139"/>
                  </a:lnTo>
                  <a:lnTo>
                    <a:pt x="1263" y="4604397"/>
                  </a:lnTo>
                  <a:lnTo>
                    <a:pt x="0" y="4555998"/>
                  </a:lnTo>
                  <a:lnTo>
                    <a:pt x="0" y="9112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page_52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5275" y="1047750"/>
              <a:ext cx="3952875" cy="540067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DFD</a:t>
            </a:r>
            <a:r>
              <a:rPr dirty="0" spc="-310"/>
              <a:t> </a:t>
            </a:r>
            <a:r>
              <a:rPr dirty="0" spc="-145"/>
              <a:t>Level</a:t>
            </a:r>
            <a:r>
              <a:rPr dirty="0" spc="-280"/>
              <a:t> </a:t>
            </a:r>
            <a:r>
              <a:rPr dirty="0" spc="-135"/>
              <a:t>2</a:t>
            </a:r>
            <a:r>
              <a:rPr dirty="0" spc="-275"/>
              <a:t> </a:t>
            </a:r>
            <a:r>
              <a:rPr dirty="0" spc="495"/>
              <a:t>—</a:t>
            </a:r>
            <a:r>
              <a:rPr dirty="0" spc="-270"/>
              <a:t> </a:t>
            </a:r>
            <a:r>
              <a:rPr dirty="0" spc="-160"/>
              <a:t>Inventory</a:t>
            </a:r>
            <a:r>
              <a:rPr dirty="0" spc="-290"/>
              <a:t> </a:t>
            </a:r>
            <a:r>
              <a:rPr dirty="0" spc="600"/>
              <a:t>s</a:t>
            </a:r>
            <a:r>
              <a:rPr dirty="0" spc="-245"/>
              <a:t> </a:t>
            </a:r>
            <a:r>
              <a:rPr dirty="0" spc="-85"/>
              <a:t>Notifications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8742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4.0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manages</a:t>
            </a:r>
            <a:r>
              <a:rPr dirty="0" sz="12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stock;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5.0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manages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alerts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notifications.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8126" y="1142910"/>
            <a:ext cx="5624830" cy="5034280"/>
            <a:chOff x="438126" y="1142910"/>
            <a:chExt cx="5624830" cy="50342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26" y="1142910"/>
              <a:ext cx="5624623" cy="503406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1487" y="1157350"/>
              <a:ext cx="5563235" cy="4962525"/>
            </a:xfrm>
            <a:custGeom>
              <a:avLst/>
              <a:gdLst/>
              <a:ahLst/>
              <a:cxnLst/>
              <a:rect l="l" t="t" r="r" b="b"/>
              <a:pathLst>
                <a:path w="5563235" h="4962525">
                  <a:moveTo>
                    <a:pt x="4735512" y="0"/>
                  </a:moveTo>
                  <a:lnTo>
                    <a:pt x="827087" y="0"/>
                  </a:lnTo>
                  <a:lnTo>
                    <a:pt x="778490" y="1403"/>
                  </a:lnTo>
                  <a:lnTo>
                    <a:pt x="730632" y="5563"/>
                  </a:lnTo>
                  <a:lnTo>
                    <a:pt x="683592" y="12400"/>
                  </a:lnTo>
                  <a:lnTo>
                    <a:pt x="637446" y="21838"/>
                  </a:lnTo>
                  <a:lnTo>
                    <a:pt x="592272" y="33800"/>
                  </a:lnTo>
                  <a:lnTo>
                    <a:pt x="548147" y="48207"/>
                  </a:lnTo>
                  <a:lnTo>
                    <a:pt x="505150" y="64982"/>
                  </a:lnTo>
                  <a:lnTo>
                    <a:pt x="463358" y="84048"/>
                  </a:lnTo>
                  <a:lnTo>
                    <a:pt x="422848" y="105326"/>
                  </a:lnTo>
                  <a:lnTo>
                    <a:pt x="383698" y="128741"/>
                  </a:lnTo>
                  <a:lnTo>
                    <a:pt x="345986" y="154213"/>
                  </a:lnTo>
                  <a:lnTo>
                    <a:pt x="309789" y="181667"/>
                  </a:lnTo>
                  <a:lnTo>
                    <a:pt x="275184" y="211023"/>
                  </a:lnTo>
                  <a:lnTo>
                    <a:pt x="242250" y="242204"/>
                  </a:lnTo>
                  <a:lnTo>
                    <a:pt x="211064" y="275134"/>
                  </a:lnTo>
                  <a:lnTo>
                    <a:pt x="181704" y="309734"/>
                  </a:lnTo>
                  <a:lnTo>
                    <a:pt x="154246" y="345928"/>
                  </a:lnTo>
                  <a:lnTo>
                    <a:pt x="128769" y="383636"/>
                  </a:lnTo>
                  <a:lnTo>
                    <a:pt x="105350" y="422783"/>
                  </a:lnTo>
                  <a:lnTo>
                    <a:pt x="84067" y="463290"/>
                  </a:lnTo>
                  <a:lnTo>
                    <a:pt x="64997" y="505080"/>
                  </a:lnTo>
                  <a:lnTo>
                    <a:pt x="48218" y="548076"/>
                  </a:lnTo>
                  <a:lnTo>
                    <a:pt x="33808" y="592200"/>
                  </a:lnTo>
                  <a:lnTo>
                    <a:pt x="21844" y="637374"/>
                  </a:lnTo>
                  <a:lnTo>
                    <a:pt x="12403" y="683521"/>
                  </a:lnTo>
                  <a:lnTo>
                    <a:pt x="5564" y="730563"/>
                  </a:lnTo>
                  <a:lnTo>
                    <a:pt x="1404" y="778423"/>
                  </a:lnTo>
                  <a:lnTo>
                    <a:pt x="0" y="827024"/>
                  </a:lnTo>
                  <a:lnTo>
                    <a:pt x="0" y="4135374"/>
                  </a:lnTo>
                  <a:lnTo>
                    <a:pt x="1404" y="4183970"/>
                  </a:lnTo>
                  <a:lnTo>
                    <a:pt x="5564" y="4231828"/>
                  </a:lnTo>
                  <a:lnTo>
                    <a:pt x="12403" y="4278869"/>
                  </a:lnTo>
                  <a:lnTo>
                    <a:pt x="21844" y="4325015"/>
                  </a:lnTo>
                  <a:lnTo>
                    <a:pt x="33808" y="4370189"/>
                  </a:lnTo>
                  <a:lnTo>
                    <a:pt x="48218" y="4414313"/>
                  </a:lnTo>
                  <a:lnTo>
                    <a:pt x="64997" y="4457310"/>
                  </a:lnTo>
                  <a:lnTo>
                    <a:pt x="84067" y="4499103"/>
                  </a:lnTo>
                  <a:lnTo>
                    <a:pt x="105350" y="4539612"/>
                  </a:lnTo>
                  <a:lnTo>
                    <a:pt x="128769" y="4578762"/>
                  </a:lnTo>
                  <a:lnTo>
                    <a:pt x="154246" y="4616475"/>
                  </a:lnTo>
                  <a:lnTo>
                    <a:pt x="181704" y="4652672"/>
                  </a:lnTo>
                  <a:lnTo>
                    <a:pt x="211064" y="4687276"/>
                  </a:lnTo>
                  <a:lnTo>
                    <a:pt x="242250" y="4720210"/>
                  </a:lnTo>
                  <a:lnTo>
                    <a:pt x="275184" y="4751396"/>
                  </a:lnTo>
                  <a:lnTo>
                    <a:pt x="309789" y="4780757"/>
                  </a:lnTo>
                  <a:lnTo>
                    <a:pt x="345986" y="4808215"/>
                  </a:lnTo>
                  <a:lnTo>
                    <a:pt x="383698" y="4833692"/>
                  </a:lnTo>
                  <a:lnTo>
                    <a:pt x="422848" y="4857111"/>
                  </a:lnTo>
                  <a:lnTo>
                    <a:pt x="463358" y="4878394"/>
                  </a:lnTo>
                  <a:lnTo>
                    <a:pt x="505150" y="4897463"/>
                  </a:lnTo>
                  <a:lnTo>
                    <a:pt x="548147" y="4914242"/>
                  </a:lnTo>
                  <a:lnTo>
                    <a:pt x="592272" y="4928652"/>
                  </a:lnTo>
                  <a:lnTo>
                    <a:pt x="637446" y="4940617"/>
                  </a:lnTo>
                  <a:lnTo>
                    <a:pt x="683592" y="4950057"/>
                  </a:lnTo>
                  <a:lnTo>
                    <a:pt x="730632" y="4956896"/>
                  </a:lnTo>
                  <a:lnTo>
                    <a:pt x="778490" y="4961057"/>
                  </a:lnTo>
                  <a:lnTo>
                    <a:pt x="827087" y="4962461"/>
                  </a:lnTo>
                  <a:lnTo>
                    <a:pt x="4735512" y="4962461"/>
                  </a:lnTo>
                  <a:lnTo>
                    <a:pt x="4784113" y="4961057"/>
                  </a:lnTo>
                  <a:lnTo>
                    <a:pt x="4831975" y="4956896"/>
                  </a:lnTo>
                  <a:lnTo>
                    <a:pt x="4879019" y="4950057"/>
                  </a:lnTo>
                  <a:lnTo>
                    <a:pt x="4925169" y="4940617"/>
                  </a:lnTo>
                  <a:lnTo>
                    <a:pt x="4970347" y="4928652"/>
                  </a:lnTo>
                  <a:lnTo>
                    <a:pt x="5014474" y="4914242"/>
                  </a:lnTo>
                  <a:lnTo>
                    <a:pt x="5057475" y="4897463"/>
                  </a:lnTo>
                  <a:lnTo>
                    <a:pt x="5099270" y="4878394"/>
                  </a:lnTo>
                  <a:lnTo>
                    <a:pt x="5139783" y="4857111"/>
                  </a:lnTo>
                  <a:lnTo>
                    <a:pt x="5178936" y="4833692"/>
                  </a:lnTo>
                  <a:lnTo>
                    <a:pt x="5216651" y="4808215"/>
                  </a:lnTo>
                  <a:lnTo>
                    <a:pt x="5252851" y="4780757"/>
                  </a:lnTo>
                  <a:lnTo>
                    <a:pt x="5287458" y="4751396"/>
                  </a:lnTo>
                  <a:lnTo>
                    <a:pt x="5320395" y="4720210"/>
                  </a:lnTo>
                  <a:lnTo>
                    <a:pt x="5351583" y="4687276"/>
                  </a:lnTo>
                  <a:lnTo>
                    <a:pt x="5380946" y="4652672"/>
                  </a:lnTo>
                  <a:lnTo>
                    <a:pt x="5408406" y="4616475"/>
                  </a:lnTo>
                  <a:lnTo>
                    <a:pt x="5433885" y="4578762"/>
                  </a:lnTo>
                  <a:lnTo>
                    <a:pt x="5457305" y="4539612"/>
                  </a:lnTo>
                  <a:lnTo>
                    <a:pt x="5478590" y="4499103"/>
                  </a:lnTo>
                  <a:lnTo>
                    <a:pt x="5497661" y="4457310"/>
                  </a:lnTo>
                  <a:lnTo>
                    <a:pt x="5514441" y="4414313"/>
                  </a:lnTo>
                  <a:lnTo>
                    <a:pt x="5528852" y="4370189"/>
                  </a:lnTo>
                  <a:lnTo>
                    <a:pt x="5540817" y="4325015"/>
                  </a:lnTo>
                  <a:lnTo>
                    <a:pt x="5550258" y="4278869"/>
                  </a:lnTo>
                  <a:lnTo>
                    <a:pt x="5557098" y="4231828"/>
                  </a:lnTo>
                  <a:lnTo>
                    <a:pt x="5561259" y="4183970"/>
                  </a:lnTo>
                  <a:lnTo>
                    <a:pt x="5562663" y="4135374"/>
                  </a:lnTo>
                  <a:lnTo>
                    <a:pt x="5562663" y="827024"/>
                  </a:lnTo>
                  <a:lnTo>
                    <a:pt x="5561259" y="778423"/>
                  </a:lnTo>
                  <a:lnTo>
                    <a:pt x="5557098" y="730563"/>
                  </a:lnTo>
                  <a:lnTo>
                    <a:pt x="5550258" y="683521"/>
                  </a:lnTo>
                  <a:lnTo>
                    <a:pt x="5540817" y="637374"/>
                  </a:lnTo>
                  <a:lnTo>
                    <a:pt x="5528852" y="592200"/>
                  </a:lnTo>
                  <a:lnTo>
                    <a:pt x="5514441" y="548076"/>
                  </a:lnTo>
                  <a:lnTo>
                    <a:pt x="5497661" y="505080"/>
                  </a:lnTo>
                  <a:lnTo>
                    <a:pt x="5478590" y="463290"/>
                  </a:lnTo>
                  <a:lnTo>
                    <a:pt x="5457305" y="422783"/>
                  </a:lnTo>
                  <a:lnTo>
                    <a:pt x="5433885" y="383636"/>
                  </a:lnTo>
                  <a:lnTo>
                    <a:pt x="5408406" y="345928"/>
                  </a:lnTo>
                  <a:lnTo>
                    <a:pt x="5380946" y="309734"/>
                  </a:lnTo>
                  <a:lnTo>
                    <a:pt x="5351583" y="275134"/>
                  </a:lnTo>
                  <a:lnTo>
                    <a:pt x="5320395" y="242204"/>
                  </a:lnTo>
                  <a:lnTo>
                    <a:pt x="5287458" y="211023"/>
                  </a:lnTo>
                  <a:lnTo>
                    <a:pt x="5252851" y="181667"/>
                  </a:lnTo>
                  <a:lnTo>
                    <a:pt x="5216651" y="154213"/>
                  </a:lnTo>
                  <a:lnTo>
                    <a:pt x="5178936" y="128741"/>
                  </a:lnTo>
                  <a:lnTo>
                    <a:pt x="5139783" y="105326"/>
                  </a:lnTo>
                  <a:lnTo>
                    <a:pt x="5099270" y="84048"/>
                  </a:lnTo>
                  <a:lnTo>
                    <a:pt x="5057475" y="64982"/>
                  </a:lnTo>
                  <a:lnTo>
                    <a:pt x="5014474" y="48207"/>
                  </a:lnTo>
                  <a:lnTo>
                    <a:pt x="4970347" y="33800"/>
                  </a:lnTo>
                  <a:lnTo>
                    <a:pt x="4925169" y="21838"/>
                  </a:lnTo>
                  <a:lnTo>
                    <a:pt x="4879019" y="12400"/>
                  </a:lnTo>
                  <a:lnTo>
                    <a:pt x="4831975" y="5563"/>
                  </a:lnTo>
                  <a:lnTo>
                    <a:pt x="4784113" y="1403"/>
                  </a:lnTo>
                  <a:lnTo>
                    <a:pt x="473551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1487" y="1157350"/>
              <a:ext cx="5563235" cy="4962525"/>
            </a:xfrm>
            <a:custGeom>
              <a:avLst/>
              <a:gdLst/>
              <a:ahLst/>
              <a:cxnLst/>
              <a:rect l="l" t="t" r="r" b="b"/>
              <a:pathLst>
                <a:path w="5563235" h="4962525">
                  <a:moveTo>
                    <a:pt x="0" y="827024"/>
                  </a:moveTo>
                  <a:lnTo>
                    <a:pt x="1404" y="778423"/>
                  </a:lnTo>
                  <a:lnTo>
                    <a:pt x="5564" y="730563"/>
                  </a:lnTo>
                  <a:lnTo>
                    <a:pt x="12403" y="683521"/>
                  </a:lnTo>
                  <a:lnTo>
                    <a:pt x="21844" y="637374"/>
                  </a:lnTo>
                  <a:lnTo>
                    <a:pt x="33808" y="592200"/>
                  </a:lnTo>
                  <a:lnTo>
                    <a:pt x="48218" y="548076"/>
                  </a:lnTo>
                  <a:lnTo>
                    <a:pt x="64997" y="505080"/>
                  </a:lnTo>
                  <a:lnTo>
                    <a:pt x="84067" y="463290"/>
                  </a:lnTo>
                  <a:lnTo>
                    <a:pt x="105350" y="422783"/>
                  </a:lnTo>
                  <a:lnTo>
                    <a:pt x="128769" y="383636"/>
                  </a:lnTo>
                  <a:lnTo>
                    <a:pt x="154246" y="345928"/>
                  </a:lnTo>
                  <a:lnTo>
                    <a:pt x="181704" y="309734"/>
                  </a:lnTo>
                  <a:lnTo>
                    <a:pt x="211064" y="275134"/>
                  </a:lnTo>
                  <a:lnTo>
                    <a:pt x="242250" y="242204"/>
                  </a:lnTo>
                  <a:lnTo>
                    <a:pt x="275184" y="211023"/>
                  </a:lnTo>
                  <a:lnTo>
                    <a:pt x="309789" y="181667"/>
                  </a:lnTo>
                  <a:lnTo>
                    <a:pt x="345986" y="154213"/>
                  </a:lnTo>
                  <a:lnTo>
                    <a:pt x="383698" y="128741"/>
                  </a:lnTo>
                  <a:lnTo>
                    <a:pt x="422848" y="105326"/>
                  </a:lnTo>
                  <a:lnTo>
                    <a:pt x="463358" y="84048"/>
                  </a:lnTo>
                  <a:lnTo>
                    <a:pt x="505150" y="64982"/>
                  </a:lnTo>
                  <a:lnTo>
                    <a:pt x="548147" y="48207"/>
                  </a:lnTo>
                  <a:lnTo>
                    <a:pt x="592272" y="33800"/>
                  </a:lnTo>
                  <a:lnTo>
                    <a:pt x="637446" y="21838"/>
                  </a:lnTo>
                  <a:lnTo>
                    <a:pt x="683592" y="12400"/>
                  </a:lnTo>
                  <a:lnTo>
                    <a:pt x="730632" y="5563"/>
                  </a:lnTo>
                  <a:lnTo>
                    <a:pt x="778490" y="1403"/>
                  </a:lnTo>
                  <a:lnTo>
                    <a:pt x="827087" y="0"/>
                  </a:lnTo>
                  <a:lnTo>
                    <a:pt x="4735512" y="0"/>
                  </a:lnTo>
                  <a:lnTo>
                    <a:pt x="4784113" y="1403"/>
                  </a:lnTo>
                  <a:lnTo>
                    <a:pt x="4831975" y="5563"/>
                  </a:lnTo>
                  <a:lnTo>
                    <a:pt x="4879019" y="12400"/>
                  </a:lnTo>
                  <a:lnTo>
                    <a:pt x="4925169" y="21838"/>
                  </a:lnTo>
                  <a:lnTo>
                    <a:pt x="4970347" y="33800"/>
                  </a:lnTo>
                  <a:lnTo>
                    <a:pt x="5014474" y="48207"/>
                  </a:lnTo>
                  <a:lnTo>
                    <a:pt x="5057475" y="64982"/>
                  </a:lnTo>
                  <a:lnTo>
                    <a:pt x="5099270" y="84048"/>
                  </a:lnTo>
                  <a:lnTo>
                    <a:pt x="5139783" y="105326"/>
                  </a:lnTo>
                  <a:lnTo>
                    <a:pt x="5178936" y="128741"/>
                  </a:lnTo>
                  <a:lnTo>
                    <a:pt x="5216651" y="154213"/>
                  </a:lnTo>
                  <a:lnTo>
                    <a:pt x="5252851" y="181667"/>
                  </a:lnTo>
                  <a:lnTo>
                    <a:pt x="5287458" y="211023"/>
                  </a:lnTo>
                  <a:lnTo>
                    <a:pt x="5320395" y="242204"/>
                  </a:lnTo>
                  <a:lnTo>
                    <a:pt x="5351583" y="275134"/>
                  </a:lnTo>
                  <a:lnTo>
                    <a:pt x="5380946" y="309734"/>
                  </a:lnTo>
                  <a:lnTo>
                    <a:pt x="5408406" y="345928"/>
                  </a:lnTo>
                  <a:lnTo>
                    <a:pt x="5433885" y="383636"/>
                  </a:lnTo>
                  <a:lnTo>
                    <a:pt x="5457305" y="422783"/>
                  </a:lnTo>
                  <a:lnTo>
                    <a:pt x="5478590" y="463290"/>
                  </a:lnTo>
                  <a:lnTo>
                    <a:pt x="5497661" y="505080"/>
                  </a:lnTo>
                  <a:lnTo>
                    <a:pt x="5514441" y="548076"/>
                  </a:lnTo>
                  <a:lnTo>
                    <a:pt x="5528852" y="592200"/>
                  </a:lnTo>
                  <a:lnTo>
                    <a:pt x="5540817" y="637374"/>
                  </a:lnTo>
                  <a:lnTo>
                    <a:pt x="5550258" y="683521"/>
                  </a:lnTo>
                  <a:lnTo>
                    <a:pt x="5557098" y="730563"/>
                  </a:lnTo>
                  <a:lnTo>
                    <a:pt x="5561259" y="778423"/>
                  </a:lnTo>
                  <a:lnTo>
                    <a:pt x="5562663" y="827024"/>
                  </a:lnTo>
                  <a:lnTo>
                    <a:pt x="5562663" y="4135374"/>
                  </a:lnTo>
                  <a:lnTo>
                    <a:pt x="5561259" y="4183970"/>
                  </a:lnTo>
                  <a:lnTo>
                    <a:pt x="5557098" y="4231828"/>
                  </a:lnTo>
                  <a:lnTo>
                    <a:pt x="5550258" y="4278869"/>
                  </a:lnTo>
                  <a:lnTo>
                    <a:pt x="5540817" y="4325015"/>
                  </a:lnTo>
                  <a:lnTo>
                    <a:pt x="5528852" y="4370189"/>
                  </a:lnTo>
                  <a:lnTo>
                    <a:pt x="5514441" y="4414313"/>
                  </a:lnTo>
                  <a:lnTo>
                    <a:pt x="5497661" y="4457310"/>
                  </a:lnTo>
                  <a:lnTo>
                    <a:pt x="5478590" y="4499103"/>
                  </a:lnTo>
                  <a:lnTo>
                    <a:pt x="5457305" y="4539612"/>
                  </a:lnTo>
                  <a:lnTo>
                    <a:pt x="5433885" y="4578762"/>
                  </a:lnTo>
                  <a:lnTo>
                    <a:pt x="5408406" y="4616475"/>
                  </a:lnTo>
                  <a:lnTo>
                    <a:pt x="5380946" y="4652672"/>
                  </a:lnTo>
                  <a:lnTo>
                    <a:pt x="5351583" y="4687276"/>
                  </a:lnTo>
                  <a:lnTo>
                    <a:pt x="5320395" y="4720210"/>
                  </a:lnTo>
                  <a:lnTo>
                    <a:pt x="5287458" y="4751396"/>
                  </a:lnTo>
                  <a:lnTo>
                    <a:pt x="5252851" y="4780757"/>
                  </a:lnTo>
                  <a:lnTo>
                    <a:pt x="5216651" y="4808215"/>
                  </a:lnTo>
                  <a:lnTo>
                    <a:pt x="5178936" y="4833692"/>
                  </a:lnTo>
                  <a:lnTo>
                    <a:pt x="5139783" y="4857111"/>
                  </a:lnTo>
                  <a:lnTo>
                    <a:pt x="5099270" y="4878394"/>
                  </a:lnTo>
                  <a:lnTo>
                    <a:pt x="5057475" y="4897463"/>
                  </a:lnTo>
                  <a:lnTo>
                    <a:pt x="5014474" y="4914242"/>
                  </a:lnTo>
                  <a:lnTo>
                    <a:pt x="4970347" y="4928652"/>
                  </a:lnTo>
                  <a:lnTo>
                    <a:pt x="4925169" y="4940617"/>
                  </a:lnTo>
                  <a:lnTo>
                    <a:pt x="4879019" y="4950057"/>
                  </a:lnTo>
                  <a:lnTo>
                    <a:pt x="4831975" y="4956896"/>
                  </a:lnTo>
                  <a:lnTo>
                    <a:pt x="4784113" y="4961057"/>
                  </a:lnTo>
                  <a:lnTo>
                    <a:pt x="4735512" y="4962461"/>
                  </a:lnTo>
                  <a:lnTo>
                    <a:pt x="827087" y="4962461"/>
                  </a:lnTo>
                  <a:lnTo>
                    <a:pt x="778490" y="4961057"/>
                  </a:lnTo>
                  <a:lnTo>
                    <a:pt x="730632" y="4956896"/>
                  </a:lnTo>
                  <a:lnTo>
                    <a:pt x="683592" y="4950057"/>
                  </a:lnTo>
                  <a:lnTo>
                    <a:pt x="637446" y="4940617"/>
                  </a:lnTo>
                  <a:lnTo>
                    <a:pt x="592272" y="4928652"/>
                  </a:lnTo>
                  <a:lnTo>
                    <a:pt x="548147" y="4914242"/>
                  </a:lnTo>
                  <a:lnTo>
                    <a:pt x="505150" y="4897463"/>
                  </a:lnTo>
                  <a:lnTo>
                    <a:pt x="463358" y="4878394"/>
                  </a:lnTo>
                  <a:lnTo>
                    <a:pt x="422848" y="4857111"/>
                  </a:lnTo>
                  <a:lnTo>
                    <a:pt x="383698" y="4833692"/>
                  </a:lnTo>
                  <a:lnTo>
                    <a:pt x="345986" y="4808215"/>
                  </a:lnTo>
                  <a:lnTo>
                    <a:pt x="309789" y="4780757"/>
                  </a:lnTo>
                  <a:lnTo>
                    <a:pt x="275184" y="4751396"/>
                  </a:lnTo>
                  <a:lnTo>
                    <a:pt x="242250" y="4720210"/>
                  </a:lnTo>
                  <a:lnTo>
                    <a:pt x="211064" y="4687276"/>
                  </a:lnTo>
                  <a:lnTo>
                    <a:pt x="181704" y="4652672"/>
                  </a:lnTo>
                  <a:lnTo>
                    <a:pt x="154246" y="4616475"/>
                  </a:lnTo>
                  <a:lnTo>
                    <a:pt x="128769" y="4578762"/>
                  </a:lnTo>
                  <a:lnTo>
                    <a:pt x="105350" y="4539612"/>
                  </a:lnTo>
                  <a:lnTo>
                    <a:pt x="84067" y="4499103"/>
                  </a:lnTo>
                  <a:lnTo>
                    <a:pt x="64997" y="4457310"/>
                  </a:lnTo>
                  <a:lnTo>
                    <a:pt x="48218" y="4414313"/>
                  </a:lnTo>
                  <a:lnTo>
                    <a:pt x="33808" y="4370189"/>
                  </a:lnTo>
                  <a:lnTo>
                    <a:pt x="21844" y="4325015"/>
                  </a:lnTo>
                  <a:lnTo>
                    <a:pt x="12403" y="4278869"/>
                  </a:lnTo>
                  <a:lnTo>
                    <a:pt x="5564" y="4231828"/>
                  </a:lnTo>
                  <a:lnTo>
                    <a:pt x="1404" y="4183970"/>
                  </a:lnTo>
                  <a:lnTo>
                    <a:pt x="0" y="4135374"/>
                  </a:lnTo>
                  <a:lnTo>
                    <a:pt x="0" y="82702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age_53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7325" y="1190624"/>
              <a:ext cx="3581400" cy="488632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4076" y="1142910"/>
            <a:ext cx="5624830" cy="5034280"/>
            <a:chOff x="6134076" y="1142910"/>
            <a:chExt cx="5624830" cy="503428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076" y="1142910"/>
              <a:ext cx="5624623" cy="50340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7500" y="1157350"/>
              <a:ext cx="5562600" cy="4962525"/>
            </a:xfrm>
            <a:custGeom>
              <a:avLst/>
              <a:gdLst/>
              <a:ahLst/>
              <a:cxnLst/>
              <a:rect l="l" t="t" r="r" b="b"/>
              <a:pathLst>
                <a:path w="5562600" h="4962525">
                  <a:moveTo>
                    <a:pt x="4735449" y="0"/>
                  </a:moveTo>
                  <a:lnTo>
                    <a:pt x="827024" y="0"/>
                  </a:lnTo>
                  <a:lnTo>
                    <a:pt x="778423" y="1403"/>
                  </a:lnTo>
                  <a:lnTo>
                    <a:pt x="730563" y="5563"/>
                  </a:lnTo>
                  <a:lnTo>
                    <a:pt x="683521" y="12400"/>
                  </a:lnTo>
                  <a:lnTo>
                    <a:pt x="637374" y="21838"/>
                  </a:lnTo>
                  <a:lnTo>
                    <a:pt x="592200" y="33800"/>
                  </a:lnTo>
                  <a:lnTo>
                    <a:pt x="548076" y="48207"/>
                  </a:lnTo>
                  <a:lnTo>
                    <a:pt x="505080" y="64982"/>
                  </a:lnTo>
                  <a:lnTo>
                    <a:pt x="463290" y="84048"/>
                  </a:lnTo>
                  <a:lnTo>
                    <a:pt x="422783" y="105326"/>
                  </a:lnTo>
                  <a:lnTo>
                    <a:pt x="383636" y="128741"/>
                  </a:lnTo>
                  <a:lnTo>
                    <a:pt x="345928" y="154213"/>
                  </a:lnTo>
                  <a:lnTo>
                    <a:pt x="309734" y="181667"/>
                  </a:lnTo>
                  <a:lnTo>
                    <a:pt x="275134" y="211023"/>
                  </a:lnTo>
                  <a:lnTo>
                    <a:pt x="242204" y="242204"/>
                  </a:lnTo>
                  <a:lnTo>
                    <a:pt x="211023" y="275134"/>
                  </a:lnTo>
                  <a:lnTo>
                    <a:pt x="181667" y="309734"/>
                  </a:lnTo>
                  <a:lnTo>
                    <a:pt x="154213" y="345928"/>
                  </a:lnTo>
                  <a:lnTo>
                    <a:pt x="128741" y="383636"/>
                  </a:lnTo>
                  <a:lnTo>
                    <a:pt x="105326" y="422783"/>
                  </a:lnTo>
                  <a:lnTo>
                    <a:pt x="84048" y="463290"/>
                  </a:lnTo>
                  <a:lnTo>
                    <a:pt x="64982" y="505080"/>
                  </a:lnTo>
                  <a:lnTo>
                    <a:pt x="48207" y="548076"/>
                  </a:lnTo>
                  <a:lnTo>
                    <a:pt x="33800" y="592200"/>
                  </a:lnTo>
                  <a:lnTo>
                    <a:pt x="21838" y="637374"/>
                  </a:lnTo>
                  <a:lnTo>
                    <a:pt x="12400" y="683521"/>
                  </a:lnTo>
                  <a:lnTo>
                    <a:pt x="5563" y="730563"/>
                  </a:lnTo>
                  <a:lnTo>
                    <a:pt x="1403" y="778423"/>
                  </a:lnTo>
                  <a:lnTo>
                    <a:pt x="0" y="827024"/>
                  </a:lnTo>
                  <a:lnTo>
                    <a:pt x="0" y="4135374"/>
                  </a:lnTo>
                  <a:lnTo>
                    <a:pt x="1403" y="4183970"/>
                  </a:lnTo>
                  <a:lnTo>
                    <a:pt x="5563" y="4231828"/>
                  </a:lnTo>
                  <a:lnTo>
                    <a:pt x="12400" y="4278869"/>
                  </a:lnTo>
                  <a:lnTo>
                    <a:pt x="21838" y="4325015"/>
                  </a:lnTo>
                  <a:lnTo>
                    <a:pt x="33800" y="4370189"/>
                  </a:lnTo>
                  <a:lnTo>
                    <a:pt x="48207" y="4414313"/>
                  </a:lnTo>
                  <a:lnTo>
                    <a:pt x="64982" y="4457310"/>
                  </a:lnTo>
                  <a:lnTo>
                    <a:pt x="84048" y="4499103"/>
                  </a:lnTo>
                  <a:lnTo>
                    <a:pt x="105326" y="4539612"/>
                  </a:lnTo>
                  <a:lnTo>
                    <a:pt x="128741" y="4578762"/>
                  </a:lnTo>
                  <a:lnTo>
                    <a:pt x="154213" y="4616475"/>
                  </a:lnTo>
                  <a:lnTo>
                    <a:pt x="181667" y="4652672"/>
                  </a:lnTo>
                  <a:lnTo>
                    <a:pt x="211023" y="4687276"/>
                  </a:lnTo>
                  <a:lnTo>
                    <a:pt x="242204" y="4720210"/>
                  </a:lnTo>
                  <a:lnTo>
                    <a:pt x="275134" y="4751396"/>
                  </a:lnTo>
                  <a:lnTo>
                    <a:pt x="309734" y="4780757"/>
                  </a:lnTo>
                  <a:lnTo>
                    <a:pt x="345928" y="4808215"/>
                  </a:lnTo>
                  <a:lnTo>
                    <a:pt x="383636" y="4833692"/>
                  </a:lnTo>
                  <a:lnTo>
                    <a:pt x="422783" y="4857111"/>
                  </a:lnTo>
                  <a:lnTo>
                    <a:pt x="463290" y="4878394"/>
                  </a:lnTo>
                  <a:lnTo>
                    <a:pt x="505080" y="4897463"/>
                  </a:lnTo>
                  <a:lnTo>
                    <a:pt x="548076" y="4914242"/>
                  </a:lnTo>
                  <a:lnTo>
                    <a:pt x="592200" y="4928652"/>
                  </a:lnTo>
                  <a:lnTo>
                    <a:pt x="637374" y="4940617"/>
                  </a:lnTo>
                  <a:lnTo>
                    <a:pt x="683521" y="4950057"/>
                  </a:lnTo>
                  <a:lnTo>
                    <a:pt x="730563" y="4956896"/>
                  </a:lnTo>
                  <a:lnTo>
                    <a:pt x="778423" y="4961057"/>
                  </a:lnTo>
                  <a:lnTo>
                    <a:pt x="827024" y="4962461"/>
                  </a:lnTo>
                  <a:lnTo>
                    <a:pt x="4735449" y="4962461"/>
                  </a:lnTo>
                  <a:lnTo>
                    <a:pt x="4784050" y="4961057"/>
                  </a:lnTo>
                  <a:lnTo>
                    <a:pt x="4831911" y="4956896"/>
                  </a:lnTo>
                  <a:lnTo>
                    <a:pt x="4878956" y="4950057"/>
                  </a:lnTo>
                  <a:lnTo>
                    <a:pt x="4925105" y="4940617"/>
                  </a:lnTo>
                  <a:lnTo>
                    <a:pt x="4970283" y="4928652"/>
                  </a:lnTo>
                  <a:lnTo>
                    <a:pt x="5014411" y="4914242"/>
                  </a:lnTo>
                  <a:lnTo>
                    <a:pt x="5057411" y="4897463"/>
                  </a:lnTo>
                  <a:lnTo>
                    <a:pt x="5099207" y="4878394"/>
                  </a:lnTo>
                  <a:lnTo>
                    <a:pt x="5139720" y="4857111"/>
                  </a:lnTo>
                  <a:lnTo>
                    <a:pt x="5178873" y="4833692"/>
                  </a:lnTo>
                  <a:lnTo>
                    <a:pt x="5216588" y="4808215"/>
                  </a:lnTo>
                  <a:lnTo>
                    <a:pt x="5252788" y="4780757"/>
                  </a:lnTo>
                  <a:lnTo>
                    <a:pt x="5287395" y="4751396"/>
                  </a:lnTo>
                  <a:lnTo>
                    <a:pt x="5320331" y="4720210"/>
                  </a:lnTo>
                  <a:lnTo>
                    <a:pt x="5351520" y="4687276"/>
                  </a:lnTo>
                  <a:lnTo>
                    <a:pt x="5380882" y="4652672"/>
                  </a:lnTo>
                  <a:lnTo>
                    <a:pt x="5408342" y="4616475"/>
                  </a:lnTo>
                  <a:lnTo>
                    <a:pt x="5433821" y="4578762"/>
                  </a:lnTo>
                  <a:lnTo>
                    <a:pt x="5457242" y="4539612"/>
                  </a:lnTo>
                  <a:lnTo>
                    <a:pt x="5478526" y="4499103"/>
                  </a:lnTo>
                  <a:lnTo>
                    <a:pt x="5497597" y="4457310"/>
                  </a:lnTo>
                  <a:lnTo>
                    <a:pt x="5514377" y="4414313"/>
                  </a:lnTo>
                  <a:lnTo>
                    <a:pt x="5528789" y="4370189"/>
                  </a:lnTo>
                  <a:lnTo>
                    <a:pt x="5540754" y="4325015"/>
                  </a:lnTo>
                  <a:lnTo>
                    <a:pt x="5550195" y="4278869"/>
                  </a:lnTo>
                  <a:lnTo>
                    <a:pt x="5557035" y="4231828"/>
                  </a:lnTo>
                  <a:lnTo>
                    <a:pt x="5561195" y="4183970"/>
                  </a:lnTo>
                  <a:lnTo>
                    <a:pt x="5562600" y="4135374"/>
                  </a:lnTo>
                  <a:lnTo>
                    <a:pt x="5562600" y="827024"/>
                  </a:lnTo>
                  <a:lnTo>
                    <a:pt x="5561195" y="778423"/>
                  </a:lnTo>
                  <a:lnTo>
                    <a:pt x="5557035" y="730563"/>
                  </a:lnTo>
                  <a:lnTo>
                    <a:pt x="5550195" y="683521"/>
                  </a:lnTo>
                  <a:lnTo>
                    <a:pt x="5540754" y="637374"/>
                  </a:lnTo>
                  <a:lnTo>
                    <a:pt x="5528789" y="592200"/>
                  </a:lnTo>
                  <a:lnTo>
                    <a:pt x="5514377" y="548076"/>
                  </a:lnTo>
                  <a:lnTo>
                    <a:pt x="5497597" y="505080"/>
                  </a:lnTo>
                  <a:lnTo>
                    <a:pt x="5478526" y="463290"/>
                  </a:lnTo>
                  <a:lnTo>
                    <a:pt x="5457242" y="422783"/>
                  </a:lnTo>
                  <a:lnTo>
                    <a:pt x="5433821" y="383636"/>
                  </a:lnTo>
                  <a:lnTo>
                    <a:pt x="5408342" y="345928"/>
                  </a:lnTo>
                  <a:lnTo>
                    <a:pt x="5380882" y="309734"/>
                  </a:lnTo>
                  <a:lnTo>
                    <a:pt x="5351520" y="275134"/>
                  </a:lnTo>
                  <a:lnTo>
                    <a:pt x="5320331" y="242204"/>
                  </a:lnTo>
                  <a:lnTo>
                    <a:pt x="5287395" y="211023"/>
                  </a:lnTo>
                  <a:lnTo>
                    <a:pt x="5252788" y="181667"/>
                  </a:lnTo>
                  <a:lnTo>
                    <a:pt x="5216588" y="154213"/>
                  </a:lnTo>
                  <a:lnTo>
                    <a:pt x="5178873" y="128741"/>
                  </a:lnTo>
                  <a:lnTo>
                    <a:pt x="5139720" y="105326"/>
                  </a:lnTo>
                  <a:lnTo>
                    <a:pt x="5099207" y="84048"/>
                  </a:lnTo>
                  <a:lnTo>
                    <a:pt x="5057411" y="64982"/>
                  </a:lnTo>
                  <a:lnTo>
                    <a:pt x="5014411" y="48207"/>
                  </a:lnTo>
                  <a:lnTo>
                    <a:pt x="4970283" y="33800"/>
                  </a:lnTo>
                  <a:lnTo>
                    <a:pt x="4925105" y="21838"/>
                  </a:lnTo>
                  <a:lnTo>
                    <a:pt x="4878956" y="12400"/>
                  </a:lnTo>
                  <a:lnTo>
                    <a:pt x="4831911" y="5563"/>
                  </a:lnTo>
                  <a:lnTo>
                    <a:pt x="4784050" y="1403"/>
                  </a:lnTo>
                  <a:lnTo>
                    <a:pt x="4735449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67500" y="1157350"/>
              <a:ext cx="5562600" cy="4962525"/>
            </a:xfrm>
            <a:custGeom>
              <a:avLst/>
              <a:gdLst/>
              <a:ahLst/>
              <a:cxnLst/>
              <a:rect l="l" t="t" r="r" b="b"/>
              <a:pathLst>
                <a:path w="5562600" h="4962525">
                  <a:moveTo>
                    <a:pt x="0" y="827024"/>
                  </a:moveTo>
                  <a:lnTo>
                    <a:pt x="1403" y="778423"/>
                  </a:lnTo>
                  <a:lnTo>
                    <a:pt x="5563" y="730563"/>
                  </a:lnTo>
                  <a:lnTo>
                    <a:pt x="12400" y="683521"/>
                  </a:lnTo>
                  <a:lnTo>
                    <a:pt x="21838" y="637374"/>
                  </a:lnTo>
                  <a:lnTo>
                    <a:pt x="33800" y="592200"/>
                  </a:lnTo>
                  <a:lnTo>
                    <a:pt x="48207" y="548076"/>
                  </a:lnTo>
                  <a:lnTo>
                    <a:pt x="64982" y="505080"/>
                  </a:lnTo>
                  <a:lnTo>
                    <a:pt x="84048" y="463290"/>
                  </a:lnTo>
                  <a:lnTo>
                    <a:pt x="105326" y="422783"/>
                  </a:lnTo>
                  <a:lnTo>
                    <a:pt x="128741" y="383636"/>
                  </a:lnTo>
                  <a:lnTo>
                    <a:pt x="154213" y="345928"/>
                  </a:lnTo>
                  <a:lnTo>
                    <a:pt x="181667" y="309734"/>
                  </a:lnTo>
                  <a:lnTo>
                    <a:pt x="211023" y="275134"/>
                  </a:lnTo>
                  <a:lnTo>
                    <a:pt x="242204" y="242204"/>
                  </a:lnTo>
                  <a:lnTo>
                    <a:pt x="275134" y="211023"/>
                  </a:lnTo>
                  <a:lnTo>
                    <a:pt x="309734" y="181667"/>
                  </a:lnTo>
                  <a:lnTo>
                    <a:pt x="345928" y="154213"/>
                  </a:lnTo>
                  <a:lnTo>
                    <a:pt x="383636" y="128741"/>
                  </a:lnTo>
                  <a:lnTo>
                    <a:pt x="422783" y="105326"/>
                  </a:lnTo>
                  <a:lnTo>
                    <a:pt x="463290" y="84048"/>
                  </a:lnTo>
                  <a:lnTo>
                    <a:pt x="505080" y="64982"/>
                  </a:lnTo>
                  <a:lnTo>
                    <a:pt x="548076" y="48207"/>
                  </a:lnTo>
                  <a:lnTo>
                    <a:pt x="592200" y="33800"/>
                  </a:lnTo>
                  <a:lnTo>
                    <a:pt x="637374" y="21838"/>
                  </a:lnTo>
                  <a:lnTo>
                    <a:pt x="683521" y="12400"/>
                  </a:lnTo>
                  <a:lnTo>
                    <a:pt x="730563" y="5563"/>
                  </a:lnTo>
                  <a:lnTo>
                    <a:pt x="778423" y="1403"/>
                  </a:lnTo>
                  <a:lnTo>
                    <a:pt x="827024" y="0"/>
                  </a:lnTo>
                  <a:lnTo>
                    <a:pt x="4735449" y="0"/>
                  </a:lnTo>
                  <a:lnTo>
                    <a:pt x="4784050" y="1403"/>
                  </a:lnTo>
                  <a:lnTo>
                    <a:pt x="4831911" y="5563"/>
                  </a:lnTo>
                  <a:lnTo>
                    <a:pt x="4878956" y="12400"/>
                  </a:lnTo>
                  <a:lnTo>
                    <a:pt x="4925105" y="21838"/>
                  </a:lnTo>
                  <a:lnTo>
                    <a:pt x="4970283" y="33800"/>
                  </a:lnTo>
                  <a:lnTo>
                    <a:pt x="5014411" y="48207"/>
                  </a:lnTo>
                  <a:lnTo>
                    <a:pt x="5057411" y="64982"/>
                  </a:lnTo>
                  <a:lnTo>
                    <a:pt x="5099207" y="84048"/>
                  </a:lnTo>
                  <a:lnTo>
                    <a:pt x="5139720" y="105326"/>
                  </a:lnTo>
                  <a:lnTo>
                    <a:pt x="5178873" y="128741"/>
                  </a:lnTo>
                  <a:lnTo>
                    <a:pt x="5216588" y="154213"/>
                  </a:lnTo>
                  <a:lnTo>
                    <a:pt x="5252788" y="181667"/>
                  </a:lnTo>
                  <a:lnTo>
                    <a:pt x="5287395" y="211023"/>
                  </a:lnTo>
                  <a:lnTo>
                    <a:pt x="5320331" y="242204"/>
                  </a:lnTo>
                  <a:lnTo>
                    <a:pt x="5351520" y="275134"/>
                  </a:lnTo>
                  <a:lnTo>
                    <a:pt x="5380882" y="309734"/>
                  </a:lnTo>
                  <a:lnTo>
                    <a:pt x="5408342" y="345928"/>
                  </a:lnTo>
                  <a:lnTo>
                    <a:pt x="5433821" y="383636"/>
                  </a:lnTo>
                  <a:lnTo>
                    <a:pt x="5457242" y="422783"/>
                  </a:lnTo>
                  <a:lnTo>
                    <a:pt x="5478526" y="463290"/>
                  </a:lnTo>
                  <a:lnTo>
                    <a:pt x="5497597" y="505080"/>
                  </a:lnTo>
                  <a:lnTo>
                    <a:pt x="5514377" y="548076"/>
                  </a:lnTo>
                  <a:lnTo>
                    <a:pt x="5528789" y="592200"/>
                  </a:lnTo>
                  <a:lnTo>
                    <a:pt x="5540754" y="637374"/>
                  </a:lnTo>
                  <a:lnTo>
                    <a:pt x="5550195" y="683521"/>
                  </a:lnTo>
                  <a:lnTo>
                    <a:pt x="5557035" y="730563"/>
                  </a:lnTo>
                  <a:lnTo>
                    <a:pt x="5561195" y="778423"/>
                  </a:lnTo>
                  <a:lnTo>
                    <a:pt x="5562600" y="827024"/>
                  </a:lnTo>
                  <a:lnTo>
                    <a:pt x="5562600" y="4135374"/>
                  </a:lnTo>
                  <a:lnTo>
                    <a:pt x="5561195" y="4183970"/>
                  </a:lnTo>
                  <a:lnTo>
                    <a:pt x="5557035" y="4231828"/>
                  </a:lnTo>
                  <a:lnTo>
                    <a:pt x="5550195" y="4278869"/>
                  </a:lnTo>
                  <a:lnTo>
                    <a:pt x="5540754" y="4325015"/>
                  </a:lnTo>
                  <a:lnTo>
                    <a:pt x="5528789" y="4370189"/>
                  </a:lnTo>
                  <a:lnTo>
                    <a:pt x="5514377" y="4414313"/>
                  </a:lnTo>
                  <a:lnTo>
                    <a:pt x="5497597" y="4457310"/>
                  </a:lnTo>
                  <a:lnTo>
                    <a:pt x="5478526" y="4499103"/>
                  </a:lnTo>
                  <a:lnTo>
                    <a:pt x="5457242" y="4539612"/>
                  </a:lnTo>
                  <a:lnTo>
                    <a:pt x="5433821" y="4578762"/>
                  </a:lnTo>
                  <a:lnTo>
                    <a:pt x="5408342" y="4616475"/>
                  </a:lnTo>
                  <a:lnTo>
                    <a:pt x="5380882" y="4652672"/>
                  </a:lnTo>
                  <a:lnTo>
                    <a:pt x="5351520" y="4687276"/>
                  </a:lnTo>
                  <a:lnTo>
                    <a:pt x="5320331" y="4720210"/>
                  </a:lnTo>
                  <a:lnTo>
                    <a:pt x="5287395" y="4751396"/>
                  </a:lnTo>
                  <a:lnTo>
                    <a:pt x="5252788" y="4780757"/>
                  </a:lnTo>
                  <a:lnTo>
                    <a:pt x="5216588" y="4808215"/>
                  </a:lnTo>
                  <a:lnTo>
                    <a:pt x="5178873" y="4833692"/>
                  </a:lnTo>
                  <a:lnTo>
                    <a:pt x="5139720" y="4857111"/>
                  </a:lnTo>
                  <a:lnTo>
                    <a:pt x="5099207" y="4878394"/>
                  </a:lnTo>
                  <a:lnTo>
                    <a:pt x="5057411" y="4897463"/>
                  </a:lnTo>
                  <a:lnTo>
                    <a:pt x="5014411" y="4914242"/>
                  </a:lnTo>
                  <a:lnTo>
                    <a:pt x="4970283" y="4928652"/>
                  </a:lnTo>
                  <a:lnTo>
                    <a:pt x="4925105" y="4940617"/>
                  </a:lnTo>
                  <a:lnTo>
                    <a:pt x="4878956" y="4950057"/>
                  </a:lnTo>
                  <a:lnTo>
                    <a:pt x="4831911" y="4956896"/>
                  </a:lnTo>
                  <a:lnTo>
                    <a:pt x="4784050" y="4961057"/>
                  </a:lnTo>
                  <a:lnTo>
                    <a:pt x="4735449" y="4962461"/>
                  </a:lnTo>
                  <a:lnTo>
                    <a:pt x="827024" y="4962461"/>
                  </a:lnTo>
                  <a:lnTo>
                    <a:pt x="778423" y="4961057"/>
                  </a:lnTo>
                  <a:lnTo>
                    <a:pt x="730563" y="4956896"/>
                  </a:lnTo>
                  <a:lnTo>
                    <a:pt x="683521" y="4950057"/>
                  </a:lnTo>
                  <a:lnTo>
                    <a:pt x="637374" y="4940617"/>
                  </a:lnTo>
                  <a:lnTo>
                    <a:pt x="592200" y="4928652"/>
                  </a:lnTo>
                  <a:lnTo>
                    <a:pt x="548076" y="4914242"/>
                  </a:lnTo>
                  <a:lnTo>
                    <a:pt x="505080" y="4897463"/>
                  </a:lnTo>
                  <a:lnTo>
                    <a:pt x="463290" y="4878394"/>
                  </a:lnTo>
                  <a:lnTo>
                    <a:pt x="422783" y="4857111"/>
                  </a:lnTo>
                  <a:lnTo>
                    <a:pt x="383636" y="4833692"/>
                  </a:lnTo>
                  <a:lnTo>
                    <a:pt x="345928" y="4808215"/>
                  </a:lnTo>
                  <a:lnTo>
                    <a:pt x="309734" y="4780757"/>
                  </a:lnTo>
                  <a:lnTo>
                    <a:pt x="275134" y="4751396"/>
                  </a:lnTo>
                  <a:lnTo>
                    <a:pt x="242204" y="4720210"/>
                  </a:lnTo>
                  <a:lnTo>
                    <a:pt x="211023" y="4687276"/>
                  </a:lnTo>
                  <a:lnTo>
                    <a:pt x="181667" y="4652672"/>
                  </a:lnTo>
                  <a:lnTo>
                    <a:pt x="154213" y="4616475"/>
                  </a:lnTo>
                  <a:lnTo>
                    <a:pt x="128741" y="4578762"/>
                  </a:lnTo>
                  <a:lnTo>
                    <a:pt x="105326" y="4539612"/>
                  </a:lnTo>
                  <a:lnTo>
                    <a:pt x="84048" y="4499103"/>
                  </a:lnTo>
                  <a:lnTo>
                    <a:pt x="64982" y="4457310"/>
                  </a:lnTo>
                  <a:lnTo>
                    <a:pt x="48207" y="4414313"/>
                  </a:lnTo>
                  <a:lnTo>
                    <a:pt x="33800" y="4370189"/>
                  </a:lnTo>
                  <a:lnTo>
                    <a:pt x="21838" y="4325015"/>
                  </a:lnTo>
                  <a:lnTo>
                    <a:pt x="12400" y="4278869"/>
                  </a:lnTo>
                  <a:lnTo>
                    <a:pt x="5563" y="4231828"/>
                  </a:lnTo>
                  <a:lnTo>
                    <a:pt x="1403" y="4183970"/>
                  </a:lnTo>
                  <a:lnTo>
                    <a:pt x="0" y="4135374"/>
                  </a:lnTo>
                  <a:lnTo>
                    <a:pt x="0" y="82702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age_54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3275" y="1190624"/>
              <a:ext cx="3581400" cy="4886325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574802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DFD</a:t>
            </a:r>
            <a:r>
              <a:rPr dirty="0" spc="-305"/>
              <a:t> </a:t>
            </a:r>
            <a:r>
              <a:rPr dirty="0" spc="-145"/>
              <a:t>Level</a:t>
            </a:r>
            <a:r>
              <a:rPr dirty="0" spc="-265"/>
              <a:t> </a:t>
            </a:r>
            <a:r>
              <a:rPr dirty="0" spc="-135"/>
              <a:t>2</a:t>
            </a:r>
            <a:r>
              <a:rPr dirty="0" spc="-270"/>
              <a:t> </a:t>
            </a:r>
            <a:r>
              <a:rPr dirty="0" spc="495"/>
              <a:t>—</a:t>
            </a:r>
            <a:r>
              <a:rPr dirty="0" spc="-265"/>
              <a:t> </a:t>
            </a:r>
            <a:r>
              <a:rPr dirty="0" spc="-105"/>
              <a:t>System,</a:t>
            </a:r>
            <a:r>
              <a:rPr dirty="0" spc="-225"/>
              <a:t> </a:t>
            </a:r>
            <a:r>
              <a:rPr dirty="0" spc="-110"/>
              <a:t>Reports</a:t>
            </a:r>
            <a:r>
              <a:rPr dirty="0" spc="-305"/>
              <a:t> </a:t>
            </a:r>
            <a:r>
              <a:rPr dirty="0" spc="600"/>
              <a:t>s</a:t>
            </a:r>
            <a:r>
              <a:rPr dirty="0" spc="-240"/>
              <a:t> </a:t>
            </a:r>
            <a:r>
              <a:rPr dirty="0" spc="-80"/>
              <a:t>Audit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51682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6.0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supports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administration,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reporting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management.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981011"/>
            <a:ext cx="11206480" cy="5596890"/>
            <a:chOff x="476238" y="981011"/>
            <a:chExt cx="11206480" cy="55968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100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775" y="981011"/>
              <a:ext cx="10482326" cy="55388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8687" y="1024001"/>
              <a:ext cx="10363835" cy="5419725"/>
            </a:xfrm>
            <a:custGeom>
              <a:avLst/>
              <a:gdLst/>
              <a:ahLst/>
              <a:cxnLst/>
              <a:rect l="l" t="t" r="r" b="b"/>
              <a:pathLst>
                <a:path w="10363835" h="5419725">
                  <a:moveTo>
                    <a:pt x="9459912" y="0"/>
                  </a:moveTo>
                  <a:lnTo>
                    <a:pt x="903287" y="0"/>
                  </a:lnTo>
                  <a:lnTo>
                    <a:pt x="855316" y="1251"/>
                  </a:lnTo>
                  <a:lnTo>
                    <a:pt x="807997" y="4966"/>
                  </a:lnTo>
                  <a:lnTo>
                    <a:pt x="761392" y="11080"/>
                  </a:lnTo>
                  <a:lnTo>
                    <a:pt x="715564" y="19531"/>
                  </a:lnTo>
                  <a:lnTo>
                    <a:pt x="670575" y="30258"/>
                  </a:lnTo>
                  <a:lnTo>
                    <a:pt x="626488" y="43197"/>
                  </a:lnTo>
                  <a:lnTo>
                    <a:pt x="583365" y="58286"/>
                  </a:lnTo>
                  <a:lnTo>
                    <a:pt x="541269" y="75463"/>
                  </a:lnTo>
                  <a:lnTo>
                    <a:pt x="500262" y="94666"/>
                  </a:lnTo>
                  <a:lnTo>
                    <a:pt x="460406" y="115831"/>
                  </a:lnTo>
                  <a:lnTo>
                    <a:pt x="421764" y="138897"/>
                  </a:lnTo>
                  <a:lnTo>
                    <a:pt x="384399" y="163801"/>
                  </a:lnTo>
                  <a:lnTo>
                    <a:pt x="348372" y="190481"/>
                  </a:lnTo>
                  <a:lnTo>
                    <a:pt x="313747" y="218875"/>
                  </a:lnTo>
                  <a:lnTo>
                    <a:pt x="280585" y="248919"/>
                  </a:lnTo>
                  <a:lnTo>
                    <a:pt x="248949" y="280552"/>
                  </a:lnTo>
                  <a:lnTo>
                    <a:pt x="218902" y="313710"/>
                  </a:lnTo>
                  <a:lnTo>
                    <a:pt x="190506" y="348333"/>
                  </a:lnTo>
                  <a:lnTo>
                    <a:pt x="163823" y="384357"/>
                  </a:lnTo>
                  <a:lnTo>
                    <a:pt x="138916" y="421719"/>
                  </a:lnTo>
                  <a:lnTo>
                    <a:pt x="115847" y="460358"/>
                  </a:lnTo>
                  <a:lnTo>
                    <a:pt x="94679" y="500211"/>
                  </a:lnTo>
                  <a:lnTo>
                    <a:pt x="75474" y="541216"/>
                  </a:lnTo>
                  <a:lnTo>
                    <a:pt x="58294" y="583310"/>
                  </a:lnTo>
                  <a:lnTo>
                    <a:pt x="43203" y="626431"/>
                  </a:lnTo>
                  <a:lnTo>
                    <a:pt x="30262" y="670516"/>
                  </a:lnTo>
                  <a:lnTo>
                    <a:pt x="19534" y="715503"/>
                  </a:lnTo>
                  <a:lnTo>
                    <a:pt x="11081" y="761330"/>
                  </a:lnTo>
                  <a:lnTo>
                    <a:pt x="4966" y="807934"/>
                  </a:lnTo>
                  <a:lnTo>
                    <a:pt x="1252" y="855252"/>
                  </a:lnTo>
                  <a:lnTo>
                    <a:pt x="0" y="903224"/>
                  </a:lnTo>
                  <a:lnTo>
                    <a:pt x="0" y="4516374"/>
                  </a:lnTo>
                  <a:lnTo>
                    <a:pt x="1252" y="4564346"/>
                  </a:lnTo>
                  <a:lnTo>
                    <a:pt x="4966" y="4611666"/>
                  </a:lnTo>
                  <a:lnTo>
                    <a:pt x="11081" y="4658272"/>
                  </a:lnTo>
                  <a:lnTo>
                    <a:pt x="19534" y="4704100"/>
                  </a:lnTo>
                  <a:lnTo>
                    <a:pt x="30262" y="4749090"/>
                  </a:lnTo>
                  <a:lnTo>
                    <a:pt x="43203" y="4793177"/>
                  </a:lnTo>
                  <a:lnTo>
                    <a:pt x="58294" y="4836300"/>
                  </a:lnTo>
                  <a:lnTo>
                    <a:pt x="75474" y="4878397"/>
                  </a:lnTo>
                  <a:lnTo>
                    <a:pt x="94679" y="4919404"/>
                  </a:lnTo>
                  <a:lnTo>
                    <a:pt x="115847" y="4959260"/>
                  </a:lnTo>
                  <a:lnTo>
                    <a:pt x="138916" y="4997902"/>
                  </a:lnTo>
                  <a:lnTo>
                    <a:pt x="163823" y="5035267"/>
                  </a:lnTo>
                  <a:lnTo>
                    <a:pt x="190506" y="5071294"/>
                  </a:lnTo>
                  <a:lnTo>
                    <a:pt x="218902" y="5105919"/>
                  </a:lnTo>
                  <a:lnTo>
                    <a:pt x="248949" y="5139081"/>
                  </a:lnTo>
                  <a:lnTo>
                    <a:pt x="280585" y="5170716"/>
                  </a:lnTo>
                  <a:lnTo>
                    <a:pt x="313747" y="5200763"/>
                  </a:lnTo>
                  <a:lnTo>
                    <a:pt x="348372" y="5229159"/>
                  </a:lnTo>
                  <a:lnTo>
                    <a:pt x="384399" y="5255841"/>
                  </a:lnTo>
                  <a:lnTo>
                    <a:pt x="421764" y="5280748"/>
                  </a:lnTo>
                  <a:lnTo>
                    <a:pt x="460406" y="5303816"/>
                  </a:lnTo>
                  <a:lnTo>
                    <a:pt x="500262" y="5324984"/>
                  </a:lnTo>
                  <a:lnTo>
                    <a:pt x="541269" y="5344189"/>
                  </a:lnTo>
                  <a:lnTo>
                    <a:pt x="583365" y="5361368"/>
                  </a:lnTo>
                  <a:lnTo>
                    <a:pt x="626488" y="5376459"/>
                  </a:lnTo>
                  <a:lnTo>
                    <a:pt x="670575" y="5389399"/>
                  </a:lnTo>
                  <a:lnTo>
                    <a:pt x="715564" y="5400127"/>
                  </a:lnTo>
                  <a:lnTo>
                    <a:pt x="761392" y="5408579"/>
                  </a:lnTo>
                  <a:lnTo>
                    <a:pt x="807997" y="5414694"/>
                  </a:lnTo>
                  <a:lnTo>
                    <a:pt x="855316" y="5418409"/>
                  </a:lnTo>
                  <a:lnTo>
                    <a:pt x="903287" y="5419661"/>
                  </a:lnTo>
                  <a:lnTo>
                    <a:pt x="9459912" y="5419661"/>
                  </a:lnTo>
                  <a:lnTo>
                    <a:pt x="9507883" y="5418409"/>
                  </a:lnTo>
                  <a:lnTo>
                    <a:pt x="9555203" y="5414694"/>
                  </a:lnTo>
                  <a:lnTo>
                    <a:pt x="9601809" y="5408579"/>
                  </a:lnTo>
                  <a:lnTo>
                    <a:pt x="9647638" y="5400127"/>
                  </a:lnTo>
                  <a:lnTo>
                    <a:pt x="9692628" y="5389399"/>
                  </a:lnTo>
                  <a:lnTo>
                    <a:pt x="9736717" y="5376459"/>
                  </a:lnTo>
                  <a:lnTo>
                    <a:pt x="9779842" y="5361368"/>
                  </a:lnTo>
                  <a:lnTo>
                    <a:pt x="9821940" y="5344189"/>
                  </a:lnTo>
                  <a:lnTo>
                    <a:pt x="9862950" y="5324984"/>
                  </a:lnTo>
                  <a:lnTo>
                    <a:pt x="9902808" y="5303816"/>
                  </a:lnTo>
                  <a:lnTo>
                    <a:pt x="9941453" y="5280748"/>
                  </a:lnTo>
                  <a:lnTo>
                    <a:pt x="9978821" y="5255841"/>
                  </a:lnTo>
                  <a:lnTo>
                    <a:pt x="10014851" y="5229159"/>
                  </a:lnTo>
                  <a:lnTo>
                    <a:pt x="10049480" y="5200763"/>
                  </a:lnTo>
                  <a:lnTo>
                    <a:pt x="10082644" y="5170716"/>
                  </a:lnTo>
                  <a:lnTo>
                    <a:pt x="10114283" y="5139081"/>
                  </a:lnTo>
                  <a:lnTo>
                    <a:pt x="10144334" y="5105919"/>
                  </a:lnTo>
                  <a:lnTo>
                    <a:pt x="10172733" y="5071294"/>
                  </a:lnTo>
                  <a:lnTo>
                    <a:pt x="10199419" y="5035267"/>
                  </a:lnTo>
                  <a:lnTo>
                    <a:pt x="10224329" y="4997902"/>
                  </a:lnTo>
                  <a:lnTo>
                    <a:pt x="10247400" y="4959260"/>
                  </a:lnTo>
                  <a:lnTo>
                    <a:pt x="10268571" y="4919404"/>
                  </a:lnTo>
                  <a:lnTo>
                    <a:pt x="10287778" y="4878397"/>
                  </a:lnTo>
                  <a:lnTo>
                    <a:pt x="10304960" y="4836300"/>
                  </a:lnTo>
                  <a:lnTo>
                    <a:pt x="10320053" y="4793177"/>
                  </a:lnTo>
                  <a:lnTo>
                    <a:pt x="10332996" y="4749090"/>
                  </a:lnTo>
                  <a:lnTo>
                    <a:pt x="10343726" y="4704100"/>
                  </a:lnTo>
                  <a:lnTo>
                    <a:pt x="10352179" y="4658272"/>
                  </a:lnTo>
                  <a:lnTo>
                    <a:pt x="10358295" y="4611666"/>
                  </a:lnTo>
                  <a:lnTo>
                    <a:pt x="10362011" y="4564346"/>
                  </a:lnTo>
                  <a:lnTo>
                    <a:pt x="10363263" y="4516374"/>
                  </a:lnTo>
                  <a:lnTo>
                    <a:pt x="10363263" y="903224"/>
                  </a:lnTo>
                  <a:lnTo>
                    <a:pt x="10362011" y="855252"/>
                  </a:lnTo>
                  <a:lnTo>
                    <a:pt x="10358295" y="807934"/>
                  </a:lnTo>
                  <a:lnTo>
                    <a:pt x="10352179" y="761330"/>
                  </a:lnTo>
                  <a:lnTo>
                    <a:pt x="10343726" y="715503"/>
                  </a:lnTo>
                  <a:lnTo>
                    <a:pt x="10332996" y="670516"/>
                  </a:lnTo>
                  <a:lnTo>
                    <a:pt x="10320053" y="626431"/>
                  </a:lnTo>
                  <a:lnTo>
                    <a:pt x="10304960" y="583310"/>
                  </a:lnTo>
                  <a:lnTo>
                    <a:pt x="10287778" y="541216"/>
                  </a:lnTo>
                  <a:lnTo>
                    <a:pt x="10268571" y="500211"/>
                  </a:lnTo>
                  <a:lnTo>
                    <a:pt x="10247400" y="460358"/>
                  </a:lnTo>
                  <a:lnTo>
                    <a:pt x="10224329" y="421719"/>
                  </a:lnTo>
                  <a:lnTo>
                    <a:pt x="10199419" y="384357"/>
                  </a:lnTo>
                  <a:lnTo>
                    <a:pt x="10172733" y="348333"/>
                  </a:lnTo>
                  <a:lnTo>
                    <a:pt x="10144334" y="313710"/>
                  </a:lnTo>
                  <a:lnTo>
                    <a:pt x="10114283" y="280552"/>
                  </a:lnTo>
                  <a:lnTo>
                    <a:pt x="10082644" y="248919"/>
                  </a:lnTo>
                  <a:lnTo>
                    <a:pt x="10049480" y="218875"/>
                  </a:lnTo>
                  <a:lnTo>
                    <a:pt x="10014851" y="190481"/>
                  </a:lnTo>
                  <a:lnTo>
                    <a:pt x="9978821" y="163801"/>
                  </a:lnTo>
                  <a:lnTo>
                    <a:pt x="9941453" y="138897"/>
                  </a:lnTo>
                  <a:lnTo>
                    <a:pt x="9902808" y="115831"/>
                  </a:lnTo>
                  <a:lnTo>
                    <a:pt x="9862950" y="94666"/>
                  </a:lnTo>
                  <a:lnTo>
                    <a:pt x="9821940" y="75463"/>
                  </a:lnTo>
                  <a:lnTo>
                    <a:pt x="9779842" y="58286"/>
                  </a:lnTo>
                  <a:lnTo>
                    <a:pt x="9736717" y="43197"/>
                  </a:lnTo>
                  <a:lnTo>
                    <a:pt x="9692628" y="30258"/>
                  </a:lnTo>
                  <a:lnTo>
                    <a:pt x="9647638" y="19531"/>
                  </a:lnTo>
                  <a:lnTo>
                    <a:pt x="9601809" y="11080"/>
                  </a:lnTo>
                  <a:lnTo>
                    <a:pt x="9555203" y="4966"/>
                  </a:lnTo>
                  <a:lnTo>
                    <a:pt x="9507883" y="1251"/>
                  </a:lnTo>
                  <a:lnTo>
                    <a:pt x="9459912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28687" y="1024001"/>
              <a:ext cx="10363835" cy="5419725"/>
            </a:xfrm>
            <a:custGeom>
              <a:avLst/>
              <a:gdLst/>
              <a:ahLst/>
              <a:cxnLst/>
              <a:rect l="l" t="t" r="r" b="b"/>
              <a:pathLst>
                <a:path w="10363835" h="5419725">
                  <a:moveTo>
                    <a:pt x="0" y="903224"/>
                  </a:moveTo>
                  <a:lnTo>
                    <a:pt x="1252" y="855252"/>
                  </a:lnTo>
                  <a:lnTo>
                    <a:pt x="4966" y="807934"/>
                  </a:lnTo>
                  <a:lnTo>
                    <a:pt x="11081" y="761330"/>
                  </a:lnTo>
                  <a:lnTo>
                    <a:pt x="19534" y="715503"/>
                  </a:lnTo>
                  <a:lnTo>
                    <a:pt x="30262" y="670516"/>
                  </a:lnTo>
                  <a:lnTo>
                    <a:pt x="43203" y="626431"/>
                  </a:lnTo>
                  <a:lnTo>
                    <a:pt x="58294" y="583310"/>
                  </a:lnTo>
                  <a:lnTo>
                    <a:pt x="75474" y="541216"/>
                  </a:lnTo>
                  <a:lnTo>
                    <a:pt x="94679" y="500211"/>
                  </a:lnTo>
                  <a:lnTo>
                    <a:pt x="115847" y="460358"/>
                  </a:lnTo>
                  <a:lnTo>
                    <a:pt x="138916" y="421719"/>
                  </a:lnTo>
                  <a:lnTo>
                    <a:pt x="163823" y="384357"/>
                  </a:lnTo>
                  <a:lnTo>
                    <a:pt x="190506" y="348333"/>
                  </a:lnTo>
                  <a:lnTo>
                    <a:pt x="218902" y="313710"/>
                  </a:lnTo>
                  <a:lnTo>
                    <a:pt x="248949" y="280552"/>
                  </a:lnTo>
                  <a:lnTo>
                    <a:pt x="280585" y="248919"/>
                  </a:lnTo>
                  <a:lnTo>
                    <a:pt x="313747" y="218875"/>
                  </a:lnTo>
                  <a:lnTo>
                    <a:pt x="348372" y="190481"/>
                  </a:lnTo>
                  <a:lnTo>
                    <a:pt x="384399" y="163801"/>
                  </a:lnTo>
                  <a:lnTo>
                    <a:pt x="421764" y="138897"/>
                  </a:lnTo>
                  <a:lnTo>
                    <a:pt x="460406" y="115831"/>
                  </a:lnTo>
                  <a:lnTo>
                    <a:pt x="500262" y="94666"/>
                  </a:lnTo>
                  <a:lnTo>
                    <a:pt x="541269" y="75463"/>
                  </a:lnTo>
                  <a:lnTo>
                    <a:pt x="583365" y="58286"/>
                  </a:lnTo>
                  <a:lnTo>
                    <a:pt x="626488" y="43197"/>
                  </a:lnTo>
                  <a:lnTo>
                    <a:pt x="670575" y="30258"/>
                  </a:lnTo>
                  <a:lnTo>
                    <a:pt x="715564" y="19531"/>
                  </a:lnTo>
                  <a:lnTo>
                    <a:pt x="761392" y="11080"/>
                  </a:lnTo>
                  <a:lnTo>
                    <a:pt x="807997" y="4966"/>
                  </a:lnTo>
                  <a:lnTo>
                    <a:pt x="855316" y="1251"/>
                  </a:lnTo>
                  <a:lnTo>
                    <a:pt x="903287" y="0"/>
                  </a:lnTo>
                  <a:lnTo>
                    <a:pt x="9459912" y="0"/>
                  </a:lnTo>
                  <a:lnTo>
                    <a:pt x="9507883" y="1251"/>
                  </a:lnTo>
                  <a:lnTo>
                    <a:pt x="9555203" y="4966"/>
                  </a:lnTo>
                  <a:lnTo>
                    <a:pt x="9601809" y="11080"/>
                  </a:lnTo>
                  <a:lnTo>
                    <a:pt x="9647638" y="19531"/>
                  </a:lnTo>
                  <a:lnTo>
                    <a:pt x="9692628" y="30258"/>
                  </a:lnTo>
                  <a:lnTo>
                    <a:pt x="9736717" y="43197"/>
                  </a:lnTo>
                  <a:lnTo>
                    <a:pt x="9779842" y="58286"/>
                  </a:lnTo>
                  <a:lnTo>
                    <a:pt x="9821940" y="75463"/>
                  </a:lnTo>
                  <a:lnTo>
                    <a:pt x="9862950" y="94666"/>
                  </a:lnTo>
                  <a:lnTo>
                    <a:pt x="9902808" y="115831"/>
                  </a:lnTo>
                  <a:lnTo>
                    <a:pt x="9941453" y="138897"/>
                  </a:lnTo>
                  <a:lnTo>
                    <a:pt x="9978821" y="163801"/>
                  </a:lnTo>
                  <a:lnTo>
                    <a:pt x="10014851" y="190481"/>
                  </a:lnTo>
                  <a:lnTo>
                    <a:pt x="10049480" y="218875"/>
                  </a:lnTo>
                  <a:lnTo>
                    <a:pt x="10082644" y="248919"/>
                  </a:lnTo>
                  <a:lnTo>
                    <a:pt x="10114283" y="280552"/>
                  </a:lnTo>
                  <a:lnTo>
                    <a:pt x="10144334" y="313710"/>
                  </a:lnTo>
                  <a:lnTo>
                    <a:pt x="10172733" y="348333"/>
                  </a:lnTo>
                  <a:lnTo>
                    <a:pt x="10199419" y="384357"/>
                  </a:lnTo>
                  <a:lnTo>
                    <a:pt x="10224329" y="421719"/>
                  </a:lnTo>
                  <a:lnTo>
                    <a:pt x="10247400" y="460358"/>
                  </a:lnTo>
                  <a:lnTo>
                    <a:pt x="10268571" y="500211"/>
                  </a:lnTo>
                  <a:lnTo>
                    <a:pt x="10287778" y="541216"/>
                  </a:lnTo>
                  <a:lnTo>
                    <a:pt x="10304960" y="583310"/>
                  </a:lnTo>
                  <a:lnTo>
                    <a:pt x="10320053" y="626431"/>
                  </a:lnTo>
                  <a:lnTo>
                    <a:pt x="10332996" y="670516"/>
                  </a:lnTo>
                  <a:lnTo>
                    <a:pt x="10343726" y="715503"/>
                  </a:lnTo>
                  <a:lnTo>
                    <a:pt x="10352179" y="761330"/>
                  </a:lnTo>
                  <a:lnTo>
                    <a:pt x="10358295" y="807934"/>
                  </a:lnTo>
                  <a:lnTo>
                    <a:pt x="10362011" y="855252"/>
                  </a:lnTo>
                  <a:lnTo>
                    <a:pt x="10363263" y="903224"/>
                  </a:lnTo>
                  <a:lnTo>
                    <a:pt x="10363263" y="4516374"/>
                  </a:lnTo>
                  <a:lnTo>
                    <a:pt x="10362011" y="4564346"/>
                  </a:lnTo>
                  <a:lnTo>
                    <a:pt x="10358295" y="4611666"/>
                  </a:lnTo>
                  <a:lnTo>
                    <a:pt x="10352179" y="4658272"/>
                  </a:lnTo>
                  <a:lnTo>
                    <a:pt x="10343726" y="4704100"/>
                  </a:lnTo>
                  <a:lnTo>
                    <a:pt x="10332996" y="4749090"/>
                  </a:lnTo>
                  <a:lnTo>
                    <a:pt x="10320053" y="4793177"/>
                  </a:lnTo>
                  <a:lnTo>
                    <a:pt x="10304960" y="4836300"/>
                  </a:lnTo>
                  <a:lnTo>
                    <a:pt x="10287778" y="4878397"/>
                  </a:lnTo>
                  <a:lnTo>
                    <a:pt x="10268571" y="4919404"/>
                  </a:lnTo>
                  <a:lnTo>
                    <a:pt x="10247400" y="4959260"/>
                  </a:lnTo>
                  <a:lnTo>
                    <a:pt x="10224329" y="4997902"/>
                  </a:lnTo>
                  <a:lnTo>
                    <a:pt x="10199419" y="5035267"/>
                  </a:lnTo>
                  <a:lnTo>
                    <a:pt x="10172733" y="5071294"/>
                  </a:lnTo>
                  <a:lnTo>
                    <a:pt x="10144334" y="5105919"/>
                  </a:lnTo>
                  <a:lnTo>
                    <a:pt x="10114283" y="5139081"/>
                  </a:lnTo>
                  <a:lnTo>
                    <a:pt x="10082644" y="5170716"/>
                  </a:lnTo>
                  <a:lnTo>
                    <a:pt x="10049480" y="5200763"/>
                  </a:lnTo>
                  <a:lnTo>
                    <a:pt x="10014851" y="5229159"/>
                  </a:lnTo>
                  <a:lnTo>
                    <a:pt x="9978821" y="5255841"/>
                  </a:lnTo>
                  <a:lnTo>
                    <a:pt x="9941453" y="5280748"/>
                  </a:lnTo>
                  <a:lnTo>
                    <a:pt x="9902808" y="5303816"/>
                  </a:lnTo>
                  <a:lnTo>
                    <a:pt x="9862950" y="5324984"/>
                  </a:lnTo>
                  <a:lnTo>
                    <a:pt x="9821940" y="5344189"/>
                  </a:lnTo>
                  <a:lnTo>
                    <a:pt x="9779842" y="5361368"/>
                  </a:lnTo>
                  <a:lnTo>
                    <a:pt x="9736717" y="5376459"/>
                  </a:lnTo>
                  <a:lnTo>
                    <a:pt x="9692628" y="5389399"/>
                  </a:lnTo>
                  <a:lnTo>
                    <a:pt x="9647638" y="5400127"/>
                  </a:lnTo>
                  <a:lnTo>
                    <a:pt x="9601809" y="5408579"/>
                  </a:lnTo>
                  <a:lnTo>
                    <a:pt x="9555203" y="5414694"/>
                  </a:lnTo>
                  <a:lnTo>
                    <a:pt x="9507883" y="5418409"/>
                  </a:lnTo>
                  <a:lnTo>
                    <a:pt x="9459912" y="5419661"/>
                  </a:lnTo>
                  <a:lnTo>
                    <a:pt x="903287" y="5419661"/>
                  </a:lnTo>
                  <a:lnTo>
                    <a:pt x="855316" y="5418409"/>
                  </a:lnTo>
                  <a:lnTo>
                    <a:pt x="807997" y="5414694"/>
                  </a:lnTo>
                  <a:lnTo>
                    <a:pt x="761392" y="5408579"/>
                  </a:lnTo>
                  <a:lnTo>
                    <a:pt x="715564" y="5400127"/>
                  </a:lnTo>
                  <a:lnTo>
                    <a:pt x="670575" y="5389399"/>
                  </a:lnTo>
                  <a:lnTo>
                    <a:pt x="626488" y="5376459"/>
                  </a:lnTo>
                  <a:lnTo>
                    <a:pt x="583365" y="5361368"/>
                  </a:lnTo>
                  <a:lnTo>
                    <a:pt x="541269" y="5344189"/>
                  </a:lnTo>
                  <a:lnTo>
                    <a:pt x="500262" y="5324984"/>
                  </a:lnTo>
                  <a:lnTo>
                    <a:pt x="460406" y="5303816"/>
                  </a:lnTo>
                  <a:lnTo>
                    <a:pt x="421764" y="5280748"/>
                  </a:lnTo>
                  <a:lnTo>
                    <a:pt x="384399" y="5255841"/>
                  </a:lnTo>
                  <a:lnTo>
                    <a:pt x="348372" y="5229159"/>
                  </a:lnTo>
                  <a:lnTo>
                    <a:pt x="313747" y="5200763"/>
                  </a:lnTo>
                  <a:lnTo>
                    <a:pt x="280585" y="5170716"/>
                  </a:lnTo>
                  <a:lnTo>
                    <a:pt x="248949" y="5139081"/>
                  </a:lnTo>
                  <a:lnTo>
                    <a:pt x="218902" y="5105919"/>
                  </a:lnTo>
                  <a:lnTo>
                    <a:pt x="190506" y="5071294"/>
                  </a:lnTo>
                  <a:lnTo>
                    <a:pt x="163823" y="5035267"/>
                  </a:lnTo>
                  <a:lnTo>
                    <a:pt x="138916" y="4997902"/>
                  </a:lnTo>
                  <a:lnTo>
                    <a:pt x="115847" y="4959260"/>
                  </a:lnTo>
                  <a:lnTo>
                    <a:pt x="94679" y="4919404"/>
                  </a:lnTo>
                  <a:lnTo>
                    <a:pt x="75474" y="4878397"/>
                  </a:lnTo>
                  <a:lnTo>
                    <a:pt x="58294" y="4836300"/>
                  </a:lnTo>
                  <a:lnTo>
                    <a:pt x="43203" y="4793177"/>
                  </a:lnTo>
                  <a:lnTo>
                    <a:pt x="30262" y="4749090"/>
                  </a:lnTo>
                  <a:lnTo>
                    <a:pt x="19534" y="4704100"/>
                  </a:lnTo>
                  <a:lnTo>
                    <a:pt x="11081" y="4658272"/>
                  </a:lnTo>
                  <a:lnTo>
                    <a:pt x="4966" y="4611666"/>
                  </a:lnTo>
                  <a:lnTo>
                    <a:pt x="1252" y="4564346"/>
                  </a:lnTo>
                  <a:lnTo>
                    <a:pt x="0" y="4516374"/>
                  </a:lnTo>
                  <a:lnTo>
                    <a:pt x="0" y="90322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page_55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3375" y="1047750"/>
              <a:ext cx="3914775" cy="535305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0"/>
              <a:t>Sequence</a:t>
            </a:r>
            <a:r>
              <a:rPr dirty="0" spc="-305"/>
              <a:t> </a:t>
            </a:r>
            <a:r>
              <a:rPr dirty="0" spc="-65"/>
              <a:t>Diagrams</a:t>
            </a:r>
            <a:r>
              <a:rPr dirty="0" spc="-260"/>
              <a:t> </a:t>
            </a:r>
            <a:r>
              <a:rPr dirty="0" spc="495"/>
              <a:t>—</a:t>
            </a:r>
            <a:r>
              <a:rPr dirty="0" spc="-254"/>
              <a:t> </a:t>
            </a:r>
            <a:r>
              <a:rPr dirty="0" spc="-75"/>
              <a:t>Six</a:t>
            </a:r>
            <a:r>
              <a:rPr dirty="0" spc="-225"/>
              <a:t> </a:t>
            </a:r>
            <a:r>
              <a:rPr dirty="0" spc="-60"/>
              <a:t>Workflows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280" y="353440"/>
            <a:ext cx="9220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SYSTEM</a:t>
            </a:r>
            <a:r>
              <a:rPr dirty="0" sz="900" spc="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MODELS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5742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references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separate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six-diagram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sequence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PDF</a:t>
            </a:r>
            <a:r>
              <a:rPr dirty="0" sz="1200" spc="-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in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project</a:t>
            </a:r>
            <a:r>
              <a:rPr dirty="0" sz="1200" spc="-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repository.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23900" y="1285747"/>
            <a:ext cx="5253355" cy="1662430"/>
            <a:chOff x="723900" y="1285747"/>
            <a:chExt cx="5253355" cy="16624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449" y="1314242"/>
              <a:ext cx="5224576" cy="16242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85812" y="1328800"/>
              <a:ext cx="5163185" cy="1552575"/>
            </a:xfrm>
            <a:custGeom>
              <a:avLst/>
              <a:gdLst/>
              <a:ahLst/>
              <a:cxnLst/>
              <a:rect l="l" t="t" r="r" b="b"/>
              <a:pathLst>
                <a:path w="5163185" h="1552575">
                  <a:moveTo>
                    <a:pt x="4903787" y="0"/>
                  </a:moveTo>
                  <a:lnTo>
                    <a:pt x="258762" y="0"/>
                  </a:lnTo>
                  <a:lnTo>
                    <a:pt x="212248" y="4168"/>
                  </a:lnTo>
                  <a:lnTo>
                    <a:pt x="168470" y="16184"/>
                  </a:lnTo>
                  <a:lnTo>
                    <a:pt x="128158" y="35320"/>
                  </a:lnTo>
                  <a:lnTo>
                    <a:pt x="92044" y="60842"/>
                  </a:lnTo>
                  <a:lnTo>
                    <a:pt x="60856" y="92022"/>
                  </a:lnTo>
                  <a:lnTo>
                    <a:pt x="35328" y="128128"/>
                  </a:lnTo>
                  <a:lnTo>
                    <a:pt x="16188" y="168430"/>
                  </a:lnTo>
                  <a:lnTo>
                    <a:pt x="4168" y="212197"/>
                  </a:lnTo>
                  <a:lnTo>
                    <a:pt x="0" y="258699"/>
                  </a:lnTo>
                  <a:lnTo>
                    <a:pt x="0" y="1293749"/>
                  </a:lnTo>
                  <a:lnTo>
                    <a:pt x="4168" y="1340254"/>
                  </a:lnTo>
                  <a:lnTo>
                    <a:pt x="16188" y="1384033"/>
                  </a:lnTo>
                  <a:lnTo>
                    <a:pt x="35328" y="1424352"/>
                  </a:lnTo>
                  <a:lnTo>
                    <a:pt x="60856" y="1460478"/>
                  </a:lnTo>
                  <a:lnTo>
                    <a:pt x="92044" y="1491679"/>
                  </a:lnTo>
                  <a:lnTo>
                    <a:pt x="128158" y="1517221"/>
                  </a:lnTo>
                  <a:lnTo>
                    <a:pt x="168470" y="1536374"/>
                  </a:lnTo>
                  <a:lnTo>
                    <a:pt x="212248" y="1548402"/>
                  </a:lnTo>
                  <a:lnTo>
                    <a:pt x="258762" y="1552575"/>
                  </a:lnTo>
                  <a:lnTo>
                    <a:pt x="4903787" y="1552575"/>
                  </a:lnTo>
                  <a:lnTo>
                    <a:pt x="4950293" y="1548402"/>
                  </a:lnTo>
                  <a:lnTo>
                    <a:pt x="4994071" y="1536374"/>
                  </a:lnTo>
                  <a:lnTo>
                    <a:pt x="5034390" y="1517221"/>
                  </a:lnTo>
                  <a:lnTo>
                    <a:pt x="5070516" y="1491679"/>
                  </a:lnTo>
                  <a:lnTo>
                    <a:pt x="5101717" y="1460478"/>
                  </a:lnTo>
                  <a:lnTo>
                    <a:pt x="5127260" y="1424352"/>
                  </a:lnTo>
                  <a:lnTo>
                    <a:pt x="5146412" y="1384033"/>
                  </a:lnTo>
                  <a:lnTo>
                    <a:pt x="5158441" y="1340254"/>
                  </a:lnTo>
                  <a:lnTo>
                    <a:pt x="5162613" y="1293749"/>
                  </a:lnTo>
                  <a:lnTo>
                    <a:pt x="5162613" y="258699"/>
                  </a:lnTo>
                  <a:lnTo>
                    <a:pt x="5158441" y="212197"/>
                  </a:lnTo>
                  <a:lnTo>
                    <a:pt x="5146412" y="168430"/>
                  </a:lnTo>
                  <a:lnTo>
                    <a:pt x="5127260" y="128128"/>
                  </a:lnTo>
                  <a:lnTo>
                    <a:pt x="5101717" y="92022"/>
                  </a:lnTo>
                  <a:lnTo>
                    <a:pt x="5070516" y="60842"/>
                  </a:lnTo>
                  <a:lnTo>
                    <a:pt x="5034390" y="35320"/>
                  </a:lnTo>
                  <a:lnTo>
                    <a:pt x="4994071" y="16184"/>
                  </a:lnTo>
                  <a:lnTo>
                    <a:pt x="4950293" y="4168"/>
                  </a:lnTo>
                  <a:lnTo>
                    <a:pt x="4903787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85812" y="1328800"/>
              <a:ext cx="5163185" cy="1552575"/>
            </a:xfrm>
            <a:custGeom>
              <a:avLst/>
              <a:gdLst/>
              <a:ahLst/>
              <a:cxnLst/>
              <a:rect l="l" t="t" r="r" b="b"/>
              <a:pathLst>
                <a:path w="5163185" h="1552575">
                  <a:moveTo>
                    <a:pt x="0" y="258699"/>
                  </a:moveTo>
                  <a:lnTo>
                    <a:pt x="4168" y="212197"/>
                  </a:lnTo>
                  <a:lnTo>
                    <a:pt x="16188" y="168430"/>
                  </a:lnTo>
                  <a:lnTo>
                    <a:pt x="35328" y="128128"/>
                  </a:lnTo>
                  <a:lnTo>
                    <a:pt x="60856" y="92022"/>
                  </a:lnTo>
                  <a:lnTo>
                    <a:pt x="92044" y="60842"/>
                  </a:lnTo>
                  <a:lnTo>
                    <a:pt x="128158" y="35320"/>
                  </a:lnTo>
                  <a:lnTo>
                    <a:pt x="168470" y="16184"/>
                  </a:lnTo>
                  <a:lnTo>
                    <a:pt x="212248" y="4168"/>
                  </a:lnTo>
                  <a:lnTo>
                    <a:pt x="258762" y="0"/>
                  </a:lnTo>
                  <a:lnTo>
                    <a:pt x="4903787" y="0"/>
                  </a:lnTo>
                  <a:lnTo>
                    <a:pt x="4950293" y="4168"/>
                  </a:lnTo>
                  <a:lnTo>
                    <a:pt x="4994071" y="16184"/>
                  </a:lnTo>
                  <a:lnTo>
                    <a:pt x="5034390" y="35320"/>
                  </a:lnTo>
                  <a:lnTo>
                    <a:pt x="5070516" y="60842"/>
                  </a:lnTo>
                  <a:lnTo>
                    <a:pt x="5101717" y="92022"/>
                  </a:lnTo>
                  <a:lnTo>
                    <a:pt x="5127260" y="128128"/>
                  </a:lnTo>
                  <a:lnTo>
                    <a:pt x="5146412" y="168430"/>
                  </a:lnTo>
                  <a:lnTo>
                    <a:pt x="5158441" y="212197"/>
                  </a:lnTo>
                  <a:lnTo>
                    <a:pt x="5162613" y="258699"/>
                  </a:lnTo>
                  <a:lnTo>
                    <a:pt x="5162613" y="1293749"/>
                  </a:lnTo>
                  <a:lnTo>
                    <a:pt x="5158441" y="1340254"/>
                  </a:lnTo>
                  <a:lnTo>
                    <a:pt x="5146412" y="1384033"/>
                  </a:lnTo>
                  <a:lnTo>
                    <a:pt x="5127260" y="1424352"/>
                  </a:lnTo>
                  <a:lnTo>
                    <a:pt x="5101717" y="1460478"/>
                  </a:lnTo>
                  <a:lnTo>
                    <a:pt x="5070516" y="1491679"/>
                  </a:lnTo>
                  <a:lnTo>
                    <a:pt x="5034390" y="1517221"/>
                  </a:lnTo>
                  <a:lnTo>
                    <a:pt x="4994071" y="1536374"/>
                  </a:lnTo>
                  <a:lnTo>
                    <a:pt x="4950293" y="1548402"/>
                  </a:lnTo>
                  <a:lnTo>
                    <a:pt x="4903787" y="1552575"/>
                  </a:lnTo>
                  <a:lnTo>
                    <a:pt x="258762" y="1552575"/>
                  </a:lnTo>
                  <a:lnTo>
                    <a:pt x="212248" y="1548402"/>
                  </a:lnTo>
                  <a:lnTo>
                    <a:pt x="168470" y="1536374"/>
                  </a:lnTo>
                  <a:lnTo>
                    <a:pt x="128158" y="1517221"/>
                  </a:lnTo>
                  <a:lnTo>
                    <a:pt x="92044" y="1491679"/>
                  </a:lnTo>
                  <a:lnTo>
                    <a:pt x="60856" y="1460478"/>
                  </a:lnTo>
                  <a:lnTo>
                    <a:pt x="35328" y="1424352"/>
                  </a:lnTo>
                  <a:lnTo>
                    <a:pt x="16188" y="1384033"/>
                  </a:lnTo>
                  <a:lnTo>
                    <a:pt x="4168" y="1340254"/>
                  </a:lnTo>
                  <a:lnTo>
                    <a:pt x="0" y="1293749"/>
                  </a:lnTo>
                  <a:lnTo>
                    <a:pt x="0" y="2586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900" y="1285747"/>
              <a:ext cx="176212" cy="16621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81050" y="1323974"/>
              <a:ext cx="66675" cy="1552575"/>
            </a:xfrm>
            <a:custGeom>
              <a:avLst/>
              <a:gdLst/>
              <a:ahLst/>
              <a:cxnLst/>
              <a:rect l="l" t="t" r="r" b="b"/>
              <a:pathLst>
                <a:path w="66675" h="1552575">
                  <a:moveTo>
                    <a:pt x="66675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66675" y="15525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057910" y="1488122"/>
            <a:ext cx="17221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Repository</a:t>
            </a:r>
            <a:r>
              <a:rPr dirty="0" sz="1500" spc="-12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reference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7910" y="1910036"/>
            <a:ext cx="4236085" cy="38735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Sequence_Diagrams_All_6.pdf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referenced</a:t>
            </a:r>
            <a:r>
              <a:rPr dirty="0" sz="11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for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six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sequence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diagrams.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62675" y="1285747"/>
            <a:ext cx="5253355" cy="1662430"/>
            <a:chOff x="6162675" y="1285747"/>
            <a:chExt cx="5253355" cy="166243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24" y="1314242"/>
              <a:ext cx="5224576" cy="16242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24651" y="1328800"/>
              <a:ext cx="5162550" cy="1552575"/>
            </a:xfrm>
            <a:custGeom>
              <a:avLst/>
              <a:gdLst/>
              <a:ahLst/>
              <a:cxnLst/>
              <a:rect l="l" t="t" r="r" b="b"/>
              <a:pathLst>
                <a:path w="5162550" h="1552575">
                  <a:moveTo>
                    <a:pt x="4903724" y="0"/>
                  </a:moveTo>
                  <a:lnTo>
                    <a:pt x="258699" y="0"/>
                  </a:lnTo>
                  <a:lnTo>
                    <a:pt x="212197" y="4168"/>
                  </a:lnTo>
                  <a:lnTo>
                    <a:pt x="168430" y="16184"/>
                  </a:lnTo>
                  <a:lnTo>
                    <a:pt x="128128" y="35320"/>
                  </a:lnTo>
                  <a:lnTo>
                    <a:pt x="92022" y="60842"/>
                  </a:lnTo>
                  <a:lnTo>
                    <a:pt x="60842" y="92022"/>
                  </a:lnTo>
                  <a:lnTo>
                    <a:pt x="35320" y="128128"/>
                  </a:lnTo>
                  <a:lnTo>
                    <a:pt x="16184" y="168430"/>
                  </a:lnTo>
                  <a:lnTo>
                    <a:pt x="4168" y="212197"/>
                  </a:lnTo>
                  <a:lnTo>
                    <a:pt x="0" y="258699"/>
                  </a:lnTo>
                  <a:lnTo>
                    <a:pt x="0" y="1293749"/>
                  </a:lnTo>
                  <a:lnTo>
                    <a:pt x="4168" y="1340254"/>
                  </a:lnTo>
                  <a:lnTo>
                    <a:pt x="16184" y="1384033"/>
                  </a:lnTo>
                  <a:lnTo>
                    <a:pt x="35320" y="1424352"/>
                  </a:lnTo>
                  <a:lnTo>
                    <a:pt x="60842" y="1460478"/>
                  </a:lnTo>
                  <a:lnTo>
                    <a:pt x="92022" y="1491679"/>
                  </a:lnTo>
                  <a:lnTo>
                    <a:pt x="128128" y="1517221"/>
                  </a:lnTo>
                  <a:lnTo>
                    <a:pt x="168430" y="1536374"/>
                  </a:lnTo>
                  <a:lnTo>
                    <a:pt x="212197" y="1548402"/>
                  </a:lnTo>
                  <a:lnTo>
                    <a:pt x="258699" y="1552575"/>
                  </a:lnTo>
                  <a:lnTo>
                    <a:pt x="4903724" y="1552575"/>
                  </a:lnTo>
                  <a:lnTo>
                    <a:pt x="4950229" y="1548402"/>
                  </a:lnTo>
                  <a:lnTo>
                    <a:pt x="4994008" y="1536374"/>
                  </a:lnTo>
                  <a:lnTo>
                    <a:pt x="5034327" y="1517221"/>
                  </a:lnTo>
                  <a:lnTo>
                    <a:pt x="5070453" y="1491679"/>
                  </a:lnTo>
                  <a:lnTo>
                    <a:pt x="5101654" y="1460478"/>
                  </a:lnTo>
                  <a:lnTo>
                    <a:pt x="5127196" y="1424352"/>
                  </a:lnTo>
                  <a:lnTo>
                    <a:pt x="5146349" y="1384033"/>
                  </a:lnTo>
                  <a:lnTo>
                    <a:pt x="5158377" y="1340254"/>
                  </a:lnTo>
                  <a:lnTo>
                    <a:pt x="5162550" y="1293749"/>
                  </a:lnTo>
                  <a:lnTo>
                    <a:pt x="5162550" y="258699"/>
                  </a:lnTo>
                  <a:lnTo>
                    <a:pt x="5158377" y="212197"/>
                  </a:lnTo>
                  <a:lnTo>
                    <a:pt x="5146349" y="168430"/>
                  </a:lnTo>
                  <a:lnTo>
                    <a:pt x="5127196" y="128128"/>
                  </a:lnTo>
                  <a:lnTo>
                    <a:pt x="5101654" y="92022"/>
                  </a:lnTo>
                  <a:lnTo>
                    <a:pt x="5070453" y="60842"/>
                  </a:lnTo>
                  <a:lnTo>
                    <a:pt x="5034327" y="35320"/>
                  </a:lnTo>
                  <a:lnTo>
                    <a:pt x="4994008" y="16184"/>
                  </a:lnTo>
                  <a:lnTo>
                    <a:pt x="4950229" y="4168"/>
                  </a:lnTo>
                  <a:lnTo>
                    <a:pt x="49037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24651" y="1328800"/>
              <a:ext cx="5162550" cy="1552575"/>
            </a:xfrm>
            <a:custGeom>
              <a:avLst/>
              <a:gdLst/>
              <a:ahLst/>
              <a:cxnLst/>
              <a:rect l="l" t="t" r="r" b="b"/>
              <a:pathLst>
                <a:path w="5162550" h="1552575">
                  <a:moveTo>
                    <a:pt x="0" y="258699"/>
                  </a:moveTo>
                  <a:lnTo>
                    <a:pt x="4168" y="212197"/>
                  </a:lnTo>
                  <a:lnTo>
                    <a:pt x="16184" y="168430"/>
                  </a:lnTo>
                  <a:lnTo>
                    <a:pt x="35320" y="128128"/>
                  </a:lnTo>
                  <a:lnTo>
                    <a:pt x="60842" y="92022"/>
                  </a:lnTo>
                  <a:lnTo>
                    <a:pt x="92022" y="60842"/>
                  </a:lnTo>
                  <a:lnTo>
                    <a:pt x="128128" y="35320"/>
                  </a:lnTo>
                  <a:lnTo>
                    <a:pt x="168430" y="16184"/>
                  </a:lnTo>
                  <a:lnTo>
                    <a:pt x="212197" y="4168"/>
                  </a:lnTo>
                  <a:lnTo>
                    <a:pt x="258699" y="0"/>
                  </a:lnTo>
                  <a:lnTo>
                    <a:pt x="4903724" y="0"/>
                  </a:lnTo>
                  <a:lnTo>
                    <a:pt x="4950229" y="4168"/>
                  </a:lnTo>
                  <a:lnTo>
                    <a:pt x="4994008" y="16184"/>
                  </a:lnTo>
                  <a:lnTo>
                    <a:pt x="5034327" y="35320"/>
                  </a:lnTo>
                  <a:lnTo>
                    <a:pt x="5070453" y="60842"/>
                  </a:lnTo>
                  <a:lnTo>
                    <a:pt x="5101654" y="92022"/>
                  </a:lnTo>
                  <a:lnTo>
                    <a:pt x="5127196" y="128128"/>
                  </a:lnTo>
                  <a:lnTo>
                    <a:pt x="5146349" y="168430"/>
                  </a:lnTo>
                  <a:lnTo>
                    <a:pt x="5158377" y="212197"/>
                  </a:lnTo>
                  <a:lnTo>
                    <a:pt x="5162550" y="258699"/>
                  </a:lnTo>
                  <a:lnTo>
                    <a:pt x="5162550" y="1293749"/>
                  </a:lnTo>
                  <a:lnTo>
                    <a:pt x="5158377" y="1340254"/>
                  </a:lnTo>
                  <a:lnTo>
                    <a:pt x="5146349" y="1384033"/>
                  </a:lnTo>
                  <a:lnTo>
                    <a:pt x="5127196" y="1424352"/>
                  </a:lnTo>
                  <a:lnTo>
                    <a:pt x="5101654" y="1460478"/>
                  </a:lnTo>
                  <a:lnTo>
                    <a:pt x="5070453" y="1491679"/>
                  </a:lnTo>
                  <a:lnTo>
                    <a:pt x="5034327" y="1517221"/>
                  </a:lnTo>
                  <a:lnTo>
                    <a:pt x="4994008" y="1536374"/>
                  </a:lnTo>
                  <a:lnTo>
                    <a:pt x="4950229" y="1548402"/>
                  </a:lnTo>
                  <a:lnTo>
                    <a:pt x="4903724" y="1552575"/>
                  </a:lnTo>
                  <a:lnTo>
                    <a:pt x="258699" y="1552575"/>
                  </a:lnTo>
                  <a:lnTo>
                    <a:pt x="212197" y="1548402"/>
                  </a:lnTo>
                  <a:lnTo>
                    <a:pt x="168430" y="1536374"/>
                  </a:lnTo>
                  <a:lnTo>
                    <a:pt x="128128" y="1517221"/>
                  </a:lnTo>
                  <a:lnTo>
                    <a:pt x="92022" y="1491679"/>
                  </a:lnTo>
                  <a:lnTo>
                    <a:pt x="60842" y="1460478"/>
                  </a:lnTo>
                  <a:lnTo>
                    <a:pt x="35320" y="1424352"/>
                  </a:lnTo>
                  <a:lnTo>
                    <a:pt x="16184" y="1384033"/>
                  </a:lnTo>
                  <a:lnTo>
                    <a:pt x="4168" y="1340254"/>
                  </a:lnTo>
                  <a:lnTo>
                    <a:pt x="0" y="1293749"/>
                  </a:lnTo>
                  <a:lnTo>
                    <a:pt x="0" y="2586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2675" y="1285747"/>
              <a:ext cx="176212" cy="16621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9825" y="1323974"/>
              <a:ext cx="66675" cy="1552575"/>
            </a:xfrm>
            <a:custGeom>
              <a:avLst/>
              <a:gdLst/>
              <a:ahLst/>
              <a:cxnLst/>
              <a:rect l="l" t="t" r="r" b="b"/>
              <a:pathLst>
                <a:path w="66675" h="1552575">
                  <a:moveTo>
                    <a:pt x="66675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66675" y="15525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02781" y="1488122"/>
            <a:ext cx="78295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Coverage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36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502781" y="1910036"/>
            <a:ext cx="4316095" cy="38735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sequence-diagram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set complements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the DFDs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by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showing</a:t>
            </a:r>
            <a:r>
              <a:rPr dirty="0" sz="1100" spc="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time-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ordered</a:t>
            </a:r>
            <a:r>
              <a:rPr dirty="0" sz="11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interactions</a:t>
            </a:r>
            <a:r>
              <a:rPr dirty="0" sz="11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for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workflows.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7262" y="3347402"/>
            <a:ext cx="9966325" cy="14204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dirty="0" sz="1550" spc="-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attached</a:t>
            </a:r>
            <a:r>
              <a:rPr dirty="0" sz="155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55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55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22C39"/>
                </a:solidFill>
                <a:latin typeface="Tahoma"/>
                <a:cs typeface="Tahoma"/>
              </a:rPr>
              <a:t>includes</a:t>
            </a:r>
            <a:r>
              <a:rPr dirty="0" sz="155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reference</a:t>
            </a:r>
            <a:r>
              <a:rPr dirty="0" sz="155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55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six</a:t>
            </a:r>
            <a:r>
              <a:rPr dirty="0" sz="1550" spc="-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sequence</a:t>
            </a:r>
            <a:r>
              <a:rPr dirty="0" sz="155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diagrams</a:t>
            </a:r>
            <a:r>
              <a:rPr dirty="0" sz="155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but</a:t>
            </a:r>
            <a:r>
              <a:rPr dirty="0" sz="155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does</a:t>
            </a:r>
            <a:r>
              <a:rPr dirty="0" sz="155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not</a:t>
            </a:r>
            <a:r>
              <a:rPr dirty="0" sz="155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embed</a:t>
            </a:r>
            <a:r>
              <a:rPr dirty="0" sz="155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their</a:t>
            </a:r>
            <a:r>
              <a:rPr dirty="0" sz="155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individual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diagram</a:t>
            </a:r>
            <a:r>
              <a:rPr dirty="0" sz="1550" spc="-1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pages.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550" spc="-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55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points</a:t>
            </a:r>
            <a:r>
              <a:rPr dirty="0" sz="155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55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project</a:t>
            </a:r>
            <a:r>
              <a:rPr dirty="0" sz="155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repository:</a:t>
            </a:r>
            <a:r>
              <a:rPr dirty="0" sz="155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github.com/MEL17-Package-ONE/Final-SRS-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endParaRPr sz="1550">
              <a:latin typeface="Tahoma"/>
              <a:cs typeface="Tahoma"/>
            </a:endParaRPr>
          </a:p>
          <a:p>
            <a:pPr marL="12700" marR="777240">
              <a:lnSpc>
                <a:spcPct val="105000"/>
              </a:lnSpc>
              <a:spcBef>
                <a:spcPts val="680"/>
              </a:spcBef>
            </a:pPr>
            <a:r>
              <a:rPr dirty="0" sz="1550" spc="-30">
                <a:solidFill>
                  <a:srgbClr val="222C39"/>
                </a:solidFill>
                <a:latin typeface="Tahoma"/>
                <a:cs typeface="Tahoma"/>
              </a:rPr>
              <a:t>Therefore,</a:t>
            </a:r>
            <a:r>
              <a:rPr dirty="0" sz="155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this</a:t>
            </a:r>
            <a:r>
              <a:rPr dirty="0" sz="155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presentation</a:t>
            </a:r>
            <a:r>
              <a:rPr dirty="0" sz="155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preserves</a:t>
            </a:r>
            <a:r>
              <a:rPr dirty="0" sz="155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report's</a:t>
            </a:r>
            <a:r>
              <a:rPr dirty="0" sz="155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reference</a:t>
            </a:r>
            <a:r>
              <a:rPr dirty="0" sz="155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22C39"/>
                </a:solidFill>
                <a:latin typeface="Tahoma"/>
                <a:cs typeface="Tahoma"/>
              </a:rPr>
              <a:t>rather</a:t>
            </a:r>
            <a:r>
              <a:rPr dirty="0" sz="155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than</a:t>
            </a:r>
            <a:r>
              <a:rPr dirty="0" sz="155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inventing</a:t>
            </a:r>
            <a:r>
              <a:rPr dirty="0" sz="155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or</a:t>
            </a:r>
            <a:r>
              <a:rPr dirty="0" sz="155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replacing</a:t>
            </a:r>
            <a:r>
              <a:rPr dirty="0" sz="155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missing diagrams.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5"/>
              <a:t>Entity</a:t>
            </a:r>
            <a:r>
              <a:rPr dirty="0" spc="-235"/>
              <a:t> </a:t>
            </a:r>
            <a:r>
              <a:rPr dirty="0" spc="-105"/>
              <a:t>Relationship</a:t>
            </a:r>
            <a:r>
              <a:rPr dirty="0" spc="-275"/>
              <a:t> </a:t>
            </a:r>
            <a:r>
              <a:rPr dirty="0" spc="-100"/>
              <a:t>Diagram</a:t>
            </a:r>
            <a:r>
              <a:rPr dirty="0" spc="-180"/>
              <a:t> </a:t>
            </a:r>
            <a:r>
              <a:rPr dirty="0" spc="-10"/>
              <a:t>(ERD)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98556" y="353440"/>
            <a:ext cx="7461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0" b="1">
                <a:solidFill>
                  <a:srgbClr val="008F95"/>
                </a:solidFill>
                <a:latin typeface="Trebuchet MS"/>
                <a:cs typeface="Trebuchet MS"/>
              </a:rPr>
              <a:t>DATA</a:t>
            </a:r>
            <a:r>
              <a:rPr dirty="0" sz="900" spc="-4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DESIGN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8004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Central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database</a:t>
            </a:r>
            <a:r>
              <a:rPr dirty="0" sz="1200" spc="-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relationships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for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users,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prescriptions,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medicines,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inventory,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dispensing,</a:t>
            </a:r>
            <a:r>
              <a:rPr dirty="0" sz="12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tracking,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notifications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audit.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981011"/>
            <a:ext cx="11206480" cy="5624830"/>
            <a:chOff x="476238" y="981011"/>
            <a:chExt cx="11206480" cy="5624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824" y="981011"/>
              <a:ext cx="11158601" cy="56245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6737" y="1024001"/>
              <a:ext cx="11040110" cy="5505450"/>
            </a:xfrm>
            <a:custGeom>
              <a:avLst/>
              <a:gdLst/>
              <a:ahLst/>
              <a:cxnLst/>
              <a:rect l="l" t="t" r="r" b="b"/>
              <a:pathLst>
                <a:path w="11040110" h="5505450">
                  <a:moveTo>
                    <a:pt x="10121836" y="0"/>
                  </a:moveTo>
                  <a:lnTo>
                    <a:pt x="917638" y="0"/>
                  </a:lnTo>
                  <a:lnTo>
                    <a:pt x="868901" y="1271"/>
                  </a:lnTo>
                  <a:lnTo>
                    <a:pt x="820827" y="5044"/>
                  </a:lnTo>
                  <a:lnTo>
                    <a:pt x="773480" y="11254"/>
                  </a:lnTo>
                  <a:lnTo>
                    <a:pt x="726921" y="19838"/>
                  </a:lnTo>
                  <a:lnTo>
                    <a:pt x="681216" y="30734"/>
                  </a:lnTo>
                  <a:lnTo>
                    <a:pt x="636427" y="43876"/>
                  </a:lnTo>
                  <a:lnTo>
                    <a:pt x="592618" y="59203"/>
                  </a:lnTo>
                  <a:lnTo>
                    <a:pt x="549853" y="76651"/>
                  </a:lnTo>
                  <a:lnTo>
                    <a:pt x="508193" y="96156"/>
                  </a:lnTo>
                  <a:lnTo>
                    <a:pt x="467704" y="117656"/>
                  </a:lnTo>
                  <a:lnTo>
                    <a:pt x="428449" y="141086"/>
                  </a:lnTo>
                  <a:lnTo>
                    <a:pt x="390490" y="166383"/>
                  </a:lnTo>
                  <a:lnTo>
                    <a:pt x="353891" y="193485"/>
                  </a:lnTo>
                  <a:lnTo>
                    <a:pt x="318716" y="222327"/>
                  </a:lnTo>
                  <a:lnTo>
                    <a:pt x="285028" y="252847"/>
                  </a:lnTo>
                  <a:lnTo>
                    <a:pt x="252891" y="284980"/>
                  </a:lnTo>
                  <a:lnTo>
                    <a:pt x="222367" y="318664"/>
                  </a:lnTo>
                  <a:lnTo>
                    <a:pt x="193521" y="353836"/>
                  </a:lnTo>
                  <a:lnTo>
                    <a:pt x="166415" y="390431"/>
                  </a:lnTo>
                  <a:lnTo>
                    <a:pt x="141113" y="428387"/>
                  </a:lnTo>
                  <a:lnTo>
                    <a:pt x="117679" y="467639"/>
                  </a:lnTo>
                  <a:lnTo>
                    <a:pt x="96176" y="508126"/>
                  </a:lnTo>
                  <a:lnTo>
                    <a:pt x="76667" y="549783"/>
                  </a:lnTo>
                  <a:lnTo>
                    <a:pt x="59216" y="592548"/>
                  </a:lnTo>
                  <a:lnTo>
                    <a:pt x="43886" y="636356"/>
                  </a:lnTo>
                  <a:lnTo>
                    <a:pt x="30740" y="681144"/>
                  </a:lnTo>
                  <a:lnTo>
                    <a:pt x="19843" y="726850"/>
                  </a:lnTo>
                  <a:lnTo>
                    <a:pt x="11256" y="773409"/>
                  </a:lnTo>
                  <a:lnTo>
                    <a:pt x="5045" y="820758"/>
                  </a:lnTo>
                  <a:lnTo>
                    <a:pt x="1271" y="868835"/>
                  </a:lnTo>
                  <a:lnTo>
                    <a:pt x="0" y="917575"/>
                  </a:lnTo>
                  <a:lnTo>
                    <a:pt x="0" y="4587798"/>
                  </a:lnTo>
                  <a:lnTo>
                    <a:pt x="1271" y="4636530"/>
                  </a:lnTo>
                  <a:lnTo>
                    <a:pt x="5045" y="4684600"/>
                  </a:lnTo>
                  <a:lnTo>
                    <a:pt x="11256" y="4731943"/>
                  </a:lnTo>
                  <a:lnTo>
                    <a:pt x="19843" y="4778498"/>
                  </a:lnTo>
                  <a:lnTo>
                    <a:pt x="30740" y="4824199"/>
                  </a:lnTo>
                  <a:lnTo>
                    <a:pt x="43886" y="4868985"/>
                  </a:lnTo>
                  <a:lnTo>
                    <a:pt x="59216" y="4912791"/>
                  </a:lnTo>
                  <a:lnTo>
                    <a:pt x="76667" y="4955554"/>
                  </a:lnTo>
                  <a:lnTo>
                    <a:pt x="96176" y="4997210"/>
                  </a:lnTo>
                  <a:lnTo>
                    <a:pt x="117679" y="5037697"/>
                  </a:lnTo>
                  <a:lnTo>
                    <a:pt x="141113" y="5076951"/>
                  </a:lnTo>
                  <a:lnTo>
                    <a:pt x="166415" y="5114907"/>
                  </a:lnTo>
                  <a:lnTo>
                    <a:pt x="193521" y="5151504"/>
                  </a:lnTo>
                  <a:lnTo>
                    <a:pt x="222367" y="5186678"/>
                  </a:lnTo>
                  <a:lnTo>
                    <a:pt x="252891" y="5220364"/>
                  </a:lnTo>
                  <a:lnTo>
                    <a:pt x="285028" y="5252501"/>
                  </a:lnTo>
                  <a:lnTo>
                    <a:pt x="318716" y="5283023"/>
                  </a:lnTo>
                  <a:lnTo>
                    <a:pt x="353891" y="5311868"/>
                  </a:lnTo>
                  <a:lnTo>
                    <a:pt x="390490" y="5338973"/>
                  </a:lnTo>
                  <a:lnTo>
                    <a:pt x="428449" y="5364274"/>
                  </a:lnTo>
                  <a:lnTo>
                    <a:pt x="467704" y="5387708"/>
                  </a:lnTo>
                  <a:lnTo>
                    <a:pt x="508193" y="5409211"/>
                  </a:lnTo>
                  <a:lnTo>
                    <a:pt x="549853" y="5428719"/>
                  </a:lnTo>
                  <a:lnTo>
                    <a:pt x="592618" y="5446170"/>
                  </a:lnTo>
                  <a:lnTo>
                    <a:pt x="636427" y="5461500"/>
                  </a:lnTo>
                  <a:lnTo>
                    <a:pt x="681216" y="5474645"/>
                  </a:lnTo>
                  <a:lnTo>
                    <a:pt x="726921" y="5485543"/>
                  </a:lnTo>
                  <a:lnTo>
                    <a:pt x="773480" y="5494129"/>
                  </a:lnTo>
                  <a:lnTo>
                    <a:pt x="820827" y="5500341"/>
                  </a:lnTo>
                  <a:lnTo>
                    <a:pt x="868901" y="5504114"/>
                  </a:lnTo>
                  <a:lnTo>
                    <a:pt x="917638" y="5505386"/>
                  </a:lnTo>
                  <a:lnTo>
                    <a:pt x="10121836" y="5505386"/>
                  </a:lnTo>
                  <a:lnTo>
                    <a:pt x="10170576" y="5504114"/>
                  </a:lnTo>
                  <a:lnTo>
                    <a:pt x="10218654" y="5500341"/>
                  </a:lnTo>
                  <a:lnTo>
                    <a:pt x="10266005" y="5494129"/>
                  </a:lnTo>
                  <a:lnTo>
                    <a:pt x="10312567" y="5485543"/>
                  </a:lnTo>
                  <a:lnTo>
                    <a:pt x="10358275" y="5474645"/>
                  </a:lnTo>
                  <a:lnTo>
                    <a:pt x="10403067" y="5461500"/>
                  </a:lnTo>
                  <a:lnTo>
                    <a:pt x="10446879" y="5446170"/>
                  </a:lnTo>
                  <a:lnTo>
                    <a:pt x="10489648" y="5428719"/>
                  </a:lnTo>
                  <a:lnTo>
                    <a:pt x="10531310" y="5409211"/>
                  </a:lnTo>
                  <a:lnTo>
                    <a:pt x="10571802" y="5387708"/>
                  </a:lnTo>
                  <a:lnTo>
                    <a:pt x="10611061" y="5364274"/>
                  </a:lnTo>
                  <a:lnTo>
                    <a:pt x="10649022" y="5338973"/>
                  </a:lnTo>
                  <a:lnTo>
                    <a:pt x="10685623" y="5311868"/>
                  </a:lnTo>
                  <a:lnTo>
                    <a:pt x="10720801" y="5283023"/>
                  </a:lnTo>
                  <a:lnTo>
                    <a:pt x="10754491" y="5252501"/>
                  </a:lnTo>
                  <a:lnTo>
                    <a:pt x="10786630" y="5220364"/>
                  </a:lnTo>
                  <a:lnTo>
                    <a:pt x="10817156" y="5186678"/>
                  </a:lnTo>
                  <a:lnTo>
                    <a:pt x="10846004" y="5151504"/>
                  </a:lnTo>
                  <a:lnTo>
                    <a:pt x="10873112" y="5114907"/>
                  </a:lnTo>
                  <a:lnTo>
                    <a:pt x="10898415" y="5076951"/>
                  </a:lnTo>
                  <a:lnTo>
                    <a:pt x="10921851" y="5037697"/>
                  </a:lnTo>
                  <a:lnTo>
                    <a:pt x="10943355" y="4997210"/>
                  </a:lnTo>
                  <a:lnTo>
                    <a:pt x="10962865" y="4955554"/>
                  </a:lnTo>
                  <a:lnTo>
                    <a:pt x="10980318" y="4912791"/>
                  </a:lnTo>
                  <a:lnTo>
                    <a:pt x="10995649" y="4868985"/>
                  </a:lnTo>
                  <a:lnTo>
                    <a:pt x="11008795" y="4824199"/>
                  </a:lnTo>
                  <a:lnTo>
                    <a:pt x="11019693" y="4778498"/>
                  </a:lnTo>
                  <a:lnTo>
                    <a:pt x="11028280" y="4731943"/>
                  </a:lnTo>
                  <a:lnTo>
                    <a:pt x="11034492" y="4684600"/>
                  </a:lnTo>
                  <a:lnTo>
                    <a:pt x="11038266" y="4636530"/>
                  </a:lnTo>
                  <a:lnTo>
                    <a:pt x="11039538" y="4587798"/>
                  </a:lnTo>
                  <a:lnTo>
                    <a:pt x="11039538" y="917575"/>
                  </a:lnTo>
                  <a:lnTo>
                    <a:pt x="11038266" y="868835"/>
                  </a:lnTo>
                  <a:lnTo>
                    <a:pt x="11034492" y="820758"/>
                  </a:lnTo>
                  <a:lnTo>
                    <a:pt x="11028280" y="773409"/>
                  </a:lnTo>
                  <a:lnTo>
                    <a:pt x="11019693" y="726850"/>
                  </a:lnTo>
                  <a:lnTo>
                    <a:pt x="11008795" y="681144"/>
                  </a:lnTo>
                  <a:lnTo>
                    <a:pt x="10995649" y="636356"/>
                  </a:lnTo>
                  <a:lnTo>
                    <a:pt x="10980318" y="592548"/>
                  </a:lnTo>
                  <a:lnTo>
                    <a:pt x="10962865" y="549783"/>
                  </a:lnTo>
                  <a:lnTo>
                    <a:pt x="10943355" y="508126"/>
                  </a:lnTo>
                  <a:lnTo>
                    <a:pt x="10921851" y="467639"/>
                  </a:lnTo>
                  <a:lnTo>
                    <a:pt x="10898415" y="428387"/>
                  </a:lnTo>
                  <a:lnTo>
                    <a:pt x="10873112" y="390431"/>
                  </a:lnTo>
                  <a:lnTo>
                    <a:pt x="10846004" y="353836"/>
                  </a:lnTo>
                  <a:lnTo>
                    <a:pt x="10817156" y="318664"/>
                  </a:lnTo>
                  <a:lnTo>
                    <a:pt x="10786630" y="284980"/>
                  </a:lnTo>
                  <a:lnTo>
                    <a:pt x="10754491" y="252847"/>
                  </a:lnTo>
                  <a:lnTo>
                    <a:pt x="10720801" y="222327"/>
                  </a:lnTo>
                  <a:lnTo>
                    <a:pt x="10685623" y="193485"/>
                  </a:lnTo>
                  <a:lnTo>
                    <a:pt x="10649022" y="166383"/>
                  </a:lnTo>
                  <a:lnTo>
                    <a:pt x="10611061" y="141086"/>
                  </a:lnTo>
                  <a:lnTo>
                    <a:pt x="10571802" y="117656"/>
                  </a:lnTo>
                  <a:lnTo>
                    <a:pt x="10531310" y="96156"/>
                  </a:lnTo>
                  <a:lnTo>
                    <a:pt x="10489648" y="76651"/>
                  </a:lnTo>
                  <a:lnTo>
                    <a:pt x="10446879" y="59203"/>
                  </a:lnTo>
                  <a:lnTo>
                    <a:pt x="10403067" y="43876"/>
                  </a:lnTo>
                  <a:lnTo>
                    <a:pt x="10358275" y="30734"/>
                  </a:lnTo>
                  <a:lnTo>
                    <a:pt x="10312567" y="19838"/>
                  </a:lnTo>
                  <a:lnTo>
                    <a:pt x="10266005" y="11254"/>
                  </a:lnTo>
                  <a:lnTo>
                    <a:pt x="10218654" y="5044"/>
                  </a:lnTo>
                  <a:lnTo>
                    <a:pt x="10170576" y="1271"/>
                  </a:lnTo>
                  <a:lnTo>
                    <a:pt x="10121836" y="0"/>
                  </a:lnTo>
                  <a:close/>
                </a:path>
              </a:pathLst>
            </a:custGeom>
            <a:solidFill>
              <a:srgbClr val="F9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6737" y="1024001"/>
              <a:ext cx="11040110" cy="5505450"/>
            </a:xfrm>
            <a:custGeom>
              <a:avLst/>
              <a:gdLst/>
              <a:ahLst/>
              <a:cxnLst/>
              <a:rect l="l" t="t" r="r" b="b"/>
              <a:pathLst>
                <a:path w="11040110" h="5505450">
                  <a:moveTo>
                    <a:pt x="0" y="917575"/>
                  </a:moveTo>
                  <a:lnTo>
                    <a:pt x="1271" y="868835"/>
                  </a:lnTo>
                  <a:lnTo>
                    <a:pt x="5045" y="820758"/>
                  </a:lnTo>
                  <a:lnTo>
                    <a:pt x="11256" y="773409"/>
                  </a:lnTo>
                  <a:lnTo>
                    <a:pt x="19843" y="726850"/>
                  </a:lnTo>
                  <a:lnTo>
                    <a:pt x="30740" y="681144"/>
                  </a:lnTo>
                  <a:lnTo>
                    <a:pt x="43886" y="636356"/>
                  </a:lnTo>
                  <a:lnTo>
                    <a:pt x="59216" y="592548"/>
                  </a:lnTo>
                  <a:lnTo>
                    <a:pt x="76667" y="549783"/>
                  </a:lnTo>
                  <a:lnTo>
                    <a:pt x="96176" y="508126"/>
                  </a:lnTo>
                  <a:lnTo>
                    <a:pt x="117679" y="467639"/>
                  </a:lnTo>
                  <a:lnTo>
                    <a:pt x="141113" y="428387"/>
                  </a:lnTo>
                  <a:lnTo>
                    <a:pt x="166415" y="390431"/>
                  </a:lnTo>
                  <a:lnTo>
                    <a:pt x="193521" y="353836"/>
                  </a:lnTo>
                  <a:lnTo>
                    <a:pt x="222367" y="318664"/>
                  </a:lnTo>
                  <a:lnTo>
                    <a:pt x="252891" y="284980"/>
                  </a:lnTo>
                  <a:lnTo>
                    <a:pt x="285028" y="252847"/>
                  </a:lnTo>
                  <a:lnTo>
                    <a:pt x="318716" y="222327"/>
                  </a:lnTo>
                  <a:lnTo>
                    <a:pt x="353891" y="193485"/>
                  </a:lnTo>
                  <a:lnTo>
                    <a:pt x="390490" y="166383"/>
                  </a:lnTo>
                  <a:lnTo>
                    <a:pt x="428449" y="141086"/>
                  </a:lnTo>
                  <a:lnTo>
                    <a:pt x="467704" y="117656"/>
                  </a:lnTo>
                  <a:lnTo>
                    <a:pt x="508193" y="96156"/>
                  </a:lnTo>
                  <a:lnTo>
                    <a:pt x="549853" y="76651"/>
                  </a:lnTo>
                  <a:lnTo>
                    <a:pt x="592618" y="59203"/>
                  </a:lnTo>
                  <a:lnTo>
                    <a:pt x="636427" y="43876"/>
                  </a:lnTo>
                  <a:lnTo>
                    <a:pt x="681216" y="30734"/>
                  </a:lnTo>
                  <a:lnTo>
                    <a:pt x="726921" y="19838"/>
                  </a:lnTo>
                  <a:lnTo>
                    <a:pt x="773480" y="11254"/>
                  </a:lnTo>
                  <a:lnTo>
                    <a:pt x="820827" y="5044"/>
                  </a:lnTo>
                  <a:lnTo>
                    <a:pt x="868901" y="1271"/>
                  </a:lnTo>
                  <a:lnTo>
                    <a:pt x="917638" y="0"/>
                  </a:lnTo>
                  <a:lnTo>
                    <a:pt x="10121836" y="0"/>
                  </a:lnTo>
                  <a:lnTo>
                    <a:pt x="10170576" y="1271"/>
                  </a:lnTo>
                  <a:lnTo>
                    <a:pt x="10218654" y="5044"/>
                  </a:lnTo>
                  <a:lnTo>
                    <a:pt x="10266005" y="11254"/>
                  </a:lnTo>
                  <a:lnTo>
                    <a:pt x="10312567" y="19838"/>
                  </a:lnTo>
                  <a:lnTo>
                    <a:pt x="10358275" y="30734"/>
                  </a:lnTo>
                  <a:lnTo>
                    <a:pt x="10403067" y="43876"/>
                  </a:lnTo>
                  <a:lnTo>
                    <a:pt x="10446879" y="59203"/>
                  </a:lnTo>
                  <a:lnTo>
                    <a:pt x="10489648" y="76651"/>
                  </a:lnTo>
                  <a:lnTo>
                    <a:pt x="10531310" y="96156"/>
                  </a:lnTo>
                  <a:lnTo>
                    <a:pt x="10571802" y="117656"/>
                  </a:lnTo>
                  <a:lnTo>
                    <a:pt x="10611061" y="141086"/>
                  </a:lnTo>
                  <a:lnTo>
                    <a:pt x="10649022" y="166383"/>
                  </a:lnTo>
                  <a:lnTo>
                    <a:pt x="10685623" y="193485"/>
                  </a:lnTo>
                  <a:lnTo>
                    <a:pt x="10720801" y="222327"/>
                  </a:lnTo>
                  <a:lnTo>
                    <a:pt x="10754491" y="252847"/>
                  </a:lnTo>
                  <a:lnTo>
                    <a:pt x="10786630" y="284980"/>
                  </a:lnTo>
                  <a:lnTo>
                    <a:pt x="10817156" y="318664"/>
                  </a:lnTo>
                  <a:lnTo>
                    <a:pt x="10846004" y="353836"/>
                  </a:lnTo>
                  <a:lnTo>
                    <a:pt x="10873112" y="390431"/>
                  </a:lnTo>
                  <a:lnTo>
                    <a:pt x="10898415" y="428387"/>
                  </a:lnTo>
                  <a:lnTo>
                    <a:pt x="10921851" y="467639"/>
                  </a:lnTo>
                  <a:lnTo>
                    <a:pt x="10943355" y="508126"/>
                  </a:lnTo>
                  <a:lnTo>
                    <a:pt x="10962865" y="549783"/>
                  </a:lnTo>
                  <a:lnTo>
                    <a:pt x="10980318" y="592548"/>
                  </a:lnTo>
                  <a:lnTo>
                    <a:pt x="10995649" y="636356"/>
                  </a:lnTo>
                  <a:lnTo>
                    <a:pt x="11008795" y="681144"/>
                  </a:lnTo>
                  <a:lnTo>
                    <a:pt x="11019693" y="726850"/>
                  </a:lnTo>
                  <a:lnTo>
                    <a:pt x="11028280" y="773409"/>
                  </a:lnTo>
                  <a:lnTo>
                    <a:pt x="11034492" y="820758"/>
                  </a:lnTo>
                  <a:lnTo>
                    <a:pt x="11038266" y="868835"/>
                  </a:lnTo>
                  <a:lnTo>
                    <a:pt x="11039538" y="917575"/>
                  </a:lnTo>
                  <a:lnTo>
                    <a:pt x="11039538" y="4587798"/>
                  </a:lnTo>
                  <a:lnTo>
                    <a:pt x="11038266" y="4636530"/>
                  </a:lnTo>
                  <a:lnTo>
                    <a:pt x="11034492" y="4684600"/>
                  </a:lnTo>
                  <a:lnTo>
                    <a:pt x="11028280" y="4731943"/>
                  </a:lnTo>
                  <a:lnTo>
                    <a:pt x="11019693" y="4778498"/>
                  </a:lnTo>
                  <a:lnTo>
                    <a:pt x="11008795" y="4824199"/>
                  </a:lnTo>
                  <a:lnTo>
                    <a:pt x="10995649" y="4868985"/>
                  </a:lnTo>
                  <a:lnTo>
                    <a:pt x="10980318" y="4912791"/>
                  </a:lnTo>
                  <a:lnTo>
                    <a:pt x="10962865" y="4955554"/>
                  </a:lnTo>
                  <a:lnTo>
                    <a:pt x="10943355" y="4997210"/>
                  </a:lnTo>
                  <a:lnTo>
                    <a:pt x="10921851" y="5037697"/>
                  </a:lnTo>
                  <a:lnTo>
                    <a:pt x="10898415" y="5076951"/>
                  </a:lnTo>
                  <a:lnTo>
                    <a:pt x="10873112" y="5114907"/>
                  </a:lnTo>
                  <a:lnTo>
                    <a:pt x="10846004" y="5151504"/>
                  </a:lnTo>
                  <a:lnTo>
                    <a:pt x="10817156" y="5186678"/>
                  </a:lnTo>
                  <a:lnTo>
                    <a:pt x="10786630" y="5220364"/>
                  </a:lnTo>
                  <a:lnTo>
                    <a:pt x="10754491" y="5252501"/>
                  </a:lnTo>
                  <a:lnTo>
                    <a:pt x="10720801" y="5283023"/>
                  </a:lnTo>
                  <a:lnTo>
                    <a:pt x="10685623" y="5311868"/>
                  </a:lnTo>
                  <a:lnTo>
                    <a:pt x="10649022" y="5338973"/>
                  </a:lnTo>
                  <a:lnTo>
                    <a:pt x="10611061" y="5364274"/>
                  </a:lnTo>
                  <a:lnTo>
                    <a:pt x="10571802" y="5387708"/>
                  </a:lnTo>
                  <a:lnTo>
                    <a:pt x="10531310" y="5409211"/>
                  </a:lnTo>
                  <a:lnTo>
                    <a:pt x="10489648" y="5428719"/>
                  </a:lnTo>
                  <a:lnTo>
                    <a:pt x="10446879" y="5446170"/>
                  </a:lnTo>
                  <a:lnTo>
                    <a:pt x="10403067" y="5461500"/>
                  </a:lnTo>
                  <a:lnTo>
                    <a:pt x="10358275" y="5474645"/>
                  </a:lnTo>
                  <a:lnTo>
                    <a:pt x="10312567" y="5485543"/>
                  </a:lnTo>
                  <a:lnTo>
                    <a:pt x="10266005" y="5494129"/>
                  </a:lnTo>
                  <a:lnTo>
                    <a:pt x="10218654" y="5500341"/>
                  </a:lnTo>
                  <a:lnTo>
                    <a:pt x="10170576" y="5504114"/>
                  </a:lnTo>
                  <a:lnTo>
                    <a:pt x="10121836" y="5505386"/>
                  </a:lnTo>
                  <a:lnTo>
                    <a:pt x="917638" y="5505386"/>
                  </a:lnTo>
                  <a:lnTo>
                    <a:pt x="868901" y="5504114"/>
                  </a:lnTo>
                  <a:lnTo>
                    <a:pt x="820827" y="5500341"/>
                  </a:lnTo>
                  <a:lnTo>
                    <a:pt x="773480" y="5494129"/>
                  </a:lnTo>
                  <a:lnTo>
                    <a:pt x="726921" y="5485543"/>
                  </a:lnTo>
                  <a:lnTo>
                    <a:pt x="681216" y="5474645"/>
                  </a:lnTo>
                  <a:lnTo>
                    <a:pt x="636427" y="5461500"/>
                  </a:lnTo>
                  <a:lnTo>
                    <a:pt x="592618" y="5446170"/>
                  </a:lnTo>
                  <a:lnTo>
                    <a:pt x="549853" y="5428719"/>
                  </a:lnTo>
                  <a:lnTo>
                    <a:pt x="508193" y="5409211"/>
                  </a:lnTo>
                  <a:lnTo>
                    <a:pt x="467704" y="5387708"/>
                  </a:lnTo>
                  <a:lnTo>
                    <a:pt x="428449" y="5364274"/>
                  </a:lnTo>
                  <a:lnTo>
                    <a:pt x="390490" y="5338973"/>
                  </a:lnTo>
                  <a:lnTo>
                    <a:pt x="353891" y="5311868"/>
                  </a:lnTo>
                  <a:lnTo>
                    <a:pt x="318716" y="5283023"/>
                  </a:lnTo>
                  <a:lnTo>
                    <a:pt x="285028" y="5252501"/>
                  </a:lnTo>
                  <a:lnTo>
                    <a:pt x="252891" y="5220364"/>
                  </a:lnTo>
                  <a:lnTo>
                    <a:pt x="222367" y="5186678"/>
                  </a:lnTo>
                  <a:lnTo>
                    <a:pt x="193521" y="5151504"/>
                  </a:lnTo>
                  <a:lnTo>
                    <a:pt x="166415" y="5114907"/>
                  </a:lnTo>
                  <a:lnTo>
                    <a:pt x="141113" y="5076951"/>
                  </a:lnTo>
                  <a:lnTo>
                    <a:pt x="117679" y="5037697"/>
                  </a:lnTo>
                  <a:lnTo>
                    <a:pt x="96176" y="4997210"/>
                  </a:lnTo>
                  <a:lnTo>
                    <a:pt x="76667" y="4955554"/>
                  </a:lnTo>
                  <a:lnTo>
                    <a:pt x="59216" y="4912791"/>
                  </a:lnTo>
                  <a:lnTo>
                    <a:pt x="43886" y="4868985"/>
                  </a:lnTo>
                  <a:lnTo>
                    <a:pt x="30740" y="4824199"/>
                  </a:lnTo>
                  <a:lnTo>
                    <a:pt x="19843" y="4778498"/>
                  </a:lnTo>
                  <a:lnTo>
                    <a:pt x="11256" y="4731943"/>
                  </a:lnTo>
                  <a:lnTo>
                    <a:pt x="5045" y="4684600"/>
                  </a:lnTo>
                  <a:lnTo>
                    <a:pt x="1271" y="4636530"/>
                  </a:lnTo>
                  <a:lnTo>
                    <a:pt x="0" y="4587798"/>
                  </a:lnTo>
                  <a:lnTo>
                    <a:pt x="0" y="9175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7974" y="1095375"/>
              <a:ext cx="7000875" cy="535305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Data</a:t>
            </a:r>
            <a:r>
              <a:rPr dirty="0" spc="-210"/>
              <a:t> </a:t>
            </a:r>
            <a:r>
              <a:rPr dirty="0" spc="-120"/>
              <a:t>Dictionary</a:t>
            </a:r>
            <a:r>
              <a:rPr dirty="0" spc="-260"/>
              <a:t> </a:t>
            </a:r>
            <a:r>
              <a:rPr dirty="0" spc="495"/>
              <a:t>—</a:t>
            </a:r>
            <a:r>
              <a:rPr dirty="0" spc="-260"/>
              <a:t> </a:t>
            </a:r>
            <a:r>
              <a:rPr dirty="0" spc="-65"/>
              <a:t>Database</a:t>
            </a:r>
            <a:r>
              <a:rPr dirty="0" spc="-310"/>
              <a:t> </a:t>
            </a:r>
            <a:r>
              <a:rPr dirty="0" spc="-10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98556" y="353440"/>
            <a:ext cx="7461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0" b="1">
                <a:solidFill>
                  <a:srgbClr val="008F95"/>
                </a:solidFill>
                <a:latin typeface="Trebuchet MS"/>
                <a:cs typeface="Trebuchet MS"/>
              </a:rPr>
              <a:t>DATA</a:t>
            </a:r>
            <a:r>
              <a:rPr dirty="0" sz="900" spc="-4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DESIGN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771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defines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table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fields,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types,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keys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descriptions;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PK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45">
                <a:solidFill>
                  <a:srgbClr val="222C39"/>
                </a:solidFill>
                <a:latin typeface="Tahoma"/>
                <a:cs typeface="Tahoma"/>
              </a:rPr>
              <a:t>=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primary</a:t>
            </a:r>
            <a:r>
              <a:rPr dirty="0" sz="12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key,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FK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45">
                <a:solidFill>
                  <a:srgbClr val="222C39"/>
                </a:solidFill>
                <a:latin typeface="Tahoma"/>
                <a:cs typeface="Tahoma"/>
              </a:rPr>
              <a:t>=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foreign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key,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UQ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45">
                <a:solidFill>
                  <a:srgbClr val="222C39"/>
                </a:solidFill>
                <a:latin typeface="Tahoma"/>
                <a:cs typeface="Tahoma"/>
              </a:rPr>
              <a:t>=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unique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field.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152525"/>
            <a:ext cx="3615054" cy="1433830"/>
            <a:chOff x="533400" y="1152525"/>
            <a:chExt cx="3615054" cy="14338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1181004"/>
              <a:ext cx="3586299" cy="13955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195451"/>
              <a:ext cx="3524885" cy="1323975"/>
            </a:xfrm>
            <a:custGeom>
              <a:avLst/>
              <a:gdLst/>
              <a:ahLst/>
              <a:cxnLst/>
              <a:rect l="l" t="t" r="r" b="b"/>
              <a:pathLst>
                <a:path w="3524885" h="1323975">
                  <a:moveTo>
                    <a:pt x="3303587" y="0"/>
                  </a:moveTo>
                  <a:lnTo>
                    <a:pt x="220662" y="0"/>
                  </a:lnTo>
                  <a:lnTo>
                    <a:pt x="176191" y="4478"/>
                  </a:lnTo>
                  <a:lnTo>
                    <a:pt x="134770" y="17323"/>
                  </a:lnTo>
                  <a:lnTo>
                    <a:pt x="97287" y="37652"/>
                  </a:lnTo>
                  <a:lnTo>
                    <a:pt x="64630" y="64579"/>
                  </a:lnTo>
                  <a:lnTo>
                    <a:pt x="37685" y="97221"/>
                  </a:lnTo>
                  <a:lnTo>
                    <a:pt x="17340" y="134695"/>
                  </a:lnTo>
                  <a:lnTo>
                    <a:pt x="4483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83" y="1147737"/>
                  </a:lnTo>
                  <a:lnTo>
                    <a:pt x="17340" y="1189172"/>
                  </a:lnTo>
                  <a:lnTo>
                    <a:pt x="37685" y="1226666"/>
                  </a:lnTo>
                  <a:lnTo>
                    <a:pt x="64630" y="1259332"/>
                  </a:lnTo>
                  <a:lnTo>
                    <a:pt x="97287" y="1286282"/>
                  </a:lnTo>
                  <a:lnTo>
                    <a:pt x="134770" y="1306631"/>
                  </a:lnTo>
                  <a:lnTo>
                    <a:pt x="176191" y="1319491"/>
                  </a:lnTo>
                  <a:lnTo>
                    <a:pt x="220662" y="1323975"/>
                  </a:lnTo>
                  <a:lnTo>
                    <a:pt x="3303587" y="1323975"/>
                  </a:lnTo>
                  <a:lnTo>
                    <a:pt x="3348076" y="1319491"/>
                  </a:lnTo>
                  <a:lnTo>
                    <a:pt x="3389510" y="1306631"/>
                  </a:lnTo>
                  <a:lnTo>
                    <a:pt x="3427004" y="1286282"/>
                  </a:lnTo>
                  <a:lnTo>
                    <a:pt x="3459670" y="1259332"/>
                  </a:lnTo>
                  <a:lnTo>
                    <a:pt x="3486621" y="1226666"/>
                  </a:lnTo>
                  <a:lnTo>
                    <a:pt x="3506970" y="1189172"/>
                  </a:lnTo>
                  <a:lnTo>
                    <a:pt x="3519829" y="1147737"/>
                  </a:lnTo>
                  <a:lnTo>
                    <a:pt x="3524313" y="1103249"/>
                  </a:lnTo>
                  <a:lnTo>
                    <a:pt x="3524313" y="220599"/>
                  </a:lnTo>
                  <a:lnTo>
                    <a:pt x="3519829" y="176115"/>
                  </a:lnTo>
                  <a:lnTo>
                    <a:pt x="3506970" y="134695"/>
                  </a:lnTo>
                  <a:lnTo>
                    <a:pt x="3486621" y="97221"/>
                  </a:lnTo>
                  <a:lnTo>
                    <a:pt x="3459670" y="64579"/>
                  </a:lnTo>
                  <a:lnTo>
                    <a:pt x="3427004" y="37652"/>
                  </a:lnTo>
                  <a:lnTo>
                    <a:pt x="3389510" y="17323"/>
                  </a:lnTo>
                  <a:lnTo>
                    <a:pt x="3348076" y="4478"/>
                  </a:lnTo>
                  <a:lnTo>
                    <a:pt x="3303587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195451"/>
              <a:ext cx="3524885" cy="1323975"/>
            </a:xfrm>
            <a:custGeom>
              <a:avLst/>
              <a:gdLst/>
              <a:ahLst/>
              <a:cxnLst/>
              <a:rect l="l" t="t" r="r" b="b"/>
              <a:pathLst>
                <a:path w="3524885" h="1323975">
                  <a:moveTo>
                    <a:pt x="0" y="220599"/>
                  </a:moveTo>
                  <a:lnTo>
                    <a:pt x="4483" y="176115"/>
                  </a:lnTo>
                  <a:lnTo>
                    <a:pt x="17340" y="134695"/>
                  </a:lnTo>
                  <a:lnTo>
                    <a:pt x="37685" y="97221"/>
                  </a:lnTo>
                  <a:lnTo>
                    <a:pt x="64630" y="64579"/>
                  </a:lnTo>
                  <a:lnTo>
                    <a:pt x="97287" y="37652"/>
                  </a:lnTo>
                  <a:lnTo>
                    <a:pt x="134770" y="17323"/>
                  </a:lnTo>
                  <a:lnTo>
                    <a:pt x="176191" y="4478"/>
                  </a:lnTo>
                  <a:lnTo>
                    <a:pt x="220662" y="0"/>
                  </a:lnTo>
                  <a:lnTo>
                    <a:pt x="3303587" y="0"/>
                  </a:lnTo>
                  <a:lnTo>
                    <a:pt x="3348076" y="4478"/>
                  </a:lnTo>
                  <a:lnTo>
                    <a:pt x="3389510" y="17323"/>
                  </a:lnTo>
                  <a:lnTo>
                    <a:pt x="3427004" y="37652"/>
                  </a:lnTo>
                  <a:lnTo>
                    <a:pt x="3459670" y="64579"/>
                  </a:lnTo>
                  <a:lnTo>
                    <a:pt x="3486621" y="97221"/>
                  </a:lnTo>
                  <a:lnTo>
                    <a:pt x="3506970" y="134695"/>
                  </a:lnTo>
                  <a:lnTo>
                    <a:pt x="3519829" y="176115"/>
                  </a:lnTo>
                  <a:lnTo>
                    <a:pt x="3524313" y="220599"/>
                  </a:lnTo>
                  <a:lnTo>
                    <a:pt x="3524313" y="1103249"/>
                  </a:lnTo>
                  <a:lnTo>
                    <a:pt x="3519829" y="1147737"/>
                  </a:lnTo>
                  <a:lnTo>
                    <a:pt x="3506970" y="1189172"/>
                  </a:lnTo>
                  <a:lnTo>
                    <a:pt x="3486621" y="1226666"/>
                  </a:lnTo>
                  <a:lnTo>
                    <a:pt x="3459670" y="1259332"/>
                  </a:lnTo>
                  <a:lnTo>
                    <a:pt x="3427004" y="1286282"/>
                  </a:lnTo>
                  <a:lnTo>
                    <a:pt x="3389510" y="1306631"/>
                  </a:lnTo>
                  <a:lnTo>
                    <a:pt x="3348076" y="1319491"/>
                  </a:lnTo>
                  <a:lnTo>
                    <a:pt x="3303587" y="1323975"/>
                  </a:lnTo>
                  <a:lnTo>
                    <a:pt x="220662" y="1323975"/>
                  </a:lnTo>
                  <a:lnTo>
                    <a:pt x="176191" y="1319491"/>
                  </a:lnTo>
                  <a:lnTo>
                    <a:pt x="134770" y="1306631"/>
                  </a:lnTo>
                  <a:lnTo>
                    <a:pt x="97287" y="1286282"/>
                  </a:lnTo>
                  <a:lnTo>
                    <a:pt x="64630" y="1259332"/>
                  </a:lnTo>
                  <a:lnTo>
                    <a:pt x="37685" y="1226666"/>
                  </a:lnTo>
                  <a:lnTo>
                    <a:pt x="17340" y="1189172"/>
                  </a:lnTo>
                  <a:lnTo>
                    <a:pt x="4483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152525"/>
              <a:ext cx="185737" cy="14334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190625"/>
              <a:ext cx="76200" cy="1323975"/>
            </a:xfrm>
            <a:custGeom>
              <a:avLst/>
              <a:gdLst/>
              <a:ahLst/>
              <a:cxnLst/>
              <a:rect l="l" t="t" r="r" b="b"/>
              <a:pathLst>
                <a:path w="76200" h="1323975">
                  <a:moveTo>
                    <a:pt x="76200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76200" y="13239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51279"/>
            <a:ext cx="2882900" cy="80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 b="1">
                <a:solidFill>
                  <a:srgbClr val="122239"/>
                </a:solidFill>
                <a:latin typeface="Trebuchet MS"/>
                <a:cs typeface="Trebuchet MS"/>
              </a:rPr>
              <a:t>Identity</a:t>
            </a:r>
            <a:r>
              <a:rPr dirty="0" sz="1500" spc="-8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3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access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1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Roles,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Users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User_Roles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define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accounts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role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assignments.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0" y="1152525"/>
            <a:ext cx="3615054" cy="1433830"/>
            <a:chOff x="4286250" y="1152525"/>
            <a:chExt cx="3615054" cy="143383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1181004"/>
              <a:ext cx="3586299" cy="139550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48226" y="1195451"/>
              <a:ext cx="3524250" cy="1323975"/>
            </a:xfrm>
            <a:custGeom>
              <a:avLst/>
              <a:gdLst/>
              <a:ahLst/>
              <a:cxnLst/>
              <a:rect l="l" t="t" r="r" b="b"/>
              <a:pathLst>
                <a:path w="3524250" h="1323975">
                  <a:moveTo>
                    <a:pt x="3303524" y="0"/>
                  </a:moveTo>
                  <a:lnTo>
                    <a:pt x="220599" y="0"/>
                  </a:lnTo>
                  <a:lnTo>
                    <a:pt x="176115" y="4478"/>
                  </a:lnTo>
                  <a:lnTo>
                    <a:pt x="134695" y="17323"/>
                  </a:lnTo>
                  <a:lnTo>
                    <a:pt x="97221" y="37652"/>
                  </a:lnTo>
                  <a:lnTo>
                    <a:pt x="64579" y="64579"/>
                  </a:lnTo>
                  <a:lnTo>
                    <a:pt x="37652" y="97221"/>
                  </a:lnTo>
                  <a:lnTo>
                    <a:pt x="17323" y="134695"/>
                  </a:lnTo>
                  <a:lnTo>
                    <a:pt x="4478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78" y="1147737"/>
                  </a:lnTo>
                  <a:lnTo>
                    <a:pt x="17323" y="1189172"/>
                  </a:lnTo>
                  <a:lnTo>
                    <a:pt x="37652" y="1226666"/>
                  </a:lnTo>
                  <a:lnTo>
                    <a:pt x="64579" y="1259332"/>
                  </a:lnTo>
                  <a:lnTo>
                    <a:pt x="97221" y="1286282"/>
                  </a:lnTo>
                  <a:lnTo>
                    <a:pt x="134695" y="1306631"/>
                  </a:lnTo>
                  <a:lnTo>
                    <a:pt x="176115" y="1319491"/>
                  </a:lnTo>
                  <a:lnTo>
                    <a:pt x="220599" y="1323975"/>
                  </a:lnTo>
                  <a:lnTo>
                    <a:pt x="3303524" y="1323975"/>
                  </a:lnTo>
                  <a:lnTo>
                    <a:pt x="3348012" y="1319491"/>
                  </a:lnTo>
                  <a:lnTo>
                    <a:pt x="3389447" y="1306631"/>
                  </a:lnTo>
                  <a:lnTo>
                    <a:pt x="3426941" y="1286282"/>
                  </a:lnTo>
                  <a:lnTo>
                    <a:pt x="3459606" y="1259332"/>
                  </a:lnTo>
                  <a:lnTo>
                    <a:pt x="3486557" y="1226666"/>
                  </a:lnTo>
                  <a:lnTo>
                    <a:pt x="3506906" y="1189172"/>
                  </a:lnTo>
                  <a:lnTo>
                    <a:pt x="3519766" y="1147737"/>
                  </a:lnTo>
                  <a:lnTo>
                    <a:pt x="3524250" y="1103249"/>
                  </a:lnTo>
                  <a:lnTo>
                    <a:pt x="3524250" y="220599"/>
                  </a:lnTo>
                  <a:lnTo>
                    <a:pt x="3519766" y="176115"/>
                  </a:lnTo>
                  <a:lnTo>
                    <a:pt x="3506906" y="134695"/>
                  </a:lnTo>
                  <a:lnTo>
                    <a:pt x="3486557" y="97221"/>
                  </a:lnTo>
                  <a:lnTo>
                    <a:pt x="3459606" y="64579"/>
                  </a:lnTo>
                  <a:lnTo>
                    <a:pt x="3426941" y="37652"/>
                  </a:lnTo>
                  <a:lnTo>
                    <a:pt x="3389447" y="17323"/>
                  </a:lnTo>
                  <a:lnTo>
                    <a:pt x="3348012" y="4478"/>
                  </a:lnTo>
                  <a:lnTo>
                    <a:pt x="33035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48226" y="1195451"/>
              <a:ext cx="3524250" cy="1323975"/>
            </a:xfrm>
            <a:custGeom>
              <a:avLst/>
              <a:gdLst/>
              <a:ahLst/>
              <a:cxnLst/>
              <a:rect l="l" t="t" r="r" b="b"/>
              <a:pathLst>
                <a:path w="3524250" h="1323975">
                  <a:moveTo>
                    <a:pt x="0" y="220599"/>
                  </a:moveTo>
                  <a:lnTo>
                    <a:pt x="4478" y="176115"/>
                  </a:lnTo>
                  <a:lnTo>
                    <a:pt x="17323" y="134695"/>
                  </a:lnTo>
                  <a:lnTo>
                    <a:pt x="37652" y="97221"/>
                  </a:lnTo>
                  <a:lnTo>
                    <a:pt x="64579" y="64579"/>
                  </a:lnTo>
                  <a:lnTo>
                    <a:pt x="97221" y="37652"/>
                  </a:lnTo>
                  <a:lnTo>
                    <a:pt x="134695" y="17323"/>
                  </a:lnTo>
                  <a:lnTo>
                    <a:pt x="176115" y="4478"/>
                  </a:lnTo>
                  <a:lnTo>
                    <a:pt x="220599" y="0"/>
                  </a:lnTo>
                  <a:lnTo>
                    <a:pt x="3303524" y="0"/>
                  </a:lnTo>
                  <a:lnTo>
                    <a:pt x="3348012" y="4478"/>
                  </a:lnTo>
                  <a:lnTo>
                    <a:pt x="3389447" y="17323"/>
                  </a:lnTo>
                  <a:lnTo>
                    <a:pt x="3426941" y="37652"/>
                  </a:lnTo>
                  <a:lnTo>
                    <a:pt x="3459606" y="64579"/>
                  </a:lnTo>
                  <a:lnTo>
                    <a:pt x="3486557" y="97221"/>
                  </a:lnTo>
                  <a:lnTo>
                    <a:pt x="3506906" y="134695"/>
                  </a:lnTo>
                  <a:lnTo>
                    <a:pt x="3519766" y="176115"/>
                  </a:lnTo>
                  <a:lnTo>
                    <a:pt x="3524250" y="220599"/>
                  </a:lnTo>
                  <a:lnTo>
                    <a:pt x="3524250" y="1103249"/>
                  </a:lnTo>
                  <a:lnTo>
                    <a:pt x="3519766" y="1147737"/>
                  </a:lnTo>
                  <a:lnTo>
                    <a:pt x="3506906" y="1189172"/>
                  </a:lnTo>
                  <a:lnTo>
                    <a:pt x="3486557" y="1226666"/>
                  </a:lnTo>
                  <a:lnTo>
                    <a:pt x="3459606" y="1259332"/>
                  </a:lnTo>
                  <a:lnTo>
                    <a:pt x="3426941" y="1286282"/>
                  </a:lnTo>
                  <a:lnTo>
                    <a:pt x="3389447" y="1306631"/>
                  </a:lnTo>
                  <a:lnTo>
                    <a:pt x="3348012" y="1319491"/>
                  </a:lnTo>
                  <a:lnTo>
                    <a:pt x="3303524" y="1323975"/>
                  </a:lnTo>
                  <a:lnTo>
                    <a:pt x="220599" y="1323975"/>
                  </a:lnTo>
                  <a:lnTo>
                    <a:pt x="176115" y="1319491"/>
                  </a:lnTo>
                  <a:lnTo>
                    <a:pt x="134695" y="1306631"/>
                  </a:lnTo>
                  <a:lnTo>
                    <a:pt x="97221" y="1286282"/>
                  </a:lnTo>
                  <a:lnTo>
                    <a:pt x="64579" y="1259332"/>
                  </a:lnTo>
                  <a:lnTo>
                    <a:pt x="37652" y="1226666"/>
                  </a:lnTo>
                  <a:lnTo>
                    <a:pt x="17323" y="1189172"/>
                  </a:lnTo>
                  <a:lnTo>
                    <a:pt x="4478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1152525"/>
              <a:ext cx="185737" cy="14334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43400" y="1190625"/>
              <a:ext cx="76200" cy="1323975"/>
            </a:xfrm>
            <a:custGeom>
              <a:avLst/>
              <a:gdLst/>
              <a:ahLst/>
              <a:cxnLst/>
              <a:rect l="l" t="t" r="r" b="b"/>
              <a:pathLst>
                <a:path w="76200" h="1323975">
                  <a:moveTo>
                    <a:pt x="76200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76200" y="13239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626990" y="1351279"/>
            <a:ext cx="2902585" cy="80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People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1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Patients,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Doctors</a:t>
            </a:r>
            <a:r>
              <a:rPr dirty="0" sz="1100" spc="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Pharmacists</a:t>
            </a:r>
            <a:r>
              <a:rPr dirty="0" sz="1100" spc="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store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specific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information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linked</a:t>
            </a:r>
            <a:r>
              <a:rPr dirty="0" sz="11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user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accounts.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39100" y="1152525"/>
            <a:ext cx="3605529" cy="1433830"/>
            <a:chOff x="8039100" y="1152525"/>
            <a:chExt cx="3605529" cy="143383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1181004"/>
              <a:ext cx="3576774" cy="139550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01076" y="1195451"/>
              <a:ext cx="3514725" cy="1323975"/>
            </a:xfrm>
            <a:custGeom>
              <a:avLst/>
              <a:gdLst/>
              <a:ahLst/>
              <a:cxnLst/>
              <a:rect l="l" t="t" r="r" b="b"/>
              <a:pathLst>
                <a:path w="3514725" h="1323975">
                  <a:moveTo>
                    <a:pt x="3293999" y="0"/>
                  </a:moveTo>
                  <a:lnTo>
                    <a:pt x="220599" y="0"/>
                  </a:lnTo>
                  <a:lnTo>
                    <a:pt x="176115" y="4478"/>
                  </a:lnTo>
                  <a:lnTo>
                    <a:pt x="134695" y="17323"/>
                  </a:lnTo>
                  <a:lnTo>
                    <a:pt x="97221" y="37652"/>
                  </a:lnTo>
                  <a:lnTo>
                    <a:pt x="64579" y="64579"/>
                  </a:lnTo>
                  <a:lnTo>
                    <a:pt x="37652" y="97221"/>
                  </a:lnTo>
                  <a:lnTo>
                    <a:pt x="17323" y="134695"/>
                  </a:lnTo>
                  <a:lnTo>
                    <a:pt x="4478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78" y="1147737"/>
                  </a:lnTo>
                  <a:lnTo>
                    <a:pt x="17323" y="1189172"/>
                  </a:lnTo>
                  <a:lnTo>
                    <a:pt x="37652" y="1226666"/>
                  </a:lnTo>
                  <a:lnTo>
                    <a:pt x="64579" y="1259332"/>
                  </a:lnTo>
                  <a:lnTo>
                    <a:pt x="97221" y="1286282"/>
                  </a:lnTo>
                  <a:lnTo>
                    <a:pt x="134695" y="1306631"/>
                  </a:lnTo>
                  <a:lnTo>
                    <a:pt x="176115" y="1319491"/>
                  </a:lnTo>
                  <a:lnTo>
                    <a:pt x="220599" y="1323975"/>
                  </a:lnTo>
                  <a:lnTo>
                    <a:pt x="3293999" y="1323975"/>
                  </a:lnTo>
                  <a:lnTo>
                    <a:pt x="3338487" y="1319491"/>
                  </a:lnTo>
                  <a:lnTo>
                    <a:pt x="3379922" y="1306631"/>
                  </a:lnTo>
                  <a:lnTo>
                    <a:pt x="3417416" y="1286282"/>
                  </a:lnTo>
                  <a:lnTo>
                    <a:pt x="3450081" y="1259332"/>
                  </a:lnTo>
                  <a:lnTo>
                    <a:pt x="3477032" y="1226666"/>
                  </a:lnTo>
                  <a:lnTo>
                    <a:pt x="3497381" y="1189172"/>
                  </a:lnTo>
                  <a:lnTo>
                    <a:pt x="3510241" y="1147737"/>
                  </a:lnTo>
                  <a:lnTo>
                    <a:pt x="3514725" y="1103249"/>
                  </a:lnTo>
                  <a:lnTo>
                    <a:pt x="3514725" y="220599"/>
                  </a:lnTo>
                  <a:lnTo>
                    <a:pt x="3510241" y="176115"/>
                  </a:lnTo>
                  <a:lnTo>
                    <a:pt x="3497381" y="134695"/>
                  </a:lnTo>
                  <a:lnTo>
                    <a:pt x="3477032" y="97221"/>
                  </a:lnTo>
                  <a:lnTo>
                    <a:pt x="3450081" y="64579"/>
                  </a:lnTo>
                  <a:lnTo>
                    <a:pt x="3417416" y="37652"/>
                  </a:lnTo>
                  <a:lnTo>
                    <a:pt x="3379922" y="17323"/>
                  </a:lnTo>
                  <a:lnTo>
                    <a:pt x="3338487" y="4478"/>
                  </a:lnTo>
                  <a:lnTo>
                    <a:pt x="329399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101076" y="1195451"/>
              <a:ext cx="3514725" cy="1323975"/>
            </a:xfrm>
            <a:custGeom>
              <a:avLst/>
              <a:gdLst/>
              <a:ahLst/>
              <a:cxnLst/>
              <a:rect l="l" t="t" r="r" b="b"/>
              <a:pathLst>
                <a:path w="3514725" h="1323975">
                  <a:moveTo>
                    <a:pt x="0" y="220599"/>
                  </a:moveTo>
                  <a:lnTo>
                    <a:pt x="4478" y="176115"/>
                  </a:lnTo>
                  <a:lnTo>
                    <a:pt x="17323" y="134695"/>
                  </a:lnTo>
                  <a:lnTo>
                    <a:pt x="37652" y="97221"/>
                  </a:lnTo>
                  <a:lnTo>
                    <a:pt x="64579" y="64579"/>
                  </a:lnTo>
                  <a:lnTo>
                    <a:pt x="97221" y="37652"/>
                  </a:lnTo>
                  <a:lnTo>
                    <a:pt x="134695" y="17323"/>
                  </a:lnTo>
                  <a:lnTo>
                    <a:pt x="176115" y="4478"/>
                  </a:lnTo>
                  <a:lnTo>
                    <a:pt x="220599" y="0"/>
                  </a:lnTo>
                  <a:lnTo>
                    <a:pt x="3293999" y="0"/>
                  </a:lnTo>
                  <a:lnTo>
                    <a:pt x="3338487" y="4478"/>
                  </a:lnTo>
                  <a:lnTo>
                    <a:pt x="3379922" y="17323"/>
                  </a:lnTo>
                  <a:lnTo>
                    <a:pt x="3417416" y="37652"/>
                  </a:lnTo>
                  <a:lnTo>
                    <a:pt x="3450081" y="64579"/>
                  </a:lnTo>
                  <a:lnTo>
                    <a:pt x="3477032" y="97221"/>
                  </a:lnTo>
                  <a:lnTo>
                    <a:pt x="3497381" y="134695"/>
                  </a:lnTo>
                  <a:lnTo>
                    <a:pt x="3510241" y="176115"/>
                  </a:lnTo>
                  <a:lnTo>
                    <a:pt x="3514725" y="220599"/>
                  </a:lnTo>
                  <a:lnTo>
                    <a:pt x="3514725" y="1103249"/>
                  </a:lnTo>
                  <a:lnTo>
                    <a:pt x="3510241" y="1147737"/>
                  </a:lnTo>
                  <a:lnTo>
                    <a:pt x="3497381" y="1189172"/>
                  </a:lnTo>
                  <a:lnTo>
                    <a:pt x="3477032" y="1226666"/>
                  </a:lnTo>
                  <a:lnTo>
                    <a:pt x="3450081" y="1259332"/>
                  </a:lnTo>
                  <a:lnTo>
                    <a:pt x="3417416" y="1286282"/>
                  </a:lnTo>
                  <a:lnTo>
                    <a:pt x="3379922" y="1306631"/>
                  </a:lnTo>
                  <a:lnTo>
                    <a:pt x="3338487" y="1319491"/>
                  </a:lnTo>
                  <a:lnTo>
                    <a:pt x="3293999" y="1323975"/>
                  </a:lnTo>
                  <a:lnTo>
                    <a:pt x="220599" y="1323975"/>
                  </a:lnTo>
                  <a:lnTo>
                    <a:pt x="176115" y="1319491"/>
                  </a:lnTo>
                  <a:lnTo>
                    <a:pt x="134695" y="1306631"/>
                  </a:lnTo>
                  <a:lnTo>
                    <a:pt x="97221" y="1286282"/>
                  </a:lnTo>
                  <a:lnTo>
                    <a:pt x="64579" y="1259332"/>
                  </a:lnTo>
                  <a:lnTo>
                    <a:pt x="37652" y="1226666"/>
                  </a:lnTo>
                  <a:lnTo>
                    <a:pt x="17323" y="1189172"/>
                  </a:lnTo>
                  <a:lnTo>
                    <a:pt x="4478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1152525"/>
              <a:ext cx="176212" cy="143344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096250" y="1190625"/>
              <a:ext cx="66675" cy="1323975"/>
            </a:xfrm>
            <a:custGeom>
              <a:avLst/>
              <a:gdLst/>
              <a:ahLst/>
              <a:cxnLst/>
              <a:rect l="l" t="t" r="r" b="b"/>
              <a:pathLst>
                <a:path w="66675" h="1323975">
                  <a:moveTo>
                    <a:pt x="66675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66675" y="13239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378825" y="1351279"/>
            <a:ext cx="2907665" cy="980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Prescription</a:t>
            </a:r>
            <a:r>
              <a:rPr dirty="0" sz="1500" spc="-10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domain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15"/>
              </a:spcBef>
            </a:pP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Prescriptions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Prescription_Items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connect</a:t>
            </a:r>
            <a:endParaRPr sz="1100">
              <a:latin typeface="Tahoma"/>
              <a:cs typeface="Tahoma"/>
            </a:endParaRPr>
          </a:p>
          <a:p>
            <a:pPr marL="12700" marR="553085">
              <a:lnSpc>
                <a:spcPct val="102400"/>
              </a:lnSpc>
              <a:spcBef>
                <a:spcPts val="7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doctors,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patients</a:t>
            </a:r>
            <a:r>
              <a:rPr dirty="0" sz="1100" spc="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medicines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with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dosage/frequency/duration/quantity.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3400" y="2838450"/>
            <a:ext cx="3615054" cy="1443355"/>
            <a:chOff x="533400" y="2838450"/>
            <a:chExt cx="3615054" cy="144335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1938" y="2866930"/>
              <a:ext cx="3586299" cy="140503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5312" y="2881376"/>
              <a:ext cx="3524885" cy="1333500"/>
            </a:xfrm>
            <a:custGeom>
              <a:avLst/>
              <a:gdLst/>
              <a:ahLst/>
              <a:cxnLst/>
              <a:rect l="l" t="t" r="r" b="b"/>
              <a:pathLst>
                <a:path w="3524885" h="1333500">
                  <a:moveTo>
                    <a:pt x="3301936" y="0"/>
                  </a:moveTo>
                  <a:lnTo>
                    <a:pt x="222250" y="0"/>
                  </a:lnTo>
                  <a:lnTo>
                    <a:pt x="177458" y="4512"/>
                  </a:lnTo>
                  <a:lnTo>
                    <a:pt x="135740" y="17456"/>
                  </a:lnTo>
                  <a:lnTo>
                    <a:pt x="97987" y="37940"/>
                  </a:lnTo>
                  <a:lnTo>
                    <a:pt x="65095" y="65071"/>
                  </a:lnTo>
                  <a:lnTo>
                    <a:pt x="37956" y="97959"/>
                  </a:lnTo>
                  <a:lnTo>
                    <a:pt x="17465" y="135713"/>
                  </a:lnTo>
                  <a:lnTo>
                    <a:pt x="4515" y="177440"/>
                  </a:lnTo>
                  <a:lnTo>
                    <a:pt x="0" y="222250"/>
                  </a:lnTo>
                  <a:lnTo>
                    <a:pt x="0" y="1111123"/>
                  </a:lnTo>
                  <a:lnTo>
                    <a:pt x="4515" y="1155937"/>
                  </a:lnTo>
                  <a:lnTo>
                    <a:pt x="17465" y="1197679"/>
                  </a:lnTo>
                  <a:lnTo>
                    <a:pt x="37956" y="1235453"/>
                  </a:lnTo>
                  <a:lnTo>
                    <a:pt x="65095" y="1268364"/>
                  </a:lnTo>
                  <a:lnTo>
                    <a:pt x="97987" y="1295519"/>
                  </a:lnTo>
                  <a:lnTo>
                    <a:pt x="135740" y="1316023"/>
                  </a:lnTo>
                  <a:lnTo>
                    <a:pt x="177458" y="1328981"/>
                  </a:lnTo>
                  <a:lnTo>
                    <a:pt x="222250" y="1333500"/>
                  </a:lnTo>
                  <a:lnTo>
                    <a:pt x="3301936" y="1333500"/>
                  </a:lnTo>
                  <a:lnTo>
                    <a:pt x="3346751" y="1328981"/>
                  </a:lnTo>
                  <a:lnTo>
                    <a:pt x="3388492" y="1316023"/>
                  </a:lnTo>
                  <a:lnTo>
                    <a:pt x="3426266" y="1295519"/>
                  </a:lnTo>
                  <a:lnTo>
                    <a:pt x="3459178" y="1268364"/>
                  </a:lnTo>
                  <a:lnTo>
                    <a:pt x="3486333" y="1235453"/>
                  </a:lnTo>
                  <a:lnTo>
                    <a:pt x="3506837" y="1197679"/>
                  </a:lnTo>
                  <a:lnTo>
                    <a:pt x="3519795" y="1155937"/>
                  </a:lnTo>
                  <a:lnTo>
                    <a:pt x="3524313" y="1111123"/>
                  </a:lnTo>
                  <a:lnTo>
                    <a:pt x="3524313" y="222250"/>
                  </a:lnTo>
                  <a:lnTo>
                    <a:pt x="3519795" y="177440"/>
                  </a:lnTo>
                  <a:lnTo>
                    <a:pt x="3506837" y="135713"/>
                  </a:lnTo>
                  <a:lnTo>
                    <a:pt x="3486333" y="97959"/>
                  </a:lnTo>
                  <a:lnTo>
                    <a:pt x="3459178" y="65071"/>
                  </a:lnTo>
                  <a:lnTo>
                    <a:pt x="3426266" y="37940"/>
                  </a:lnTo>
                  <a:lnTo>
                    <a:pt x="3388492" y="17456"/>
                  </a:lnTo>
                  <a:lnTo>
                    <a:pt x="3346751" y="4512"/>
                  </a:lnTo>
                  <a:lnTo>
                    <a:pt x="3301936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95312" y="2881376"/>
              <a:ext cx="3524885" cy="1333500"/>
            </a:xfrm>
            <a:custGeom>
              <a:avLst/>
              <a:gdLst/>
              <a:ahLst/>
              <a:cxnLst/>
              <a:rect l="l" t="t" r="r" b="b"/>
              <a:pathLst>
                <a:path w="3524885" h="1333500">
                  <a:moveTo>
                    <a:pt x="0" y="222250"/>
                  </a:moveTo>
                  <a:lnTo>
                    <a:pt x="4515" y="177440"/>
                  </a:lnTo>
                  <a:lnTo>
                    <a:pt x="17465" y="135713"/>
                  </a:lnTo>
                  <a:lnTo>
                    <a:pt x="37956" y="97959"/>
                  </a:lnTo>
                  <a:lnTo>
                    <a:pt x="65095" y="65071"/>
                  </a:lnTo>
                  <a:lnTo>
                    <a:pt x="97987" y="37940"/>
                  </a:lnTo>
                  <a:lnTo>
                    <a:pt x="135740" y="17456"/>
                  </a:lnTo>
                  <a:lnTo>
                    <a:pt x="177458" y="4512"/>
                  </a:lnTo>
                  <a:lnTo>
                    <a:pt x="222250" y="0"/>
                  </a:lnTo>
                  <a:lnTo>
                    <a:pt x="3301936" y="0"/>
                  </a:lnTo>
                  <a:lnTo>
                    <a:pt x="3346751" y="4512"/>
                  </a:lnTo>
                  <a:lnTo>
                    <a:pt x="3388492" y="17456"/>
                  </a:lnTo>
                  <a:lnTo>
                    <a:pt x="3426266" y="37940"/>
                  </a:lnTo>
                  <a:lnTo>
                    <a:pt x="3459178" y="65071"/>
                  </a:lnTo>
                  <a:lnTo>
                    <a:pt x="3486333" y="97959"/>
                  </a:lnTo>
                  <a:lnTo>
                    <a:pt x="3506837" y="135713"/>
                  </a:lnTo>
                  <a:lnTo>
                    <a:pt x="3519795" y="177440"/>
                  </a:lnTo>
                  <a:lnTo>
                    <a:pt x="3524313" y="222250"/>
                  </a:lnTo>
                  <a:lnTo>
                    <a:pt x="3524313" y="1111123"/>
                  </a:lnTo>
                  <a:lnTo>
                    <a:pt x="3519795" y="1155937"/>
                  </a:lnTo>
                  <a:lnTo>
                    <a:pt x="3506837" y="1197679"/>
                  </a:lnTo>
                  <a:lnTo>
                    <a:pt x="3486333" y="1235453"/>
                  </a:lnTo>
                  <a:lnTo>
                    <a:pt x="3459178" y="1268364"/>
                  </a:lnTo>
                  <a:lnTo>
                    <a:pt x="3426266" y="1295519"/>
                  </a:lnTo>
                  <a:lnTo>
                    <a:pt x="3388492" y="1316023"/>
                  </a:lnTo>
                  <a:lnTo>
                    <a:pt x="3346751" y="1328981"/>
                  </a:lnTo>
                  <a:lnTo>
                    <a:pt x="3301936" y="1333500"/>
                  </a:lnTo>
                  <a:lnTo>
                    <a:pt x="222250" y="1333500"/>
                  </a:lnTo>
                  <a:lnTo>
                    <a:pt x="177458" y="1328981"/>
                  </a:lnTo>
                  <a:lnTo>
                    <a:pt x="135740" y="1316023"/>
                  </a:lnTo>
                  <a:lnTo>
                    <a:pt x="97987" y="1295519"/>
                  </a:lnTo>
                  <a:lnTo>
                    <a:pt x="65095" y="1268364"/>
                  </a:lnTo>
                  <a:lnTo>
                    <a:pt x="37956" y="1235453"/>
                  </a:lnTo>
                  <a:lnTo>
                    <a:pt x="17465" y="1197679"/>
                  </a:lnTo>
                  <a:lnTo>
                    <a:pt x="4515" y="1155937"/>
                  </a:lnTo>
                  <a:lnTo>
                    <a:pt x="0" y="1111123"/>
                  </a:lnTo>
                  <a:lnTo>
                    <a:pt x="0" y="2222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400" y="2838450"/>
              <a:ext cx="185737" cy="144297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0550" y="2876550"/>
              <a:ext cx="76200" cy="1333500"/>
            </a:xfrm>
            <a:custGeom>
              <a:avLst/>
              <a:gdLst/>
              <a:ahLst/>
              <a:cxnLst/>
              <a:rect l="l" t="t" r="r" b="b"/>
              <a:pathLst>
                <a:path w="76200" h="1333500">
                  <a:moveTo>
                    <a:pt x="76200" y="0"/>
                  </a:moveTo>
                  <a:lnTo>
                    <a:pt x="0" y="0"/>
                  </a:lnTo>
                  <a:lnTo>
                    <a:pt x="0" y="1333500"/>
                  </a:lnTo>
                  <a:lnTo>
                    <a:pt x="76200" y="13335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75030" y="3044888"/>
            <a:ext cx="2727960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122239"/>
                </a:solidFill>
                <a:latin typeface="Trebuchet MS"/>
                <a:cs typeface="Trebuchet MS"/>
              </a:rPr>
              <a:t>Inventory</a:t>
            </a:r>
            <a:r>
              <a:rPr dirty="0" sz="1500" spc="-16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3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dispensing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  <a:spcBef>
                <a:spcPts val="154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Inventory_Batches,</a:t>
            </a:r>
            <a:r>
              <a:rPr dirty="0" sz="1100" spc="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Dispensings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Dispensing_Items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track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stock,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batch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usage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quantities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dispensed.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286250" y="2838450"/>
            <a:ext cx="3615054" cy="1443355"/>
            <a:chOff x="4286250" y="2838450"/>
            <a:chExt cx="3615054" cy="1443355"/>
          </a:xfrm>
        </p:grpSpPr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4788" y="2866930"/>
              <a:ext cx="3586299" cy="140503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348226" y="2881376"/>
              <a:ext cx="3524250" cy="1333500"/>
            </a:xfrm>
            <a:custGeom>
              <a:avLst/>
              <a:gdLst/>
              <a:ahLst/>
              <a:cxnLst/>
              <a:rect l="l" t="t" r="r" b="b"/>
              <a:pathLst>
                <a:path w="3524250" h="1333500">
                  <a:moveTo>
                    <a:pt x="3301873" y="0"/>
                  </a:moveTo>
                  <a:lnTo>
                    <a:pt x="222250" y="0"/>
                  </a:lnTo>
                  <a:lnTo>
                    <a:pt x="177440" y="4512"/>
                  </a:lnTo>
                  <a:lnTo>
                    <a:pt x="135713" y="17456"/>
                  </a:lnTo>
                  <a:lnTo>
                    <a:pt x="97959" y="37940"/>
                  </a:lnTo>
                  <a:lnTo>
                    <a:pt x="65071" y="65071"/>
                  </a:lnTo>
                  <a:lnTo>
                    <a:pt x="37940" y="97959"/>
                  </a:lnTo>
                  <a:lnTo>
                    <a:pt x="17456" y="135713"/>
                  </a:lnTo>
                  <a:lnTo>
                    <a:pt x="4512" y="177440"/>
                  </a:lnTo>
                  <a:lnTo>
                    <a:pt x="0" y="222250"/>
                  </a:lnTo>
                  <a:lnTo>
                    <a:pt x="0" y="1111123"/>
                  </a:lnTo>
                  <a:lnTo>
                    <a:pt x="4512" y="1155937"/>
                  </a:lnTo>
                  <a:lnTo>
                    <a:pt x="17456" y="1197679"/>
                  </a:lnTo>
                  <a:lnTo>
                    <a:pt x="37940" y="1235453"/>
                  </a:lnTo>
                  <a:lnTo>
                    <a:pt x="65071" y="1268364"/>
                  </a:lnTo>
                  <a:lnTo>
                    <a:pt x="97959" y="1295519"/>
                  </a:lnTo>
                  <a:lnTo>
                    <a:pt x="135713" y="1316023"/>
                  </a:lnTo>
                  <a:lnTo>
                    <a:pt x="177440" y="1328981"/>
                  </a:lnTo>
                  <a:lnTo>
                    <a:pt x="222250" y="1333500"/>
                  </a:lnTo>
                  <a:lnTo>
                    <a:pt x="3301873" y="1333500"/>
                  </a:lnTo>
                  <a:lnTo>
                    <a:pt x="3346687" y="1328981"/>
                  </a:lnTo>
                  <a:lnTo>
                    <a:pt x="3388429" y="1316023"/>
                  </a:lnTo>
                  <a:lnTo>
                    <a:pt x="3426203" y="1295519"/>
                  </a:lnTo>
                  <a:lnTo>
                    <a:pt x="3459114" y="1268364"/>
                  </a:lnTo>
                  <a:lnTo>
                    <a:pt x="3486269" y="1235453"/>
                  </a:lnTo>
                  <a:lnTo>
                    <a:pt x="3506773" y="1197679"/>
                  </a:lnTo>
                  <a:lnTo>
                    <a:pt x="3519731" y="1155937"/>
                  </a:lnTo>
                  <a:lnTo>
                    <a:pt x="3524250" y="1111123"/>
                  </a:lnTo>
                  <a:lnTo>
                    <a:pt x="3524250" y="222250"/>
                  </a:lnTo>
                  <a:lnTo>
                    <a:pt x="3519731" y="177440"/>
                  </a:lnTo>
                  <a:lnTo>
                    <a:pt x="3506773" y="135713"/>
                  </a:lnTo>
                  <a:lnTo>
                    <a:pt x="3486269" y="97959"/>
                  </a:lnTo>
                  <a:lnTo>
                    <a:pt x="3459114" y="65071"/>
                  </a:lnTo>
                  <a:lnTo>
                    <a:pt x="3426203" y="37940"/>
                  </a:lnTo>
                  <a:lnTo>
                    <a:pt x="3388429" y="17456"/>
                  </a:lnTo>
                  <a:lnTo>
                    <a:pt x="3346687" y="4512"/>
                  </a:lnTo>
                  <a:lnTo>
                    <a:pt x="33018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348226" y="2881376"/>
              <a:ext cx="3524250" cy="1333500"/>
            </a:xfrm>
            <a:custGeom>
              <a:avLst/>
              <a:gdLst/>
              <a:ahLst/>
              <a:cxnLst/>
              <a:rect l="l" t="t" r="r" b="b"/>
              <a:pathLst>
                <a:path w="3524250" h="1333500">
                  <a:moveTo>
                    <a:pt x="0" y="222250"/>
                  </a:moveTo>
                  <a:lnTo>
                    <a:pt x="4512" y="177440"/>
                  </a:lnTo>
                  <a:lnTo>
                    <a:pt x="17456" y="135713"/>
                  </a:lnTo>
                  <a:lnTo>
                    <a:pt x="37940" y="97959"/>
                  </a:lnTo>
                  <a:lnTo>
                    <a:pt x="65071" y="65071"/>
                  </a:lnTo>
                  <a:lnTo>
                    <a:pt x="97959" y="37940"/>
                  </a:lnTo>
                  <a:lnTo>
                    <a:pt x="135713" y="17456"/>
                  </a:lnTo>
                  <a:lnTo>
                    <a:pt x="177440" y="4512"/>
                  </a:lnTo>
                  <a:lnTo>
                    <a:pt x="222250" y="0"/>
                  </a:lnTo>
                  <a:lnTo>
                    <a:pt x="3301873" y="0"/>
                  </a:lnTo>
                  <a:lnTo>
                    <a:pt x="3346687" y="4512"/>
                  </a:lnTo>
                  <a:lnTo>
                    <a:pt x="3388429" y="17456"/>
                  </a:lnTo>
                  <a:lnTo>
                    <a:pt x="3426203" y="37940"/>
                  </a:lnTo>
                  <a:lnTo>
                    <a:pt x="3459114" y="65071"/>
                  </a:lnTo>
                  <a:lnTo>
                    <a:pt x="3486269" y="97959"/>
                  </a:lnTo>
                  <a:lnTo>
                    <a:pt x="3506773" y="135713"/>
                  </a:lnTo>
                  <a:lnTo>
                    <a:pt x="3519731" y="177440"/>
                  </a:lnTo>
                  <a:lnTo>
                    <a:pt x="3524250" y="222250"/>
                  </a:lnTo>
                  <a:lnTo>
                    <a:pt x="3524250" y="1111123"/>
                  </a:lnTo>
                  <a:lnTo>
                    <a:pt x="3519731" y="1155937"/>
                  </a:lnTo>
                  <a:lnTo>
                    <a:pt x="3506773" y="1197679"/>
                  </a:lnTo>
                  <a:lnTo>
                    <a:pt x="3486269" y="1235453"/>
                  </a:lnTo>
                  <a:lnTo>
                    <a:pt x="3459114" y="1268364"/>
                  </a:lnTo>
                  <a:lnTo>
                    <a:pt x="3426203" y="1295519"/>
                  </a:lnTo>
                  <a:lnTo>
                    <a:pt x="3388429" y="1316023"/>
                  </a:lnTo>
                  <a:lnTo>
                    <a:pt x="3346687" y="1328981"/>
                  </a:lnTo>
                  <a:lnTo>
                    <a:pt x="3301873" y="1333500"/>
                  </a:lnTo>
                  <a:lnTo>
                    <a:pt x="222250" y="1333500"/>
                  </a:lnTo>
                  <a:lnTo>
                    <a:pt x="177440" y="1328981"/>
                  </a:lnTo>
                  <a:lnTo>
                    <a:pt x="135713" y="1316023"/>
                  </a:lnTo>
                  <a:lnTo>
                    <a:pt x="97959" y="1295519"/>
                  </a:lnTo>
                  <a:lnTo>
                    <a:pt x="65071" y="1268364"/>
                  </a:lnTo>
                  <a:lnTo>
                    <a:pt x="37940" y="1235453"/>
                  </a:lnTo>
                  <a:lnTo>
                    <a:pt x="17456" y="1197679"/>
                  </a:lnTo>
                  <a:lnTo>
                    <a:pt x="4512" y="1155937"/>
                  </a:lnTo>
                  <a:lnTo>
                    <a:pt x="0" y="1111123"/>
                  </a:lnTo>
                  <a:lnTo>
                    <a:pt x="0" y="2222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86250" y="2838450"/>
              <a:ext cx="185737" cy="144297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43400" y="2876550"/>
              <a:ext cx="76200" cy="1333500"/>
            </a:xfrm>
            <a:custGeom>
              <a:avLst/>
              <a:gdLst/>
              <a:ahLst/>
              <a:cxnLst/>
              <a:rect l="l" t="t" r="r" b="b"/>
              <a:pathLst>
                <a:path w="76200" h="1333500">
                  <a:moveTo>
                    <a:pt x="76200" y="0"/>
                  </a:moveTo>
                  <a:lnTo>
                    <a:pt x="0" y="0"/>
                  </a:lnTo>
                  <a:lnTo>
                    <a:pt x="0" y="1333500"/>
                  </a:lnTo>
                  <a:lnTo>
                    <a:pt x="76200" y="13335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4626990" y="3044888"/>
            <a:ext cx="298767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122239"/>
                </a:solidFill>
                <a:latin typeface="Trebuchet MS"/>
                <a:cs typeface="Trebuchet MS"/>
              </a:rPr>
              <a:t>Tracking</a:t>
            </a:r>
            <a:r>
              <a:rPr dirty="0" sz="1500" spc="-9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3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notifications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  <a:spcBef>
                <a:spcPts val="154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Medication_Tracking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records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Taken/Missed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status;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Notifications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manages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reminders,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refill,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low-stock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expiry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messages.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039100" y="2838450"/>
            <a:ext cx="3605529" cy="1443355"/>
            <a:chOff x="8039100" y="2838450"/>
            <a:chExt cx="3605529" cy="1443355"/>
          </a:xfrm>
        </p:grpSpPr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67638" y="2866930"/>
              <a:ext cx="3576774" cy="140503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101076" y="2881376"/>
              <a:ext cx="3514725" cy="1333500"/>
            </a:xfrm>
            <a:custGeom>
              <a:avLst/>
              <a:gdLst/>
              <a:ahLst/>
              <a:cxnLst/>
              <a:rect l="l" t="t" r="r" b="b"/>
              <a:pathLst>
                <a:path w="3514725" h="1333500">
                  <a:moveTo>
                    <a:pt x="3292348" y="0"/>
                  </a:moveTo>
                  <a:lnTo>
                    <a:pt x="222250" y="0"/>
                  </a:lnTo>
                  <a:lnTo>
                    <a:pt x="177440" y="4512"/>
                  </a:lnTo>
                  <a:lnTo>
                    <a:pt x="135713" y="17456"/>
                  </a:lnTo>
                  <a:lnTo>
                    <a:pt x="97959" y="37940"/>
                  </a:lnTo>
                  <a:lnTo>
                    <a:pt x="65071" y="65071"/>
                  </a:lnTo>
                  <a:lnTo>
                    <a:pt x="37940" y="97959"/>
                  </a:lnTo>
                  <a:lnTo>
                    <a:pt x="17456" y="135713"/>
                  </a:lnTo>
                  <a:lnTo>
                    <a:pt x="4512" y="177440"/>
                  </a:lnTo>
                  <a:lnTo>
                    <a:pt x="0" y="222250"/>
                  </a:lnTo>
                  <a:lnTo>
                    <a:pt x="0" y="1111123"/>
                  </a:lnTo>
                  <a:lnTo>
                    <a:pt x="4512" y="1155937"/>
                  </a:lnTo>
                  <a:lnTo>
                    <a:pt x="17456" y="1197679"/>
                  </a:lnTo>
                  <a:lnTo>
                    <a:pt x="37940" y="1235453"/>
                  </a:lnTo>
                  <a:lnTo>
                    <a:pt x="65071" y="1268364"/>
                  </a:lnTo>
                  <a:lnTo>
                    <a:pt x="97959" y="1295519"/>
                  </a:lnTo>
                  <a:lnTo>
                    <a:pt x="135713" y="1316023"/>
                  </a:lnTo>
                  <a:lnTo>
                    <a:pt x="177440" y="1328981"/>
                  </a:lnTo>
                  <a:lnTo>
                    <a:pt x="222250" y="1333500"/>
                  </a:lnTo>
                  <a:lnTo>
                    <a:pt x="3292348" y="1333500"/>
                  </a:lnTo>
                  <a:lnTo>
                    <a:pt x="3337162" y="1328981"/>
                  </a:lnTo>
                  <a:lnTo>
                    <a:pt x="3378904" y="1316023"/>
                  </a:lnTo>
                  <a:lnTo>
                    <a:pt x="3416678" y="1295519"/>
                  </a:lnTo>
                  <a:lnTo>
                    <a:pt x="3449589" y="1268364"/>
                  </a:lnTo>
                  <a:lnTo>
                    <a:pt x="3476744" y="1235453"/>
                  </a:lnTo>
                  <a:lnTo>
                    <a:pt x="3497248" y="1197679"/>
                  </a:lnTo>
                  <a:lnTo>
                    <a:pt x="3510206" y="1155937"/>
                  </a:lnTo>
                  <a:lnTo>
                    <a:pt x="3514725" y="1111123"/>
                  </a:lnTo>
                  <a:lnTo>
                    <a:pt x="3514725" y="222250"/>
                  </a:lnTo>
                  <a:lnTo>
                    <a:pt x="3510206" y="177440"/>
                  </a:lnTo>
                  <a:lnTo>
                    <a:pt x="3497248" y="135713"/>
                  </a:lnTo>
                  <a:lnTo>
                    <a:pt x="3476744" y="97959"/>
                  </a:lnTo>
                  <a:lnTo>
                    <a:pt x="3449589" y="65071"/>
                  </a:lnTo>
                  <a:lnTo>
                    <a:pt x="3416678" y="37940"/>
                  </a:lnTo>
                  <a:lnTo>
                    <a:pt x="3378904" y="17456"/>
                  </a:lnTo>
                  <a:lnTo>
                    <a:pt x="3337162" y="4512"/>
                  </a:lnTo>
                  <a:lnTo>
                    <a:pt x="32923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101076" y="2881376"/>
              <a:ext cx="3514725" cy="1333500"/>
            </a:xfrm>
            <a:custGeom>
              <a:avLst/>
              <a:gdLst/>
              <a:ahLst/>
              <a:cxnLst/>
              <a:rect l="l" t="t" r="r" b="b"/>
              <a:pathLst>
                <a:path w="3514725" h="1333500">
                  <a:moveTo>
                    <a:pt x="0" y="222250"/>
                  </a:moveTo>
                  <a:lnTo>
                    <a:pt x="4512" y="177440"/>
                  </a:lnTo>
                  <a:lnTo>
                    <a:pt x="17456" y="135713"/>
                  </a:lnTo>
                  <a:lnTo>
                    <a:pt x="37940" y="97959"/>
                  </a:lnTo>
                  <a:lnTo>
                    <a:pt x="65071" y="65071"/>
                  </a:lnTo>
                  <a:lnTo>
                    <a:pt x="97959" y="37940"/>
                  </a:lnTo>
                  <a:lnTo>
                    <a:pt x="135713" y="17456"/>
                  </a:lnTo>
                  <a:lnTo>
                    <a:pt x="177440" y="4512"/>
                  </a:lnTo>
                  <a:lnTo>
                    <a:pt x="222250" y="0"/>
                  </a:lnTo>
                  <a:lnTo>
                    <a:pt x="3292348" y="0"/>
                  </a:lnTo>
                  <a:lnTo>
                    <a:pt x="3337162" y="4512"/>
                  </a:lnTo>
                  <a:lnTo>
                    <a:pt x="3378904" y="17456"/>
                  </a:lnTo>
                  <a:lnTo>
                    <a:pt x="3416678" y="37940"/>
                  </a:lnTo>
                  <a:lnTo>
                    <a:pt x="3449589" y="65071"/>
                  </a:lnTo>
                  <a:lnTo>
                    <a:pt x="3476744" y="97959"/>
                  </a:lnTo>
                  <a:lnTo>
                    <a:pt x="3497248" y="135713"/>
                  </a:lnTo>
                  <a:lnTo>
                    <a:pt x="3510206" y="177440"/>
                  </a:lnTo>
                  <a:lnTo>
                    <a:pt x="3514725" y="222250"/>
                  </a:lnTo>
                  <a:lnTo>
                    <a:pt x="3514725" y="1111123"/>
                  </a:lnTo>
                  <a:lnTo>
                    <a:pt x="3510206" y="1155937"/>
                  </a:lnTo>
                  <a:lnTo>
                    <a:pt x="3497248" y="1197679"/>
                  </a:lnTo>
                  <a:lnTo>
                    <a:pt x="3476744" y="1235453"/>
                  </a:lnTo>
                  <a:lnTo>
                    <a:pt x="3449589" y="1268364"/>
                  </a:lnTo>
                  <a:lnTo>
                    <a:pt x="3416678" y="1295519"/>
                  </a:lnTo>
                  <a:lnTo>
                    <a:pt x="3378904" y="1316023"/>
                  </a:lnTo>
                  <a:lnTo>
                    <a:pt x="3337162" y="1328981"/>
                  </a:lnTo>
                  <a:lnTo>
                    <a:pt x="3292348" y="1333500"/>
                  </a:lnTo>
                  <a:lnTo>
                    <a:pt x="222250" y="1333500"/>
                  </a:lnTo>
                  <a:lnTo>
                    <a:pt x="177440" y="1328981"/>
                  </a:lnTo>
                  <a:lnTo>
                    <a:pt x="135713" y="1316023"/>
                  </a:lnTo>
                  <a:lnTo>
                    <a:pt x="97959" y="1295519"/>
                  </a:lnTo>
                  <a:lnTo>
                    <a:pt x="65071" y="1268364"/>
                  </a:lnTo>
                  <a:lnTo>
                    <a:pt x="37940" y="1235453"/>
                  </a:lnTo>
                  <a:lnTo>
                    <a:pt x="17456" y="1197679"/>
                  </a:lnTo>
                  <a:lnTo>
                    <a:pt x="4512" y="1155937"/>
                  </a:lnTo>
                  <a:lnTo>
                    <a:pt x="0" y="1111123"/>
                  </a:lnTo>
                  <a:lnTo>
                    <a:pt x="0" y="2222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9100" y="2838450"/>
              <a:ext cx="176212" cy="144297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096250" y="2876550"/>
              <a:ext cx="66675" cy="1333500"/>
            </a:xfrm>
            <a:custGeom>
              <a:avLst/>
              <a:gdLst/>
              <a:ahLst/>
              <a:cxnLst/>
              <a:rect l="l" t="t" r="r" b="b"/>
              <a:pathLst>
                <a:path w="66675" h="1333500">
                  <a:moveTo>
                    <a:pt x="66675" y="0"/>
                  </a:moveTo>
                  <a:lnTo>
                    <a:pt x="0" y="0"/>
                  </a:lnTo>
                  <a:lnTo>
                    <a:pt x="0" y="1333500"/>
                  </a:lnTo>
                  <a:lnTo>
                    <a:pt x="66675" y="13335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378825" y="3044888"/>
            <a:ext cx="289242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Operations</a:t>
            </a:r>
            <a:r>
              <a:rPr dirty="0" sz="1500" spc="-18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3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122239"/>
                </a:solidFill>
                <a:latin typeface="Trebuchet MS"/>
                <a:cs typeface="Trebuchet MS"/>
              </a:rPr>
              <a:t>audit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300"/>
              </a:lnSpc>
              <a:spcBef>
                <a:spcPts val="154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Appointments,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Tests,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Reports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Audit_Logs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support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clinic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workflows,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exports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accountability.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38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957262" y="4985956"/>
            <a:ext cx="959485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4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22C39"/>
                </a:solidFill>
                <a:latin typeface="Tahoma"/>
                <a:cs typeface="Tahoma"/>
              </a:rPr>
              <a:t>report's</a:t>
            </a:r>
            <a:r>
              <a:rPr dirty="0" sz="14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dictionary</a:t>
            </a:r>
            <a:r>
              <a:rPr dirty="0" sz="14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spans</a:t>
            </a:r>
            <a:r>
              <a:rPr dirty="0" sz="14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4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database</a:t>
            </a:r>
            <a:r>
              <a:rPr dirty="0" sz="14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model</a:t>
            </a:r>
            <a:r>
              <a:rPr dirty="0" sz="1400" spc="-1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4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Roles/Users</a:t>
            </a:r>
            <a:r>
              <a:rPr dirty="0" sz="14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22C39"/>
                </a:solidFill>
                <a:latin typeface="Tahoma"/>
                <a:cs typeface="Tahoma"/>
              </a:rPr>
              <a:t>through</a:t>
            </a:r>
            <a:r>
              <a:rPr dirty="0" sz="14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22C39"/>
                </a:solidFill>
                <a:latin typeface="Tahoma"/>
                <a:cs typeface="Tahoma"/>
              </a:rPr>
              <a:t>Audit_Logs</a:t>
            </a:r>
            <a:r>
              <a:rPr dirty="0" sz="14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4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includes</a:t>
            </a:r>
            <a:r>
              <a:rPr dirty="0" sz="14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22C39"/>
                </a:solidFill>
                <a:latin typeface="Tahoma"/>
                <a:cs typeface="Tahoma"/>
              </a:rPr>
              <a:t>PK/FK/UQ</a:t>
            </a:r>
            <a:r>
              <a:rPr dirty="0" sz="14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relationships.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Data</a:t>
            </a:r>
            <a:r>
              <a:rPr dirty="0" spc="-204"/>
              <a:t> </a:t>
            </a:r>
            <a:r>
              <a:rPr dirty="0" spc="-145"/>
              <a:t>Protection</a:t>
            </a:r>
            <a:r>
              <a:rPr dirty="0" spc="-280"/>
              <a:t> </a:t>
            </a:r>
            <a:r>
              <a:rPr dirty="0" spc="-90"/>
              <a:t>Impact</a:t>
            </a:r>
            <a:r>
              <a:rPr dirty="0" spc="-254"/>
              <a:t> </a:t>
            </a:r>
            <a:r>
              <a:rPr dirty="0" spc="-30"/>
              <a:t>Assessment</a:t>
            </a:r>
            <a:r>
              <a:rPr dirty="0" spc="-295"/>
              <a:t> </a:t>
            </a:r>
            <a:r>
              <a:rPr dirty="0" spc="495"/>
              <a:t>—</a:t>
            </a:r>
            <a:r>
              <a:rPr dirty="0" spc="-250"/>
              <a:t> </a:t>
            </a:r>
            <a:r>
              <a:rPr dirty="0" spc="-105"/>
              <a:t>Purpose</a:t>
            </a:r>
            <a:r>
              <a:rPr dirty="0" spc="-305"/>
              <a:t> </a:t>
            </a:r>
            <a:r>
              <a:rPr dirty="0" spc="600"/>
              <a:t>s</a:t>
            </a:r>
            <a:r>
              <a:rPr dirty="0" spc="-225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79430" y="353440"/>
            <a:ext cx="8585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PRIVACY</a:t>
            </a:r>
            <a:r>
              <a:rPr dirty="0" sz="900" spc="-10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220" b="1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dirty="0" sz="900" spc="-20" b="1">
                <a:solidFill>
                  <a:srgbClr val="008F95"/>
                </a:solidFill>
                <a:latin typeface="Trebuchet MS"/>
                <a:cs typeface="Trebuchet MS"/>
              </a:rPr>
              <a:t> RISK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80714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DPMTMS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processes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highly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sensitive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personal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health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information,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making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privacy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risk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assessment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central</a:t>
            </a:r>
            <a:r>
              <a:rPr dirty="0" sz="12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design.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200022"/>
            <a:ext cx="5396230" cy="1662430"/>
            <a:chOff x="533400" y="1200022"/>
            <a:chExt cx="5396230" cy="16624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50" y="1228517"/>
              <a:ext cx="5367450" cy="16242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243075"/>
              <a:ext cx="5306060" cy="1552575"/>
            </a:xfrm>
            <a:custGeom>
              <a:avLst/>
              <a:gdLst/>
              <a:ahLst/>
              <a:cxnLst/>
              <a:rect l="l" t="t" r="r" b="b"/>
              <a:pathLst>
                <a:path w="5306060" h="1552575">
                  <a:moveTo>
                    <a:pt x="5046662" y="0"/>
                  </a:moveTo>
                  <a:lnTo>
                    <a:pt x="258762" y="0"/>
                  </a:lnTo>
                  <a:lnTo>
                    <a:pt x="212248" y="4168"/>
                  </a:lnTo>
                  <a:lnTo>
                    <a:pt x="168470" y="16184"/>
                  </a:lnTo>
                  <a:lnTo>
                    <a:pt x="128158" y="35320"/>
                  </a:lnTo>
                  <a:lnTo>
                    <a:pt x="92044" y="60842"/>
                  </a:lnTo>
                  <a:lnTo>
                    <a:pt x="60856" y="92022"/>
                  </a:lnTo>
                  <a:lnTo>
                    <a:pt x="35328" y="128128"/>
                  </a:lnTo>
                  <a:lnTo>
                    <a:pt x="16188" y="168430"/>
                  </a:lnTo>
                  <a:lnTo>
                    <a:pt x="4168" y="212197"/>
                  </a:lnTo>
                  <a:lnTo>
                    <a:pt x="0" y="258699"/>
                  </a:lnTo>
                  <a:lnTo>
                    <a:pt x="0" y="1293749"/>
                  </a:lnTo>
                  <a:lnTo>
                    <a:pt x="4168" y="1340254"/>
                  </a:lnTo>
                  <a:lnTo>
                    <a:pt x="16188" y="1384033"/>
                  </a:lnTo>
                  <a:lnTo>
                    <a:pt x="35328" y="1424352"/>
                  </a:lnTo>
                  <a:lnTo>
                    <a:pt x="60856" y="1460478"/>
                  </a:lnTo>
                  <a:lnTo>
                    <a:pt x="92044" y="1491679"/>
                  </a:lnTo>
                  <a:lnTo>
                    <a:pt x="128158" y="1517221"/>
                  </a:lnTo>
                  <a:lnTo>
                    <a:pt x="168470" y="1536374"/>
                  </a:lnTo>
                  <a:lnTo>
                    <a:pt x="212248" y="1548402"/>
                  </a:lnTo>
                  <a:lnTo>
                    <a:pt x="258762" y="1552575"/>
                  </a:lnTo>
                  <a:lnTo>
                    <a:pt x="5046662" y="1552575"/>
                  </a:lnTo>
                  <a:lnTo>
                    <a:pt x="5093168" y="1548402"/>
                  </a:lnTo>
                  <a:lnTo>
                    <a:pt x="5136946" y="1536374"/>
                  </a:lnTo>
                  <a:lnTo>
                    <a:pt x="5177265" y="1517221"/>
                  </a:lnTo>
                  <a:lnTo>
                    <a:pt x="5213391" y="1491679"/>
                  </a:lnTo>
                  <a:lnTo>
                    <a:pt x="5244592" y="1460478"/>
                  </a:lnTo>
                  <a:lnTo>
                    <a:pt x="5270135" y="1424352"/>
                  </a:lnTo>
                  <a:lnTo>
                    <a:pt x="5289287" y="1384033"/>
                  </a:lnTo>
                  <a:lnTo>
                    <a:pt x="5301316" y="1340254"/>
                  </a:lnTo>
                  <a:lnTo>
                    <a:pt x="5305488" y="1293749"/>
                  </a:lnTo>
                  <a:lnTo>
                    <a:pt x="5305488" y="258699"/>
                  </a:lnTo>
                  <a:lnTo>
                    <a:pt x="5301316" y="212197"/>
                  </a:lnTo>
                  <a:lnTo>
                    <a:pt x="5289287" y="168430"/>
                  </a:lnTo>
                  <a:lnTo>
                    <a:pt x="5270135" y="128128"/>
                  </a:lnTo>
                  <a:lnTo>
                    <a:pt x="5244592" y="92022"/>
                  </a:lnTo>
                  <a:lnTo>
                    <a:pt x="5213391" y="60842"/>
                  </a:lnTo>
                  <a:lnTo>
                    <a:pt x="5177265" y="35320"/>
                  </a:lnTo>
                  <a:lnTo>
                    <a:pt x="5136946" y="16184"/>
                  </a:lnTo>
                  <a:lnTo>
                    <a:pt x="5093168" y="4168"/>
                  </a:lnTo>
                  <a:lnTo>
                    <a:pt x="5046662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243075"/>
              <a:ext cx="5306060" cy="1552575"/>
            </a:xfrm>
            <a:custGeom>
              <a:avLst/>
              <a:gdLst/>
              <a:ahLst/>
              <a:cxnLst/>
              <a:rect l="l" t="t" r="r" b="b"/>
              <a:pathLst>
                <a:path w="5306060" h="1552575">
                  <a:moveTo>
                    <a:pt x="0" y="258699"/>
                  </a:moveTo>
                  <a:lnTo>
                    <a:pt x="4168" y="212197"/>
                  </a:lnTo>
                  <a:lnTo>
                    <a:pt x="16188" y="168430"/>
                  </a:lnTo>
                  <a:lnTo>
                    <a:pt x="35328" y="128128"/>
                  </a:lnTo>
                  <a:lnTo>
                    <a:pt x="60856" y="92022"/>
                  </a:lnTo>
                  <a:lnTo>
                    <a:pt x="92044" y="60842"/>
                  </a:lnTo>
                  <a:lnTo>
                    <a:pt x="128158" y="35320"/>
                  </a:lnTo>
                  <a:lnTo>
                    <a:pt x="168470" y="16184"/>
                  </a:lnTo>
                  <a:lnTo>
                    <a:pt x="212248" y="4168"/>
                  </a:lnTo>
                  <a:lnTo>
                    <a:pt x="258762" y="0"/>
                  </a:lnTo>
                  <a:lnTo>
                    <a:pt x="5046662" y="0"/>
                  </a:lnTo>
                  <a:lnTo>
                    <a:pt x="5093168" y="4168"/>
                  </a:lnTo>
                  <a:lnTo>
                    <a:pt x="5136946" y="16184"/>
                  </a:lnTo>
                  <a:lnTo>
                    <a:pt x="5177265" y="35320"/>
                  </a:lnTo>
                  <a:lnTo>
                    <a:pt x="5213391" y="60842"/>
                  </a:lnTo>
                  <a:lnTo>
                    <a:pt x="5244592" y="92022"/>
                  </a:lnTo>
                  <a:lnTo>
                    <a:pt x="5270135" y="128128"/>
                  </a:lnTo>
                  <a:lnTo>
                    <a:pt x="5289287" y="168430"/>
                  </a:lnTo>
                  <a:lnTo>
                    <a:pt x="5301316" y="212197"/>
                  </a:lnTo>
                  <a:lnTo>
                    <a:pt x="5305488" y="258699"/>
                  </a:lnTo>
                  <a:lnTo>
                    <a:pt x="5305488" y="1293749"/>
                  </a:lnTo>
                  <a:lnTo>
                    <a:pt x="5301316" y="1340254"/>
                  </a:lnTo>
                  <a:lnTo>
                    <a:pt x="5289287" y="1384033"/>
                  </a:lnTo>
                  <a:lnTo>
                    <a:pt x="5270135" y="1424352"/>
                  </a:lnTo>
                  <a:lnTo>
                    <a:pt x="5244592" y="1460478"/>
                  </a:lnTo>
                  <a:lnTo>
                    <a:pt x="5213391" y="1491679"/>
                  </a:lnTo>
                  <a:lnTo>
                    <a:pt x="5177265" y="1517221"/>
                  </a:lnTo>
                  <a:lnTo>
                    <a:pt x="5136946" y="1536374"/>
                  </a:lnTo>
                  <a:lnTo>
                    <a:pt x="5093168" y="1548402"/>
                  </a:lnTo>
                  <a:lnTo>
                    <a:pt x="5046662" y="1552575"/>
                  </a:lnTo>
                  <a:lnTo>
                    <a:pt x="258762" y="1552575"/>
                  </a:lnTo>
                  <a:lnTo>
                    <a:pt x="212248" y="1548402"/>
                  </a:lnTo>
                  <a:lnTo>
                    <a:pt x="168470" y="1536374"/>
                  </a:lnTo>
                  <a:lnTo>
                    <a:pt x="128158" y="1517221"/>
                  </a:lnTo>
                  <a:lnTo>
                    <a:pt x="92044" y="1491679"/>
                  </a:lnTo>
                  <a:lnTo>
                    <a:pt x="60856" y="1460478"/>
                  </a:lnTo>
                  <a:lnTo>
                    <a:pt x="35328" y="1424352"/>
                  </a:lnTo>
                  <a:lnTo>
                    <a:pt x="16188" y="1384033"/>
                  </a:lnTo>
                  <a:lnTo>
                    <a:pt x="4168" y="1340254"/>
                  </a:lnTo>
                  <a:lnTo>
                    <a:pt x="0" y="1293749"/>
                  </a:lnTo>
                  <a:lnTo>
                    <a:pt x="0" y="2586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200022"/>
              <a:ext cx="185737" cy="16621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238249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200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76200" y="15525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96682"/>
            <a:ext cx="178435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Why</a:t>
            </a:r>
            <a:r>
              <a:rPr dirty="0" sz="1500" spc="-10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40" b="1">
                <a:solidFill>
                  <a:srgbClr val="122239"/>
                </a:solidFill>
                <a:latin typeface="Trebuchet MS"/>
                <a:cs typeface="Trebuchet MS"/>
              </a:rPr>
              <a:t>a</a:t>
            </a:r>
            <a:r>
              <a:rPr dirty="0" sz="1500" spc="-15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5" b="1">
                <a:solidFill>
                  <a:srgbClr val="122239"/>
                </a:solidFill>
                <a:latin typeface="Trebuchet MS"/>
                <a:cs typeface="Trebuchet MS"/>
              </a:rPr>
              <a:t>DPIA</a:t>
            </a:r>
            <a:r>
              <a:rPr dirty="0" sz="1500" spc="-15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is</a:t>
            </a:r>
            <a:r>
              <a:rPr dirty="0" sz="1500" spc="-19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60" b="1">
                <a:solidFill>
                  <a:srgbClr val="122239"/>
                </a:solidFill>
                <a:latin typeface="Trebuchet MS"/>
                <a:cs typeface="Trebuchet MS"/>
              </a:rPr>
              <a:t>needed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5030" y="1817814"/>
            <a:ext cx="476694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collects,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processes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stores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medical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histories,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prescriptions,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medication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details</a:t>
            </a:r>
            <a:r>
              <a:rPr dirty="0" sz="1100" spc="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activity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logs.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62675" y="1200022"/>
            <a:ext cx="5396230" cy="1662430"/>
            <a:chOff x="6162675" y="1200022"/>
            <a:chExt cx="5396230" cy="166243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25" y="1228517"/>
              <a:ext cx="5367450" cy="16242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24651" y="1243075"/>
              <a:ext cx="5305425" cy="1552575"/>
            </a:xfrm>
            <a:custGeom>
              <a:avLst/>
              <a:gdLst/>
              <a:ahLst/>
              <a:cxnLst/>
              <a:rect l="l" t="t" r="r" b="b"/>
              <a:pathLst>
                <a:path w="5305425" h="1552575">
                  <a:moveTo>
                    <a:pt x="5046599" y="0"/>
                  </a:moveTo>
                  <a:lnTo>
                    <a:pt x="258699" y="0"/>
                  </a:lnTo>
                  <a:lnTo>
                    <a:pt x="212197" y="4168"/>
                  </a:lnTo>
                  <a:lnTo>
                    <a:pt x="168430" y="16184"/>
                  </a:lnTo>
                  <a:lnTo>
                    <a:pt x="128128" y="35320"/>
                  </a:lnTo>
                  <a:lnTo>
                    <a:pt x="92022" y="60842"/>
                  </a:lnTo>
                  <a:lnTo>
                    <a:pt x="60842" y="92022"/>
                  </a:lnTo>
                  <a:lnTo>
                    <a:pt x="35320" y="128128"/>
                  </a:lnTo>
                  <a:lnTo>
                    <a:pt x="16184" y="168430"/>
                  </a:lnTo>
                  <a:lnTo>
                    <a:pt x="4168" y="212197"/>
                  </a:lnTo>
                  <a:lnTo>
                    <a:pt x="0" y="258699"/>
                  </a:lnTo>
                  <a:lnTo>
                    <a:pt x="0" y="1293749"/>
                  </a:lnTo>
                  <a:lnTo>
                    <a:pt x="4168" y="1340254"/>
                  </a:lnTo>
                  <a:lnTo>
                    <a:pt x="16184" y="1384033"/>
                  </a:lnTo>
                  <a:lnTo>
                    <a:pt x="35320" y="1424352"/>
                  </a:lnTo>
                  <a:lnTo>
                    <a:pt x="60842" y="1460478"/>
                  </a:lnTo>
                  <a:lnTo>
                    <a:pt x="92022" y="1491679"/>
                  </a:lnTo>
                  <a:lnTo>
                    <a:pt x="128128" y="1517221"/>
                  </a:lnTo>
                  <a:lnTo>
                    <a:pt x="168430" y="1536374"/>
                  </a:lnTo>
                  <a:lnTo>
                    <a:pt x="212197" y="1548402"/>
                  </a:lnTo>
                  <a:lnTo>
                    <a:pt x="258699" y="1552575"/>
                  </a:lnTo>
                  <a:lnTo>
                    <a:pt x="5046599" y="1552575"/>
                  </a:lnTo>
                  <a:lnTo>
                    <a:pt x="5093104" y="1548402"/>
                  </a:lnTo>
                  <a:lnTo>
                    <a:pt x="5136883" y="1536374"/>
                  </a:lnTo>
                  <a:lnTo>
                    <a:pt x="5177202" y="1517221"/>
                  </a:lnTo>
                  <a:lnTo>
                    <a:pt x="5213328" y="1491679"/>
                  </a:lnTo>
                  <a:lnTo>
                    <a:pt x="5244529" y="1460478"/>
                  </a:lnTo>
                  <a:lnTo>
                    <a:pt x="5270071" y="1424352"/>
                  </a:lnTo>
                  <a:lnTo>
                    <a:pt x="5289224" y="1384033"/>
                  </a:lnTo>
                  <a:lnTo>
                    <a:pt x="5301252" y="1340254"/>
                  </a:lnTo>
                  <a:lnTo>
                    <a:pt x="5305425" y="1293749"/>
                  </a:lnTo>
                  <a:lnTo>
                    <a:pt x="5305425" y="258699"/>
                  </a:lnTo>
                  <a:lnTo>
                    <a:pt x="5301252" y="212197"/>
                  </a:lnTo>
                  <a:lnTo>
                    <a:pt x="5289224" y="168430"/>
                  </a:lnTo>
                  <a:lnTo>
                    <a:pt x="5270071" y="128128"/>
                  </a:lnTo>
                  <a:lnTo>
                    <a:pt x="5244529" y="92022"/>
                  </a:lnTo>
                  <a:lnTo>
                    <a:pt x="5213328" y="60842"/>
                  </a:lnTo>
                  <a:lnTo>
                    <a:pt x="5177202" y="35320"/>
                  </a:lnTo>
                  <a:lnTo>
                    <a:pt x="5136883" y="16184"/>
                  </a:lnTo>
                  <a:lnTo>
                    <a:pt x="5093104" y="4168"/>
                  </a:lnTo>
                  <a:lnTo>
                    <a:pt x="504659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24651" y="1243075"/>
              <a:ext cx="5305425" cy="1552575"/>
            </a:xfrm>
            <a:custGeom>
              <a:avLst/>
              <a:gdLst/>
              <a:ahLst/>
              <a:cxnLst/>
              <a:rect l="l" t="t" r="r" b="b"/>
              <a:pathLst>
                <a:path w="5305425" h="1552575">
                  <a:moveTo>
                    <a:pt x="0" y="258699"/>
                  </a:moveTo>
                  <a:lnTo>
                    <a:pt x="4168" y="212197"/>
                  </a:lnTo>
                  <a:lnTo>
                    <a:pt x="16184" y="168430"/>
                  </a:lnTo>
                  <a:lnTo>
                    <a:pt x="35320" y="128128"/>
                  </a:lnTo>
                  <a:lnTo>
                    <a:pt x="60842" y="92022"/>
                  </a:lnTo>
                  <a:lnTo>
                    <a:pt x="92022" y="60842"/>
                  </a:lnTo>
                  <a:lnTo>
                    <a:pt x="128128" y="35320"/>
                  </a:lnTo>
                  <a:lnTo>
                    <a:pt x="168430" y="16184"/>
                  </a:lnTo>
                  <a:lnTo>
                    <a:pt x="212197" y="4168"/>
                  </a:lnTo>
                  <a:lnTo>
                    <a:pt x="258699" y="0"/>
                  </a:lnTo>
                  <a:lnTo>
                    <a:pt x="5046599" y="0"/>
                  </a:lnTo>
                  <a:lnTo>
                    <a:pt x="5093104" y="4168"/>
                  </a:lnTo>
                  <a:lnTo>
                    <a:pt x="5136883" y="16184"/>
                  </a:lnTo>
                  <a:lnTo>
                    <a:pt x="5177202" y="35320"/>
                  </a:lnTo>
                  <a:lnTo>
                    <a:pt x="5213328" y="60842"/>
                  </a:lnTo>
                  <a:lnTo>
                    <a:pt x="5244529" y="92022"/>
                  </a:lnTo>
                  <a:lnTo>
                    <a:pt x="5270071" y="128128"/>
                  </a:lnTo>
                  <a:lnTo>
                    <a:pt x="5289224" y="168430"/>
                  </a:lnTo>
                  <a:lnTo>
                    <a:pt x="5301252" y="212197"/>
                  </a:lnTo>
                  <a:lnTo>
                    <a:pt x="5305425" y="258699"/>
                  </a:lnTo>
                  <a:lnTo>
                    <a:pt x="5305425" y="1293749"/>
                  </a:lnTo>
                  <a:lnTo>
                    <a:pt x="5301252" y="1340254"/>
                  </a:lnTo>
                  <a:lnTo>
                    <a:pt x="5289224" y="1384033"/>
                  </a:lnTo>
                  <a:lnTo>
                    <a:pt x="5270071" y="1424352"/>
                  </a:lnTo>
                  <a:lnTo>
                    <a:pt x="5244529" y="1460478"/>
                  </a:lnTo>
                  <a:lnTo>
                    <a:pt x="5213328" y="1491679"/>
                  </a:lnTo>
                  <a:lnTo>
                    <a:pt x="5177202" y="1517221"/>
                  </a:lnTo>
                  <a:lnTo>
                    <a:pt x="5136883" y="1536374"/>
                  </a:lnTo>
                  <a:lnTo>
                    <a:pt x="5093104" y="1548402"/>
                  </a:lnTo>
                  <a:lnTo>
                    <a:pt x="5046599" y="1552575"/>
                  </a:lnTo>
                  <a:lnTo>
                    <a:pt x="258699" y="1552575"/>
                  </a:lnTo>
                  <a:lnTo>
                    <a:pt x="212197" y="1548402"/>
                  </a:lnTo>
                  <a:lnTo>
                    <a:pt x="168430" y="1536374"/>
                  </a:lnTo>
                  <a:lnTo>
                    <a:pt x="128128" y="1517221"/>
                  </a:lnTo>
                  <a:lnTo>
                    <a:pt x="92022" y="1491679"/>
                  </a:lnTo>
                  <a:lnTo>
                    <a:pt x="60842" y="1460478"/>
                  </a:lnTo>
                  <a:lnTo>
                    <a:pt x="35320" y="1424352"/>
                  </a:lnTo>
                  <a:lnTo>
                    <a:pt x="16184" y="1384033"/>
                  </a:lnTo>
                  <a:lnTo>
                    <a:pt x="4168" y="1340254"/>
                  </a:lnTo>
                  <a:lnTo>
                    <a:pt x="0" y="1293749"/>
                  </a:lnTo>
                  <a:lnTo>
                    <a:pt x="0" y="2586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2675" y="1200022"/>
              <a:ext cx="176212" cy="16621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9825" y="1238249"/>
              <a:ext cx="66675" cy="1552575"/>
            </a:xfrm>
            <a:custGeom>
              <a:avLst/>
              <a:gdLst/>
              <a:ahLst/>
              <a:cxnLst/>
              <a:rect l="l" t="t" r="r" b="b"/>
              <a:pathLst>
                <a:path w="66675" h="1552575">
                  <a:moveTo>
                    <a:pt x="66675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66675" y="15525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02781" y="1396682"/>
            <a:ext cx="109220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122239"/>
                </a:solidFill>
                <a:latin typeface="Trebuchet MS"/>
                <a:cs typeface="Trebuchet MS"/>
              </a:rPr>
              <a:t>Data</a:t>
            </a:r>
            <a:r>
              <a:rPr dirty="0" sz="1500" spc="-13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5" b="1">
                <a:solidFill>
                  <a:srgbClr val="122239"/>
                </a:solidFill>
                <a:latin typeface="Trebuchet MS"/>
                <a:cs typeface="Trebuchet MS"/>
              </a:rPr>
              <a:t>sources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02781" y="1817814"/>
            <a:ext cx="439610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Doctors,</a:t>
            </a:r>
            <a:r>
              <a:rPr dirty="0" sz="1100" spc="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patients,</a:t>
            </a:r>
            <a:r>
              <a:rPr dirty="0" sz="1100" spc="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pharmacists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administrators</a:t>
            </a:r>
            <a:r>
              <a:rPr dirty="0" sz="1100" spc="1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are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sources</a:t>
            </a:r>
            <a:r>
              <a:rPr dirty="0" sz="1100" spc="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of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information.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3400" y="3114548"/>
            <a:ext cx="5396230" cy="1662430"/>
            <a:chOff x="533400" y="3114548"/>
            <a:chExt cx="5396230" cy="166243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50" y="3143042"/>
              <a:ext cx="5367450" cy="162420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5312" y="3157601"/>
              <a:ext cx="5306060" cy="1552575"/>
            </a:xfrm>
            <a:custGeom>
              <a:avLst/>
              <a:gdLst/>
              <a:ahLst/>
              <a:cxnLst/>
              <a:rect l="l" t="t" r="r" b="b"/>
              <a:pathLst>
                <a:path w="5306060" h="1552575">
                  <a:moveTo>
                    <a:pt x="5046662" y="0"/>
                  </a:moveTo>
                  <a:lnTo>
                    <a:pt x="258762" y="0"/>
                  </a:lnTo>
                  <a:lnTo>
                    <a:pt x="212248" y="4168"/>
                  </a:lnTo>
                  <a:lnTo>
                    <a:pt x="168470" y="16184"/>
                  </a:lnTo>
                  <a:lnTo>
                    <a:pt x="128158" y="35320"/>
                  </a:lnTo>
                  <a:lnTo>
                    <a:pt x="92044" y="60842"/>
                  </a:lnTo>
                  <a:lnTo>
                    <a:pt x="60856" y="92022"/>
                  </a:lnTo>
                  <a:lnTo>
                    <a:pt x="35328" y="128128"/>
                  </a:lnTo>
                  <a:lnTo>
                    <a:pt x="16188" y="168430"/>
                  </a:lnTo>
                  <a:lnTo>
                    <a:pt x="4168" y="212197"/>
                  </a:lnTo>
                  <a:lnTo>
                    <a:pt x="0" y="258699"/>
                  </a:lnTo>
                  <a:lnTo>
                    <a:pt x="0" y="1293749"/>
                  </a:lnTo>
                  <a:lnTo>
                    <a:pt x="4168" y="1340254"/>
                  </a:lnTo>
                  <a:lnTo>
                    <a:pt x="16188" y="1384033"/>
                  </a:lnTo>
                  <a:lnTo>
                    <a:pt x="35328" y="1424352"/>
                  </a:lnTo>
                  <a:lnTo>
                    <a:pt x="60856" y="1460478"/>
                  </a:lnTo>
                  <a:lnTo>
                    <a:pt x="92044" y="1491679"/>
                  </a:lnTo>
                  <a:lnTo>
                    <a:pt x="128158" y="1517221"/>
                  </a:lnTo>
                  <a:lnTo>
                    <a:pt x="168470" y="1536374"/>
                  </a:lnTo>
                  <a:lnTo>
                    <a:pt x="212248" y="1548402"/>
                  </a:lnTo>
                  <a:lnTo>
                    <a:pt x="258762" y="1552575"/>
                  </a:lnTo>
                  <a:lnTo>
                    <a:pt x="5046662" y="1552575"/>
                  </a:lnTo>
                  <a:lnTo>
                    <a:pt x="5093168" y="1548402"/>
                  </a:lnTo>
                  <a:lnTo>
                    <a:pt x="5136946" y="1536374"/>
                  </a:lnTo>
                  <a:lnTo>
                    <a:pt x="5177265" y="1517221"/>
                  </a:lnTo>
                  <a:lnTo>
                    <a:pt x="5213391" y="1491679"/>
                  </a:lnTo>
                  <a:lnTo>
                    <a:pt x="5244592" y="1460478"/>
                  </a:lnTo>
                  <a:lnTo>
                    <a:pt x="5270135" y="1424352"/>
                  </a:lnTo>
                  <a:lnTo>
                    <a:pt x="5289287" y="1384033"/>
                  </a:lnTo>
                  <a:lnTo>
                    <a:pt x="5301316" y="1340254"/>
                  </a:lnTo>
                  <a:lnTo>
                    <a:pt x="5305488" y="1293749"/>
                  </a:lnTo>
                  <a:lnTo>
                    <a:pt x="5305488" y="258699"/>
                  </a:lnTo>
                  <a:lnTo>
                    <a:pt x="5301316" y="212197"/>
                  </a:lnTo>
                  <a:lnTo>
                    <a:pt x="5289287" y="168430"/>
                  </a:lnTo>
                  <a:lnTo>
                    <a:pt x="5270135" y="128128"/>
                  </a:lnTo>
                  <a:lnTo>
                    <a:pt x="5244592" y="92022"/>
                  </a:lnTo>
                  <a:lnTo>
                    <a:pt x="5213391" y="60842"/>
                  </a:lnTo>
                  <a:lnTo>
                    <a:pt x="5177265" y="35320"/>
                  </a:lnTo>
                  <a:lnTo>
                    <a:pt x="5136946" y="16184"/>
                  </a:lnTo>
                  <a:lnTo>
                    <a:pt x="5093168" y="4168"/>
                  </a:lnTo>
                  <a:lnTo>
                    <a:pt x="5046662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95312" y="3157601"/>
              <a:ext cx="5306060" cy="1552575"/>
            </a:xfrm>
            <a:custGeom>
              <a:avLst/>
              <a:gdLst/>
              <a:ahLst/>
              <a:cxnLst/>
              <a:rect l="l" t="t" r="r" b="b"/>
              <a:pathLst>
                <a:path w="5306060" h="1552575">
                  <a:moveTo>
                    <a:pt x="0" y="258699"/>
                  </a:moveTo>
                  <a:lnTo>
                    <a:pt x="4168" y="212197"/>
                  </a:lnTo>
                  <a:lnTo>
                    <a:pt x="16188" y="168430"/>
                  </a:lnTo>
                  <a:lnTo>
                    <a:pt x="35328" y="128128"/>
                  </a:lnTo>
                  <a:lnTo>
                    <a:pt x="60856" y="92022"/>
                  </a:lnTo>
                  <a:lnTo>
                    <a:pt x="92044" y="60842"/>
                  </a:lnTo>
                  <a:lnTo>
                    <a:pt x="128158" y="35320"/>
                  </a:lnTo>
                  <a:lnTo>
                    <a:pt x="168470" y="16184"/>
                  </a:lnTo>
                  <a:lnTo>
                    <a:pt x="212248" y="4168"/>
                  </a:lnTo>
                  <a:lnTo>
                    <a:pt x="258762" y="0"/>
                  </a:lnTo>
                  <a:lnTo>
                    <a:pt x="5046662" y="0"/>
                  </a:lnTo>
                  <a:lnTo>
                    <a:pt x="5093168" y="4168"/>
                  </a:lnTo>
                  <a:lnTo>
                    <a:pt x="5136946" y="16184"/>
                  </a:lnTo>
                  <a:lnTo>
                    <a:pt x="5177265" y="35320"/>
                  </a:lnTo>
                  <a:lnTo>
                    <a:pt x="5213391" y="60842"/>
                  </a:lnTo>
                  <a:lnTo>
                    <a:pt x="5244592" y="92022"/>
                  </a:lnTo>
                  <a:lnTo>
                    <a:pt x="5270135" y="128128"/>
                  </a:lnTo>
                  <a:lnTo>
                    <a:pt x="5289287" y="168430"/>
                  </a:lnTo>
                  <a:lnTo>
                    <a:pt x="5301316" y="212197"/>
                  </a:lnTo>
                  <a:lnTo>
                    <a:pt x="5305488" y="258699"/>
                  </a:lnTo>
                  <a:lnTo>
                    <a:pt x="5305488" y="1293749"/>
                  </a:lnTo>
                  <a:lnTo>
                    <a:pt x="5301316" y="1340254"/>
                  </a:lnTo>
                  <a:lnTo>
                    <a:pt x="5289287" y="1384033"/>
                  </a:lnTo>
                  <a:lnTo>
                    <a:pt x="5270135" y="1424352"/>
                  </a:lnTo>
                  <a:lnTo>
                    <a:pt x="5244592" y="1460478"/>
                  </a:lnTo>
                  <a:lnTo>
                    <a:pt x="5213391" y="1491679"/>
                  </a:lnTo>
                  <a:lnTo>
                    <a:pt x="5177265" y="1517221"/>
                  </a:lnTo>
                  <a:lnTo>
                    <a:pt x="5136946" y="1536374"/>
                  </a:lnTo>
                  <a:lnTo>
                    <a:pt x="5093168" y="1548402"/>
                  </a:lnTo>
                  <a:lnTo>
                    <a:pt x="5046662" y="1552575"/>
                  </a:lnTo>
                  <a:lnTo>
                    <a:pt x="258762" y="1552575"/>
                  </a:lnTo>
                  <a:lnTo>
                    <a:pt x="212248" y="1548402"/>
                  </a:lnTo>
                  <a:lnTo>
                    <a:pt x="168470" y="1536374"/>
                  </a:lnTo>
                  <a:lnTo>
                    <a:pt x="128158" y="1517221"/>
                  </a:lnTo>
                  <a:lnTo>
                    <a:pt x="92044" y="1491679"/>
                  </a:lnTo>
                  <a:lnTo>
                    <a:pt x="60856" y="1460478"/>
                  </a:lnTo>
                  <a:lnTo>
                    <a:pt x="35328" y="1424352"/>
                  </a:lnTo>
                  <a:lnTo>
                    <a:pt x="16188" y="1384033"/>
                  </a:lnTo>
                  <a:lnTo>
                    <a:pt x="4168" y="1340254"/>
                  </a:lnTo>
                  <a:lnTo>
                    <a:pt x="0" y="1293749"/>
                  </a:lnTo>
                  <a:lnTo>
                    <a:pt x="0" y="2586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3114548"/>
              <a:ext cx="185737" cy="166217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0550" y="3152775"/>
              <a:ext cx="76200" cy="1552575"/>
            </a:xfrm>
            <a:custGeom>
              <a:avLst/>
              <a:gdLst/>
              <a:ahLst/>
              <a:cxnLst/>
              <a:rect l="l" t="t" r="r" b="b"/>
              <a:pathLst>
                <a:path w="76200" h="1552575">
                  <a:moveTo>
                    <a:pt x="76200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76200" y="15525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75030" y="3319462"/>
            <a:ext cx="4650105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0" b="1">
                <a:solidFill>
                  <a:srgbClr val="122239"/>
                </a:solidFill>
                <a:latin typeface="Trebuchet MS"/>
                <a:cs typeface="Trebuchet MS"/>
              </a:rPr>
              <a:t>Sensitive</a:t>
            </a:r>
            <a:r>
              <a:rPr dirty="0" sz="1500" spc="-13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categories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Health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information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includes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treatment,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medication,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allergies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doctors'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notes.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162675" y="3114548"/>
            <a:ext cx="5396230" cy="1662430"/>
            <a:chOff x="6162675" y="3114548"/>
            <a:chExt cx="5396230" cy="166243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25" y="3143042"/>
              <a:ext cx="5367450" cy="162420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224651" y="3157601"/>
              <a:ext cx="5305425" cy="1552575"/>
            </a:xfrm>
            <a:custGeom>
              <a:avLst/>
              <a:gdLst/>
              <a:ahLst/>
              <a:cxnLst/>
              <a:rect l="l" t="t" r="r" b="b"/>
              <a:pathLst>
                <a:path w="5305425" h="1552575">
                  <a:moveTo>
                    <a:pt x="5046599" y="0"/>
                  </a:moveTo>
                  <a:lnTo>
                    <a:pt x="258699" y="0"/>
                  </a:lnTo>
                  <a:lnTo>
                    <a:pt x="212197" y="4168"/>
                  </a:lnTo>
                  <a:lnTo>
                    <a:pt x="168430" y="16184"/>
                  </a:lnTo>
                  <a:lnTo>
                    <a:pt x="128128" y="35320"/>
                  </a:lnTo>
                  <a:lnTo>
                    <a:pt x="92022" y="60842"/>
                  </a:lnTo>
                  <a:lnTo>
                    <a:pt x="60842" y="92022"/>
                  </a:lnTo>
                  <a:lnTo>
                    <a:pt x="35320" y="128128"/>
                  </a:lnTo>
                  <a:lnTo>
                    <a:pt x="16184" y="168430"/>
                  </a:lnTo>
                  <a:lnTo>
                    <a:pt x="4168" y="212197"/>
                  </a:lnTo>
                  <a:lnTo>
                    <a:pt x="0" y="258699"/>
                  </a:lnTo>
                  <a:lnTo>
                    <a:pt x="0" y="1293749"/>
                  </a:lnTo>
                  <a:lnTo>
                    <a:pt x="4168" y="1340254"/>
                  </a:lnTo>
                  <a:lnTo>
                    <a:pt x="16184" y="1384033"/>
                  </a:lnTo>
                  <a:lnTo>
                    <a:pt x="35320" y="1424352"/>
                  </a:lnTo>
                  <a:lnTo>
                    <a:pt x="60842" y="1460478"/>
                  </a:lnTo>
                  <a:lnTo>
                    <a:pt x="92022" y="1491679"/>
                  </a:lnTo>
                  <a:lnTo>
                    <a:pt x="128128" y="1517221"/>
                  </a:lnTo>
                  <a:lnTo>
                    <a:pt x="168430" y="1536374"/>
                  </a:lnTo>
                  <a:lnTo>
                    <a:pt x="212197" y="1548402"/>
                  </a:lnTo>
                  <a:lnTo>
                    <a:pt x="258699" y="1552575"/>
                  </a:lnTo>
                  <a:lnTo>
                    <a:pt x="5046599" y="1552575"/>
                  </a:lnTo>
                  <a:lnTo>
                    <a:pt x="5093104" y="1548402"/>
                  </a:lnTo>
                  <a:lnTo>
                    <a:pt x="5136883" y="1536374"/>
                  </a:lnTo>
                  <a:lnTo>
                    <a:pt x="5177202" y="1517221"/>
                  </a:lnTo>
                  <a:lnTo>
                    <a:pt x="5213328" y="1491679"/>
                  </a:lnTo>
                  <a:lnTo>
                    <a:pt x="5244529" y="1460478"/>
                  </a:lnTo>
                  <a:lnTo>
                    <a:pt x="5270071" y="1424352"/>
                  </a:lnTo>
                  <a:lnTo>
                    <a:pt x="5289224" y="1384033"/>
                  </a:lnTo>
                  <a:lnTo>
                    <a:pt x="5301252" y="1340254"/>
                  </a:lnTo>
                  <a:lnTo>
                    <a:pt x="5305425" y="1293749"/>
                  </a:lnTo>
                  <a:lnTo>
                    <a:pt x="5305425" y="258699"/>
                  </a:lnTo>
                  <a:lnTo>
                    <a:pt x="5301252" y="212197"/>
                  </a:lnTo>
                  <a:lnTo>
                    <a:pt x="5289224" y="168430"/>
                  </a:lnTo>
                  <a:lnTo>
                    <a:pt x="5270071" y="128128"/>
                  </a:lnTo>
                  <a:lnTo>
                    <a:pt x="5244529" y="92022"/>
                  </a:lnTo>
                  <a:lnTo>
                    <a:pt x="5213328" y="60842"/>
                  </a:lnTo>
                  <a:lnTo>
                    <a:pt x="5177202" y="35320"/>
                  </a:lnTo>
                  <a:lnTo>
                    <a:pt x="5136883" y="16184"/>
                  </a:lnTo>
                  <a:lnTo>
                    <a:pt x="5093104" y="4168"/>
                  </a:lnTo>
                  <a:lnTo>
                    <a:pt x="504659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24651" y="3157601"/>
              <a:ext cx="5305425" cy="1552575"/>
            </a:xfrm>
            <a:custGeom>
              <a:avLst/>
              <a:gdLst/>
              <a:ahLst/>
              <a:cxnLst/>
              <a:rect l="l" t="t" r="r" b="b"/>
              <a:pathLst>
                <a:path w="5305425" h="1552575">
                  <a:moveTo>
                    <a:pt x="0" y="258699"/>
                  </a:moveTo>
                  <a:lnTo>
                    <a:pt x="4168" y="212197"/>
                  </a:lnTo>
                  <a:lnTo>
                    <a:pt x="16184" y="168430"/>
                  </a:lnTo>
                  <a:lnTo>
                    <a:pt x="35320" y="128128"/>
                  </a:lnTo>
                  <a:lnTo>
                    <a:pt x="60842" y="92022"/>
                  </a:lnTo>
                  <a:lnTo>
                    <a:pt x="92022" y="60842"/>
                  </a:lnTo>
                  <a:lnTo>
                    <a:pt x="128128" y="35320"/>
                  </a:lnTo>
                  <a:lnTo>
                    <a:pt x="168430" y="16184"/>
                  </a:lnTo>
                  <a:lnTo>
                    <a:pt x="212197" y="4168"/>
                  </a:lnTo>
                  <a:lnTo>
                    <a:pt x="258699" y="0"/>
                  </a:lnTo>
                  <a:lnTo>
                    <a:pt x="5046599" y="0"/>
                  </a:lnTo>
                  <a:lnTo>
                    <a:pt x="5093104" y="4168"/>
                  </a:lnTo>
                  <a:lnTo>
                    <a:pt x="5136883" y="16184"/>
                  </a:lnTo>
                  <a:lnTo>
                    <a:pt x="5177202" y="35320"/>
                  </a:lnTo>
                  <a:lnTo>
                    <a:pt x="5213328" y="60842"/>
                  </a:lnTo>
                  <a:lnTo>
                    <a:pt x="5244529" y="92022"/>
                  </a:lnTo>
                  <a:lnTo>
                    <a:pt x="5270071" y="128128"/>
                  </a:lnTo>
                  <a:lnTo>
                    <a:pt x="5289224" y="168430"/>
                  </a:lnTo>
                  <a:lnTo>
                    <a:pt x="5301252" y="212197"/>
                  </a:lnTo>
                  <a:lnTo>
                    <a:pt x="5305425" y="258699"/>
                  </a:lnTo>
                  <a:lnTo>
                    <a:pt x="5305425" y="1293749"/>
                  </a:lnTo>
                  <a:lnTo>
                    <a:pt x="5301252" y="1340254"/>
                  </a:lnTo>
                  <a:lnTo>
                    <a:pt x="5289224" y="1384033"/>
                  </a:lnTo>
                  <a:lnTo>
                    <a:pt x="5270071" y="1424352"/>
                  </a:lnTo>
                  <a:lnTo>
                    <a:pt x="5244529" y="1460478"/>
                  </a:lnTo>
                  <a:lnTo>
                    <a:pt x="5213328" y="1491679"/>
                  </a:lnTo>
                  <a:lnTo>
                    <a:pt x="5177202" y="1517221"/>
                  </a:lnTo>
                  <a:lnTo>
                    <a:pt x="5136883" y="1536374"/>
                  </a:lnTo>
                  <a:lnTo>
                    <a:pt x="5093104" y="1548402"/>
                  </a:lnTo>
                  <a:lnTo>
                    <a:pt x="5046599" y="1552575"/>
                  </a:lnTo>
                  <a:lnTo>
                    <a:pt x="258699" y="1552575"/>
                  </a:lnTo>
                  <a:lnTo>
                    <a:pt x="212197" y="1548402"/>
                  </a:lnTo>
                  <a:lnTo>
                    <a:pt x="168430" y="1536374"/>
                  </a:lnTo>
                  <a:lnTo>
                    <a:pt x="128128" y="1517221"/>
                  </a:lnTo>
                  <a:lnTo>
                    <a:pt x="92022" y="1491679"/>
                  </a:lnTo>
                  <a:lnTo>
                    <a:pt x="60842" y="1460478"/>
                  </a:lnTo>
                  <a:lnTo>
                    <a:pt x="35320" y="1424352"/>
                  </a:lnTo>
                  <a:lnTo>
                    <a:pt x="16184" y="1384033"/>
                  </a:lnTo>
                  <a:lnTo>
                    <a:pt x="4168" y="1340254"/>
                  </a:lnTo>
                  <a:lnTo>
                    <a:pt x="0" y="1293749"/>
                  </a:lnTo>
                  <a:lnTo>
                    <a:pt x="0" y="2586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2675" y="3114548"/>
              <a:ext cx="176212" cy="166217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219825" y="3152775"/>
              <a:ext cx="66675" cy="1552575"/>
            </a:xfrm>
            <a:custGeom>
              <a:avLst/>
              <a:gdLst/>
              <a:ahLst/>
              <a:cxnLst/>
              <a:rect l="l" t="t" r="r" b="b"/>
              <a:pathLst>
                <a:path w="66675" h="1552575">
                  <a:moveTo>
                    <a:pt x="66675" y="0"/>
                  </a:moveTo>
                  <a:lnTo>
                    <a:pt x="0" y="0"/>
                  </a:lnTo>
                  <a:lnTo>
                    <a:pt x="0" y="1552575"/>
                  </a:lnTo>
                  <a:lnTo>
                    <a:pt x="66675" y="15525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502781" y="3319462"/>
            <a:ext cx="4471035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0" b="1">
                <a:solidFill>
                  <a:srgbClr val="122239"/>
                </a:solidFill>
                <a:latin typeface="Trebuchet MS"/>
                <a:cs typeface="Trebuchet MS"/>
              </a:rPr>
              <a:t>Controlled</a:t>
            </a:r>
            <a:r>
              <a:rPr dirty="0" sz="1500" spc="-12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sharing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Sensitive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shared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only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with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authorized</a:t>
            </a:r>
            <a:r>
              <a:rPr dirty="0" sz="11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roles;</a:t>
            </a:r>
            <a:r>
              <a:rPr dirty="0" sz="11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restricted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through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permissions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RBAC.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39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957262" y="5270182"/>
            <a:ext cx="969518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3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5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25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identifies data</a:t>
            </a:r>
            <a:r>
              <a:rPr dirty="0" sz="125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minimisation,</a:t>
            </a:r>
            <a:r>
              <a:rPr dirty="0" sz="125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input</a:t>
            </a:r>
            <a:r>
              <a:rPr dirty="0" sz="125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validation,</a:t>
            </a:r>
            <a:r>
              <a:rPr dirty="0" sz="125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25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logging,</a:t>
            </a:r>
            <a:r>
              <a:rPr dirty="0" sz="125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encryption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5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MFA/strong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dirty="0" sz="125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222C39"/>
                </a:solidFill>
                <a:latin typeface="Tahoma"/>
                <a:cs typeface="Tahoma"/>
              </a:rPr>
              <a:t>controls as privacy</a:t>
            </a:r>
            <a:r>
              <a:rPr dirty="0" sz="125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222C39"/>
                </a:solidFill>
                <a:latin typeface="Tahoma"/>
                <a:cs typeface="Tahoma"/>
              </a:rPr>
              <a:t>safeguards.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DPIA</a:t>
            </a:r>
            <a:r>
              <a:rPr dirty="0" spc="-250"/>
              <a:t> </a:t>
            </a:r>
            <a:r>
              <a:rPr dirty="0" spc="495"/>
              <a:t>—</a:t>
            </a:r>
            <a:r>
              <a:rPr dirty="0" spc="-245"/>
              <a:t> </a:t>
            </a:r>
            <a:r>
              <a:rPr dirty="0" spc="-155"/>
              <a:t>Context,</a:t>
            </a:r>
            <a:r>
              <a:rPr dirty="0" spc="-280"/>
              <a:t> </a:t>
            </a:r>
            <a:r>
              <a:rPr dirty="0" spc="-75"/>
              <a:t>Standards</a:t>
            </a:r>
            <a:r>
              <a:rPr dirty="0" spc="-285"/>
              <a:t> </a:t>
            </a:r>
            <a:r>
              <a:rPr dirty="0" spc="600"/>
              <a:t>s</a:t>
            </a:r>
            <a:r>
              <a:rPr dirty="0" spc="-215"/>
              <a:t> </a:t>
            </a:r>
            <a:r>
              <a:rPr dirty="0" spc="-125"/>
              <a:t>Individual</a:t>
            </a:r>
            <a:r>
              <a:rPr dirty="0" spc="-254"/>
              <a:t> </a:t>
            </a:r>
            <a:r>
              <a:rPr dirty="0" spc="-50"/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79430" y="353440"/>
            <a:ext cx="8585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PRIVACY</a:t>
            </a:r>
            <a:r>
              <a:rPr dirty="0" sz="900" spc="-10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220" b="1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dirty="0" sz="900" spc="-20" b="1">
                <a:solidFill>
                  <a:srgbClr val="008F95"/>
                </a:solidFill>
                <a:latin typeface="Trebuchet MS"/>
                <a:cs typeface="Trebuchet MS"/>
              </a:rPr>
              <a:t> RISK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67957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Privacy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design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aligned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with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project's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healthcare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setting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stated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Australian</a:t>
            </a:r>
            <a:r>
              <a:rPr dirty="0" sz="12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compliance</a:t>
            </a:r>
            <a:r>
              <a:rPr dirty="0" sz="12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context.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200150"/>
            <a:ext cx="5396230" cy="1614805"/>
            <a:chOff x="533400" y="1200150"/>
            <a:chExt cx="5396230" cy="16148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50" y="1228640"/>
              <a:ext cx="5367450" cy="15764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243076"/>
              <a:ext cx="5306060" cy="1504950"/>
            </a:xfrm>
            <a:custGeom>
              <a:avLst/>
              <a:gdLst/>
              <a:ahLst/>
              <a:cxnLst/>
              <a:rect l="l" t="t" r="r" b="b"/>
              <a:pathLst>
                <a:path w="5306060" h="1504950">
                  <a:moveTo>
                    <a:pt x="5054536" y="0"/>
                  </a:moveTo>
                  <a:lnTo>
                    <a:pt x="250825" y="0"/>
                  </a:lnTo>
                  <a:lnTo>
                    <a:pt x="205740" y="4040"/>
                  </a:lnTo>
                  <a:lnTo>
                    <a:pt x="163307" y="15688"/>
                  </a:lnTo>
                  <a:lnTo>
                    <a:pt x="124232" y="34238"/>
                  </a:lnTo>
                  <a:lnTo>
                    <a:pt x="89224" y="58980"/>
                  </a:lnTo>
                  <a:lnTo>
                    <a:pt x="58993" y="89209"/>
                  </a:lnTo>
                  <a:lnTo>
                    <a:pt x="34246" y="124215"/>
                  </a:lnTo>
                  <a:lnTo>
                    <a:pt x="15693" y="163291"/>
                  </a:lnTo>
                  <a:lnTo>
                    <a:pt x="4041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1" y="1299096"/>
                  </a:lnTo>
                  <a:lnTo>
                    <a:pt x="15693" y="1341547"/>
                  </a:lnTo>
                  <a:lnTo>
                    <a:pt x="34246" y="1380640"/>
                  </a:lnTo>
                  <a:lnTo>
                    <a:pt x="58993" y="1415666"/>
                  </a:lnTo>
                  <a:lnTo>
                    <a:pt x="89224" y="1445916"/>
                  </a:lnTo>
                  <a:lnTo>
                    <a:pt x="124232" y="1470678"/>
                  </a:lnTo>
                  <a:lnTo>
                    <a:pt x="163307" y="1489245"/>
                  </a:lnTo>
                  <a:lnTo>
                    <a:pt x="205740" y="1500905"/>
                  </a:lnTo>
                  <a:lnTo>
                    <a:pt x="250825" y="1504950"/>
                  </a:lnTo>
                  <a:lnTo>
                    <a:pt x="5054536" y="1504950"/>
                  </a:lnTo>
                  <a:lnTo>
                    <a:pt x="5099634" y="1500905"/>
                  </a:lnTo>
                  <a:lnTo>
                    <a:pt x="5142085" y="1489245"/>
                  </a:lnTo>
                  <a:lnTo>
                    <a:pt x="5181179" y="1470678"/>
                  </a:lnTo>
                  <a:lnTo>
                    <a:pt x="5216205" y="1445916"/>
                  </a:lnTo>
                  <a:lnTo>
                    <a:pt x="5246454" y="1415666"/>
                  </a:lnTo>
                  <a:lnTo>
                    <a:pt x="5271217" y="1380640"/>
                  </a:lnTo>
                  <a:lnTo>
                    <a:pt x="5289783" y="1341547"/>
                  </a:lnTo>
                  <a:lnTo>
                    <a:pt x="5301444" y="1299096"/>
                  </a:lnTo>
                  <a:lnTo>
                    <a:pt x="5305488" y="1253998"/>
                  </a:lnTo>
                  <a:lnTo>
                    <a:pt x="5305488" y="250825"/>
                  </a:lnTo>
                  <a:lnTo>
                    <a:pt x="5301444" y="205730"/>
                  </a:lnTo>
                  <a:lnTo>
                    <a:pt x="5289783" y="163291"/>
                  </a:lnTo>
                  <a:lnTo>
                    <a:pt x="5271217" y="124215"/>
                  </a:lnTo>
                  <a:lnTo>
                    <a:pt x="5246454" y="89209"/>
                  </a:lnTo>
                  <a:lnTo>
                    <a:pt x="5216205" y="58980"/>
                  </a:lnTo>
                  <a:lnTo>
                    <a:pt x="5181179" y="34238"/>
                  </a:lnTo>
                  <a:lnTo>
                    <a:pt x="5142085" y="15688"/>
                  </a:lnTo>
                  <a:lnTo>
                    <a:pt x="5099634" y="4040"/>
                  </a:lnTo>
                  <a:lnTo>
                    <a:pt x="5054536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243076"/>
              <a:ext cx="5306060" cy="1504950"/>
            </a:xfrm>
            <a:custGeom>
              <a:avLst/>
              <a:gdLst/>
              <a:ahLst/>
              <a:cxnLst/>
              <a:rect l="l" t="t" r="r" b="b"/>
              <a:pathLst>
                <a:path w="5306060" h="1504950">
                  <a:moveTo>
                    <a:pt x="0" y="250825"/>
                  </a:moveTo>
                  <a:lnTo>
                    <a:pt x="4041" y="205730"/>
                  </a:lnTo>
                  <a:lnTo>
                    <a:pt x="15693" y="163291"/>
                  </a:lnTo>
                  <a:lnTo>
                    <a:pt x="34246" y="124215"/>
                  </a:lnTo>
                  <a:lnTo>
                    <a:pt x="58993" y="89209"/>
                  </a:lnTo>
                  <a:lnTo>
                    <a:pt x="89224" y="58980"/>
                  </a:lnTo>
                  <a:lnTo>
                    <a:pt x="124232" y="34238"/>
                  </a:lnTo>
                  <a:lnTo>
                    <a:pt x="163307" y="15688"/>
                  </a:lnTo>
                  <a:lnTo>
                    <a:pt x="205740" y="4040"/>
                  </a:lnTo>
                  <a:lnTo>
                    <a:pt x="250825" y="0"/>
                  </a:lnTo>
                  <a:lnTo>
                    <a:pt x="5054536" y="0"/>
                  </a:lnTo>
                  <a:lnTo>
                    <a:pt x="5099634" y="4040"/>
                  </a:lnTo>
                  <a:lnTo>
                    <a:pt x="5142085" y="15688"/>
                  </a:lnTo>
                  <a:lnTo>
                    <a:pt x="5181179" y="34238"/>
                  </a:lnTo>
                  <a:lnTo>
                    <a:pt x="5216205" y="58980"/>
                  </a:lnTo>
                  <a:lnTo>
                    <a:pt x="5246454" y="89209"/>
                  </a:lnTo>
                  <a:lnTo>
                    <a:pt x="5271217" y="124215"/>
                  </a:lnTo>
                  <a:lnTo>
                    <a:pt x="5289783" y="163291"/>
                  </a:lnTo>
                  <a:lnTo>
                    <a:pt x="5301444" y="205730"/>
                  </a:lnTo>
                  <a:lnTo>
                    <a:pt x="5305488" y="250825"/>
                  </a:lnTo>
                  <a:lnTo>
                    <a:pt x="5305488" y="1253998"/>
                  </a:lnTo>
                  <a:lnTo>
                    <a:pt x="5301444" y="1299096"/>
                  </a:lnTo>
                  <a:lnTo>
                    <a:pt x="5289783" y="1341547"/>
                  </a:lnTo>
                  <a:lnTo>
                    <a:pt x="5271217" y="1380640"/>
                  </a:lnTo>
                  <a:lnTo>
                    <a:pt x="5246454" y="1415666"/>
                  </a:lnTo>
                  <a:lnTo>
                    <a:pt x="5216205" y="1445916"/>
                  </a:lnTo>
                  <a:lnTo>
                    <a:pt x="5181179" y="1470678"/>
                  </a:lnTo>
                  <a:lnTo>
                    <a:pt x="5142085" y="1489245"/>
                  </a:lnTo>
                  <a:lnTo>
                    <a:pt x="5099634" y="1500905"/>
                  </a:lnTo>
                  <a:lnTo>
                    <a:pt x="5054536" y="1504950"/>
                  </a:lnTo>
                  <a:lnTo>
                    <a:pt x="250825" y="1504950"/>
                  </a:lnTo>
                  <a:lnTo>
                    <a:pt x="205740" y="1500905"/>
                  </a:lnTo>
                  <a:lnTo>
                    <a:pt x="163307" y="1489245"/>
                  </a:lnTo>
                  <a:lnTo>
                    <a:pt x="124232" y="1470678"/>
                  </a:lnTo>
                  <a:lnTo>
                    <a:pt x="89224" y="1445916"/>
                  </a:lnTo>
                  <a:lnTo>
                    <a:pt x="58993" y="1415666"/>
                  </a:lnTo>
                  <a:lnTo>
                    <a:pt x="34246" y="1380640"/>
                  </a:lnTo>
                  <a:lnTo>
                    <a:pt x="15693" y="1341547"/>
                  </a:lnTo>
                  <a:lnTo>
                    <a:pt x="4041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200150"/>
              <a:ext cx="185737" cy="16144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238250"/>
              <a:ext cx="76200" cy="1504950"/>
            </a:xfrm>
            <a:custGeom>
              <a:avLst/>
              <a:gdLst/>
              <a:ahLst/>
              <a:cxnLst/>
              <a:rect l="l" t="t" r="r" b="b"/>
              <a:pathLst>
                <a:path w="76200" h="1504950">
                  <a:moveTo>
                    <a:pt x="762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76200" y="1504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96682"/>
            <a:ext cx="16687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 b="1">
                <a:solidFill>
                  <a:srgbClr val="122239"/>
                </a:solidFill>
                <a:latin typeface="Trebuchet MS"/>
                <a:cs typeface="Trebuchet MS"/>
              </a:rPr>
              <a:t>Retention</a:t>
            </a:r>
            <a:r>
              <a:rPr dirty="0" sz="1500" spc="-9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330" b="1">
                <a:solidFill>
                  <a:srgbClr val="122239"/>
                </a:solidFill>
                <a:latin typeface="Trebuchet MS"/>
                <a:cs typeface="Trebuchet MS"/>
              </a:rPr>
              <a:t>s</a:t>
            </a:r>
            <a:r>
              <a:rPr dirty="0" sz="1500" spc="-12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location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5030" y="1817814"/>
            <a:ext cx="4757420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references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Victorian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Health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Records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Act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2001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(Vic)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identifies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West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Melbourne,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Victoria,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Australia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as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geographical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area.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62675" y="1200150"/>
            <a:ext cx="5396230" cy="1614805"/>
            <a:chOff x="6162675" y="1200150"/>
            <a:chExt cx="5396230" cy="161480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25" y="1228640"/>
              <a:ext cx="5367450" cy="157646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24651" y="1243076"/>
              <a:ext cx="5305425" cy="1504950"/>
            </a:xfrm>
            <a:custGeom>
              <a:avLst/>
              <a:gdLst/>
              <a:ahLst/>
              <a:cxnLst/>
              <a:rect l="l" t="t" r="r" b="b"/>
              <a:pathLst>
                <a:path w="5305425" h="1504950">
                  <a:moveTo>
                    <a:pt x="5054473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5054473" y="1504950"/>
                  </a:lnTo>
                  <a:lnTo>
                    <a:pt x="5099571" y="1500905"/>
                  </a:lnTo>
                  <a:lnTo>
                    <a:pt x="5142022" y="1489245"/>
                  </a:lnTo>
                  <a:lnTo>
                    <a:pt x="5181115" y="1470678"/>
                  </a:lnTo>
                  <a:lnTo>
                    <a:pt x="5216141" y="1445916"/>
                  </a:lnTo>
                  <a:lnTo>
                    <a:pt x="5246391" y="1415666"/>
                  </a:lnTo>
                  <a:lnTo>
                    <a:pt x="5271153" y="1380640"/>
                  </a:lnTo>
                  <a:lnTo>
                    <a:pt x="5289720" y="1341547"/>
                  </a:lnTo>
                  <a:lnTo>
                    <a:pt x="5301380" y="1299096"/>
                  </a:lnTo>
                  <a:lnTo>
                    <a:pt x="5305425" y="1253998"/>
                  </a:lnTo>
                  <a:lnTo>
                    <a:pt x="5305425" y="250825"/>
                  </a:lnTo>
                  <a:lnTo>
                    <a:pt x="5301380" y="205730"/>
                  </a:lnTo>
                  <a:lnTo>
                    <a:pt x="5289720" y="163291"/>
                  </a:lnTo>
                  <a:lnTo>
                    <a:pt x="5271153" y="124215"/>
                  </a:lnTo>
                  <a:lnTo>
                    <a:pt x="5246391" y="89209"/>
                  </a:lnTo>
                  <a:lnTo>
                    <a:pt x="5216141" y="58980"/>
                  </a:lnTo>
                  <a:lnTo>
                    <a:pt x="5181115" y="34238"/>
                  </a:lnTo>
                  <a:lnTo>
                    <a:pt x="5142022" y="15688"/>
                  </a:lnTo>
                  <a:lnTo>
                    <a:pt x="5099571" y="4040"/>
                  </a:lnTo>
                  <a:lnTo>
                    <a:pt x="50544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24651" y="1243076"/>
              <a:ext cx="5305425" cy="1504950"/>
            </a:xfrm>
            <a:custGeom>
              <a:avLst/>
              <a:gdLst/>
              <a:ahLst/>
              <a:cxnLst/>
              <a:rect l="l" t="t" r="r" b="b"/>
              <a:pathLst>
                <a:path w="5305425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5054473" y="0"/>
                  </a:lnTo>
                  <a:lnTo>
                    <a:pt x="5099571" y="4040"/>
                  </a:lnTo>
                  <a:lnTo>
                    <a:pt x="5142022" y="15688"/>
                  </a:lnTo>
                  <a:lnTo>
                    <a:pt x="5181115" y="34238"/>
                  </a:lnTo>
                  <a:lnTo>
                    <a:pt x="5216141" y="58980"/>
                  </a:lnTo>
                  <a:lnTo>
                    <a:pt x="5246391" y="89209"/>
                  </a:lnTo>
                  <a:lnTo>
                    <a:pt x="5271153" y="124215"/>
                  </a:lnTo>
                  <a:lnTo>
                    <a:pt x="5289720" y="163291"/>
                  </a:lnTo>
                  <a:lnTo>
                    <a:pt x="5301380" y="205730"/>
                  </a:lnTo>
                  <a:lnTo>
                    <a:pt x="5305425" y="250825"/>
                  </a:lnTo>
                  <a:lnTo>
                    <a:pt x="5305425" y="1253998"/>
                  </a:lnTo>
                  <a:lnTo>
                    <a:pt x="5301380" y="1299096"/>
                  </a:lnTo>
                  <a:lnTo>
                    <a:pt x="5289720" y="1341547"/>
                  </a:lnTo>
                  <a:lnTo>
                    <a:pt x="5271153" y="1380640"/>
                  </a:lnTo>
                  <a:lnTo>
                    <a:pt x="5246391" y="1415666"/>
                  </a:lnTo>
                  <a:lnTo>
                    <a:pt x="5216141" y="1445916"/>
                  </a:lnTo>
                  <a:lnTo>
                    <a:pt x="5181115" y="1470678"/>
                  </a:lnTo>
                  <a:lnTo>
                    <a:pt x="5142022" y="1489245"/>
                  </a:lnTo>
                  <a:lnTo>
                    <a:pt x="5099571" y="1500905"/>
                  </a:lnTo>
                  <a:lnTo>
                    <a:pt x="5054473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2675" y="1200150"/>
              <a:ext cx="176212" cy="16144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9825" y="1238250"/>
              <a:ext cx="66675" cy="1504950"/>
            </a:xfrm>
            <a:custGeom>
              <a:avLst/>
              <a:gdLst/>
              <a:ahLst/>
              <a:cxnLst/>
              <a:rect l="l" t="t" r="r" b="b"/>
              <a:pathLst>
                <a:path w="66675" h="1504950">
                  <a:moveTo>
                    <a:pt x="66675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66675" y="15049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02781" y="1396682"/>
            <a:ext cx="14439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Individual</a:t>
            </a:r>
            <a:r>
              <a:rPr dirty="0" sz="1500" spc="-12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50" b="1">
                <a:solidFill>
                  <a:srgbClr val="122239"/>
                </a:solidFill>
                <a:latin typeface="Trebuchet MS"/>
                <a:cs typeface="Trebuchet MS"/>
              </a:rPr>
              <a:t>control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02781" y="1817814"/>
            <a:ext cx="466407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Patients</a:t>
            </a:r>
            <a:r>
              <a:rPr dirty="0" sz="1100" spc="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can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update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personal</a:t>
            </a:r>
            <a:r>
              <a:rPr dirty="0" sz="1100" spc="1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information, view</a:t>
            </a:r>
            <a:r>
              <a:rPr dirty="0" sz="1100" spc="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prescriptions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request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renewals;</a:t>
            </a:r>
            <a:r>
              <a:rPr dirty="0" sz="1100" spc="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doctors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administrators</a:t>
            </a:r>
            <a:r>
              <a:rPr dirty="0" sz="1100" spc="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have</a:t>
            </a:r>
            <a:r>
              <a:rPr dirty="0" sz="1100" spc="1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role-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specific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access.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3400" y="3067050"/>
            <a:ext cx="5396230" cy="1624330"/>
            <a:chOff x="533400" y="3067050"/>
            <a:chExt cx="5396230" cy="162433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1950" y="3095416"/>
              <a:ext cx="5367450" cy="15861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5312" y="3109976"/>
              <a:ext cx="5306060" cy="1514475"/>
            </a:xfrm>
            <a:custGeom>
              <a:avLst/>
              <a:gdLst/>
              <a:ahLst/>
              <a:cxnLst/>
              <a:rect l="l" t="t" r="r" b="b"/>
              <a:pathLst>
                <a:path w="5306060" h="1514475">
                  <a:moveTo>
                    <a:pt x="5053012" y="0"/>
                  </a:moveTo>
                  <a:lnTo>
                    <a:pt x="252425" y="0"/>
                  </a:lnTo>
                  <a:lnTo>
                    <a:pt x="207052" y="4063"/>
                  </a:lnTo>
                  <a:lnTo>
                    <a:pt x="164346" y="15778"/>
                  </a:lnTo>
                  <a:lnTo>
                    <a:pt x="125022" y="34435"/>
                  </a:lnTo>
                  <a:lnTo>
                    <a:pt x="89791" y="59323"/>
                  </a:lnTo>
                  <a:lnTo>
                    <a:pt x="59368" y="89731"/>
                  </a:lnTo>
                  <a:lnTo>
                    <a:pt x="34464" y="124949"/>
                  </a:lnTo>
                  <a:lnTo>
                    <a:pt x="15792" y="164265"/>
                  </a:lnTo>
                  <a:lnTo>
                    <a:pt x="4066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6" y="1307383"/>
                  </a:lnTo>
                  <a:lnTo>
                    <a:pt x="15792" y="1350099"/>
                  </a:lnTo>
                  <a:lnTo>
                    <a:pt x="34464" y="1389431"/>
                  </a:lnTo>
                  <a:lnTo>
                    <a:pt x="59368" y="1424669"/>
                  </a:lnTo>
                  <a:lnTo>
                    <a:pt x="89791" y="1455098"/>
                  </a:lnTo>
                  <a:lnTo>
                    <a:pt x="125022" y="1480006"/>
                  </a:lnTo>
                  <a:lnTo>
                    <a:pt x="164346" y="1498680"/>
                  </a:lnTo>
                  <a:lnTo>
                    <a:pt x="207052" y="1510407"/>
                  </a:lnTo>
                  <a:lnTo>
                    <a:pt x="252425" y="1514475"/>
                  </a:lnTo>
                  <a:lnTo>
                    <a:pt x="5053012" y="1514475"/>
                  </a:lnTo>
                  <a:lnTo>
                    <a:pt x="5098397" y="1510407"/>
                  </a:lnTo>
                  <a:lnTo>
                    <a:pt x="5141112" y="1498680"/>
                  </a:lnTo>
                  <a:lnTo>
                    <a:pt x="5180445" y="1480006"/>
                  </a:lnTo>
                  <a:lnTo>
                    <a:pt x="5215682" y="1455098"/>
                  </a:lnTo>
                  <a:lnTo>
                    <a:pt x="5246111" y="1424669"/>
                  </a:lnTo>
                  <a:lnTo>
                    <a:pt x="5271019" y="1389431"/>
                  </a:lnTo>
                  <a:lnTo>
                    <a:pt x="5289693" y="1350099"/>
                  </a:lnTo>
                  <a:lnTo>
                    <a:pt x="5301421" y="1307383"/>
                  </a:lnTo>
                  <a:lnTo>
                    <a:pt x="5305488" y="1261999"/>
                  </a:lnTo>
                  <a:lnTo>
                    <a:pt x="5305488" y="252349"/>
                  </a:lnTo>
                  <a:lnTo>
                    <a:pt x="5301421" y="206968"/>
                  </a:lnTo>
                  <a:lnTo>
                    <a:pt x="5289693" y="164265"/>
                  </a:lnTo>
                  <a:lnTo>
                    <a:pt x="5271019" y="124949"/>
                  </a:lnTo>
                  <a:lnTo>
                    <a:pt x="5246111" y="89731"/>
                  </a:lnTo>
                  <a:lnTo>
                    <a:pt x="5215682" y="59323"/>
                  </a:lnTo>
                  <a:lnTo>
                    <a:pt x="5180445" y="34435"/>
                  </a:lnTo>
                  <a:lnTo>
                    <a:pt x="5141112" y="15778"/>
                  </a:lnTo>
                  <a:lnTo>
                    <a:pt x="5098397" y="4063"/>
                  </a:lnTo>
                  <a:lnTo>
                    <a:pt x="5053012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95312" y="3109976"/>
              <a:ext cx="5306060" cy="1514475"/>
            </a:xfrm>
            <a:custGeom>
              <a:avLst/>
              <a:gdLst/>
              <a:ahLst/>
              <a:cxnLst/>
              <a:rect l="l" t="t" r="r" b="b"/>
              <a:pathLst>
                <a:path w="5306060" h="1514475">
                  <a:moveTo>
                    <a:pt x="0" y="252349"/>
                  </a:moveTo>
                  <a:lnTo>
                    <a:pt x="4066" y="206968"/>
                  </a:lnTo>
                  <a:lnTo>
                    <a:pt x="15792" y="164265"/>
                  </a:lnTo>
                  <a:lnTo>
                    <a:pt x="34464" y="124949"/>
                  </a:lnTo>
                  <a:lnTo>
                    <a:pt x="59368" y="89731"/>
                  </a:lnTo>
                  <a:lnTo>
                    <a:pt x="89791" y="59323"/>
                  </a:lnTo>
                  <a:lnTo>
                    <a:pt x="125022" y="34435"/>
                  </a:lnTo>
                  <a:lnTo>
                    <a:pt x="164346" y="15778"/>
                  </a:lnTo>
                  <a:lnTo>
                    <a:pt x="207052" y="4063"/>
                  </a:lnTo>
                  <a:lnTo>
                    <a:pt x="252425" y="0"/>
                  </a:lnTo>
                  <a:lnTo>
                    <a:pt x="5053012" y="0"/>
                  </a:lnTo>
                  <a:lnTo>
                    <a:pt x="5098397" y="4063"/>
                  </a:lnTo>
                  <a:lnTo>
                    <a:pt x="5141112" y="15778"/>
                  </a:lnTo>
                  <a:lnTo>
                    <a:pt x="5180445" y="34435"/>
                  </a:lnTo>
                  <a:lnTo>
                    <a:pt x="5215682" y="59323"/>
                  </a:lnTo>
                  <a:lnTo>
                    <a:pt x="5246111" y="89731"/>
                  </a:lnTo>
                  <a:lnTo>
                    <a:pt x="5271019" y="124949"/>
                  </a:lnTo>
                  <a:lnTo>
                    <a:pt x="5289693" y="164265"/>
                  </a:lnTo>
                  <a:lnTo>
                    <a:pt x="5301421" y="206968"/>
                  </a:lnTo>
                  <a:lnTo>
                    <a:pt x="5305488" y="252349"/>
                  </a:lnTo>
                  <a:lnTo>
                    <a:pt x="5305488" y="1261999"/>
                  </a:lnTo>
                  <a:lnTo>
                    <a:pt x="5301421" y="1307383"/>
                  </a:lnTo>
                  <a:lnTo>
                    <a:pt x="5289693" y="1350099"/>
                  </a:lnTo>
                  <a:lnTo>
                    <a:pt x="5271019" y="1389431"/>
                  </a:lnTo>
                  <a:lnTo>
                    <a:pt x="5246111" y="1424669"/>
                  </a:lnTo>
                  <a:lnTo>
                    <a:pt x="5215682" y="1455098"/>
                  </a:lnTo>
                  <a:lnTo>
                    <a:pt x="5180445" y="1480006"/>
                  </a:lnTo>
                  <a:lnTo>
                    <a:pt x="5141112" y="1498680"/>
                  </a:lnTo>
                  <a:lnTo>
                    <a:pt x="5098397" y="1510407"/>
                  </a:lnTo>
                  <a:lnTo>
                    <a:pt x="5053012" y="1514475"/>
                  </a:lnTo>
                  <a:lnTo>
                    <a:pt x="252425" y="1514475"/>
                  </a:lnTo>
                  <a:lnTo>
                    <a:pt x="207052" y="1510407"/>
                  </a:lnTo>
                  <a:lnTo>
                    <a:pt x="164346" y="1498680"/>
                  </a:lnTo>
                  <a:lnTo>
                    <a:pt x="125022" y="1480006"/>
                  </a:lnTo>
                  <a:lnTo>
                    <a:pt x="89791" y="1455098"/>
                  </a:lnTo>
                  <a:lnTo>
                    <a:pt x="59368" y="1424669"/>
                  </a:lnTo>
                  <a:lnTo>
                    <a:pt x="34464" y="1389431"/>
                  </a:lnTo>
                  <a:lnTo>
                    <a:pt x="15792" y="1350099"/>
                  </a:lnTo>
                  <a:lnTo>
                    <a:pt x="4066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3067050"/>
              <a:ext cx="185737" cy="162394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0550" y="3105150"/>
              <a:ext cx="76200" cy="1514475"/>
            </a:xfrm>
            <a:custGeom>
              <a:avLst/>
              <a:gdLst/>
              <a:ahLst/>
              <a:cxnLst/>
              <a:rect l="l" t="t" r="r" b="b"/>
              <a:pathLst>
                <a:path w="76200" h="1514475">
                  <a:moveTo>
                    <a:pt x="76200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76200" y="15144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75030" y="3273742"/>
            <a:ext cx="4618990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Standards</a:t>
            </a:r>
            <a:r>
              <a:rPr dirty="0" sz="1500" spc="-10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122239"/>
                </a:solidFill>
                <a:latin typeface="Trebuchet MS"/>
                <a:cs typeface="Trebuchet MS"/>
              </a:rPr>
              <a:t>/</a:t>
            </a:r>
            <a:r>
              <a:rPr dirty="0" sz="1500" spc="-18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controls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200"/>
              </a:lnSpc>
              <a:spcBef>
                <a:spcPts val="151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RBAC,</a:t>
            </a:r>
            <a:r>
              <a:rPr dirty="0" sz="1100" spc="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encrypted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storage,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bcrypt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password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hashing,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logging,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WCAG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accessibility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standards</a:t>
            </a:r>
            <a:r>
              <a:rPr dirty="0" sz="1100" spc="1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Australian</a:t>
            </a:r>
            <a:r>
              <a:rPr dirty="0" sz="1100" spc="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Privacy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standards.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162675" y="3067050"/>
            <a:ext cx="5396230" cy="1624330"/>
            <a:chOff x="6162675" y="3067050"/>
            <a:chExt cx="5396230" cy="162433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1225" y="3095416"/>
              <a:ext cx="5367450" cy="158611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224651" y="3109976"/>
              <a:ext cx="5305425" cy="1514475"/>
            </a:xfrm>
            <a:custGeom>
              <a:avLst/>
              <a:gdLst/>
              <a:ahLst/>
              <a:cxnLst/>
              <a:rect l="l" t="t" r="r" b="b"/>
              <a:pathLst>
                <a:path w="5305425" h="1514475">
                  <a:moveTo>
                    <a:pt x="5052949" y="0"/>
                  </a:moveTo>
                  <a:lnTo>
                    <a:pt x="252349" y="0"/>
                  </a:lnTo>
                  <a:lnTo>
                    <a:pt x="206968" y="4063"/>
                  </a:lnTo>
                  <a:lnTo>
                    <a:pt x="164265" y="15778"/>
                  </a:lnTo>
                  <a:lnTo>
                    <a:pt x="124949" y="34435"/>
                  </a:lnTo>
                  <a:lnTo>
                    <a:pt x="89731" y="59323"/>
                  </a:lnTo>
                  <a:lnTo>
                    <a:pt x="59323" y="89731"/>
                  </a:lnTo>
                  <a:lnTo>
                    <a:pt x="34435" y="124949"/>
                  </a:lnTo>
                  <a:lnTo>
                    <a:pt x="15778" y="164265"/>
                  </a:lnTo>
                  <a:lnTo>
                    <a:pt x="4063" y="206968"/>
                  </a:lnTo>
                  <a:lnTo>
                    <a:pt x="0" y="252349"/>
                  </a:lnTo>
                  <a:lnTo>
                    <a:pt x="0" y="1261999"/>
                  </a:lnTo>
                  <a:lnTo>
                    <a:pt x="4063" y="1307383"/>
                  </a:lnTo>
                  <a:lnTo>
                    <a:pt x="15778" y="1350099"/>
                  </a:lnTo>
                  <a:lnTo>
                    <a:pt x="34435" y="1389431"/>
                  </a:lnTo>
                  <a:lnTo>
                    <a:pt x="59323" y="1424669"/>
                  </a:lnTo>
                  <a:lnTo>
                    <a:pt x="89731" y="1455098"/>
                  </a:lnTo>
                  <a:lnTo>
                    <a:pt x="124949" y="1480006"/>
                  </a:lnTo>
                  <a:lnTo>
                    <a:pt x="164265" y="1498680"/>
                  </a:lnTo>
                  <a:lnTo>
                    <a:pt x="206968" y="1510407"/>
                  </a:lnTo>
                  <a:lnTo>
                    <a:pt x="252349" y="1514475"/>
                  </a:lnTo>
                  <a:lnTo>
                    <a:pt x="5052949" y="1514475"/>
                  </a:lnTo>
                  <a:lnTo>
                    <a:pt x="5098333" y="1510407"/>
                  </a:lnTo>
                  <a:lnTo>
                    <a:pt x="5141049" y="1498680"/>
                  </a:lnTo>
                  <a:lnTo>
                    <a:pt x="5180381" y="1480006"/>
                  </a:lnTo>
                  <a:lnTo>
                    <a:pt x="5215619" y="1455098"/>
                  </a:lnTo>
                  <a:lnTo>
                    <a:pt x="5246048" y="1424669"/>
                  </a:lnTo>
                  <a:lnTo>
                    <a:pt x="5270956" y="1389431"/>
                  </a:lnTo>
                  <a:lnTo>
                    <a:pt x="5289630" y="1350099"/>
                  </a:lnTo>
                  <a:lnTo>
                    <a:pt x="5301357" y="1307383"/>
                  </a:lnTo>
                  <a:lnTo>
                    <a:pt x="5305425" y="1261999"/>
                  </a:lnTo>
                  <a:lnTo>
                    <a:pt x="5305425" y="252349"/>
                  </a:lnTo>
                  <a:lnTo>
                    <a:pt x="5301357" y="206968"/>
                  </a:lnTo>
                  <a:lnTo>
                    <a:pt x="5289630" y="164265"/>
                  </a:lnTo>
                  <a:lnTo>
                    <a:pt x="5270956" y="124949"/>
                  </a:lnTo>
                  <a:lnTo>
                    <a:pt x="5246048" y="89731"/>
                  </a:lnTo>
                  <a:lnTo>
                    <a:pt x="5215619" y="59323"/>
                  </a:lnTo>
                  <a:lnTo>
                    <a:pt x="5180381" y="34435"/>
                  </a:lnTo>
                  <a:lnTo>
                    <a:pt x="5141049" y="15778"/>
                  </a:lnTo>
                  <a:lnTo>
                    <a:pt x="5098333" y="4063"/>
                  </a:lnTo>
                  <a:lnTo>
                    <a:pt x="505294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24651" y="3109976"/>
              <a:ext cx="5305425" cy="1514475"/>
            </a:xfrm>
            <a:custGeom>
              <a:avLst/>
              <a:gdLst/>
              <a:ahLst/>
              <a:cxnLst/>
              <a:rect l="l" t="t" r="r" b="b"/>
              <a:pathLst>
                <a:path w="5305425" h="1514475">
                  <a:moveTo>
                    <a:pt x="0" y="252349"/>
                  </a:moveTo>
                  <a:lnTo>
                    <a:pt x="4063" y="206968"/>
                  </a:lnTo>
                  <a:lnTo>
                    <a:pt x="15778" y="164265"/>
                  </a:lnTo>
                  <a:lnTo>
                    <a:pt x="34435" y="124949"/>
                  </a:lnTo>
                  <a:lnTo>
                    <a:pt x="59323" y="89731"/>
                  </a:lnTo>
                  <a:lnTo>
                    <a:pt x="89731" y="59323"/>
                  </a:lnTo>
                  <a:lnTo>
                    <a:pt x="124949" y="34435"/>
                  </a:lnTo>
                  <a:lnTo>
                    <a:pt x="164265" y="15778"/>
                  </a:lnTo>
                  <a:lnTo>
                    <a:pt x="206968" y="4063"/>
                  </a:lnTo>
                  <a:lnTo>
                    <a:pt x="252349" y="0"/>
                  </a:lnTo>
                  <a:lnTo>
                    <a:pt x="5052949" y="0"/>
                  </a:lnTo>
                  <a:lnTo>
                    <a:pt x="5098333" y="4063"/>
                  </a:lnTo>
                  <a:lnTo>
                    <a:pt x="5141049" y="15778"/>
                  </a:lnTo>
                  <a:lnTo>
                    <a:pt x="5180381" y="34435"/>
                  </a:lnTo>
                  <a:lnTo>
                    <a:pt x="5215619" y="59323"/>
                  </a:lnTo>
                  <a:lnTo>
                    <a:pt x="5246048" y="89731"/>
                  </a:lnTo>
                  <a:lnTo>
                    <a:pt x="5270956" y="124949"/>
                  </a:lnTo>
                  <a:lnTo>
                    <a:pt x="5289630" y="164265"/>
                  </a:lnTo>
                  <a:lnTo>
                    <a:pt x="5301357" y="206968"/>
                  </a:lnTo>
                  <a:lnTo>
                    <a:pt x="5305425" y="252349"/>
                  </a:lnTo>
                  <a:lnTo>
                    <a:pt x="5305425" y="1261999"/>
                  </a:lnTo>
                  <a:lnTo>
                    <a:pt x="5301357" y="1307383"/>
                  </a:lnTo>
                  <a:lnTo>
                    <a:pt x="5289630" y="1350099"/>
                  </a:lnTo>
                  <a:lnTo>
                    <a:pt x="5270956" y="1389431"/>
                  </a:lnTo>
                  <a:lnTo>
                    <a:pt x="5246048" y="1424669"/>
                  </a:lnTo>
                  <a:lnTo>
                    <a:pt x="5215619" y="1455098"/>
                  </a:lnTo>
                  <a:lnTo>
                    <a:pt x="5180381" y="1480006"/>
                  </a:lnTo>
                  <a:lnTo>
                    <a:pt x="5141049" y="1498680"/>
                  </a:lnTo>
                  <a:lnTo>
                    <a:pt x="5098333" y="1510407"/>
                  </a:lnTo>
                  <a:lnTo>
                    <a:pt x="5052949" y="1514475"/>
                  </a:lnTo>
                  <a:lnTo>
                    <a:pt x="252349" y="1514475"/>
                  </a:lnTo>
                  <a:lnTo>
                    <a:pt x="206968" y="1510407"/>
                  </a:lnTo>
                  <a:lnTo>
                    <a:pt x="164265" y="1498680"/>
                  </a:lnTo>
                  <a:lnTo>
                    <a:pt x="124949" y="1480006"/>
                  </a:lnTo>
                  <a:lnTo>
                    <a:pt x="89731" y="1455098"/>
                  </a:lnTo>
                  <a:lnTo>
                    <a:pt x="59323" y="1424669"/>
                  </a:lnTo>
                  <a:lnTo>
                    <a:pt x="34435" y="1389431"/>
                  </a:lnTo>
                  <a:lnTo>
                    <a:pt x="15778" y="1350099"/>
                  </a:lnTo>
                  <a:lnTo>
                    <a:pt x="4063" y="1307383"/>
                  </a:lnTo>
                  <a:lnTo>
                    <a:pt x="0" y="1261999"/>
                  </a:lnTo>
                  <a:lnTo>
                    <a:pt x="0" y="25234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2675" y="3067050"/>
              <a:ext cx="176212" cy="162394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219825" y="3105150"/>
              <a:ext cx="66675" cy="1514475"/>
            </a:xfrm>
            <a:custGeom>
              <a:avLst/>
              <a:gdLst/>
              <a:ahLst/>
              <a:cxnLst/>
              <a:rect l="l" t="t" r="r" b="b"/>
              <a:pathLst>
                <a:path w="66675" h="1514475">
                  <a:moveTo>
                    <a:pt x="66675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66675" y="15144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502781" y="3273742"/>
            <a:ext cx="4535805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Public</a:t>
            </a:r>
            <a:r>
              <a:rPr dirty="0" sz="1500" spc="-11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concerns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200"/>
              </a:lnSpc>
              <a:spcBef>
                <a:spcPts val="151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Cybersecurity,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privacy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digital-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difficulties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for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vulnerable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users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such</a:t>
            </a:r>
            <a:r>
              <a:rPr dirty="0" sz="1100" spc="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as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elderly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people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children.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DPIA</a:t>
            </a:r>
            <a:r>
              <a:rPr dirty="0" spc="-280"/>
              <a:t> </a:t>
            </a:r>
            <a:r>
              <a:rPr dirty="0" spc="495"/>
              <a:t>—</a:t>
            </a:r>
            <a:r>
              <a:rPr dirty="0" spc="-275"/>
              <a:t> </a:t>
            </a:r>
            <a:r>
              <a:rPr dirty="0" spc="-160"/>
              <a:t>Key</a:t>
            </a:r>
            <a:r>
              <a:rPr dirty="0" spc="-285"/>
              <a:t> </a:t>
            </a:r>
            <a:r>
              <a:rPr dirty="0" spc="-10"/>
              <a:t>Risks</a:t>
            </a:r>
            <a:r>
              <a:rPr dirty="0" spc="-240"/>
              <a:t> </a:t>
            </a:r>
            <a:r>
              <a:rPr dirty="0" spc="600"/>
              <a:t>s</a:t>
            </a:r>
            <a:r>
              <a:rPr dirty="0" spc="-320"/>
              <a:t> </a:t>
            </a:r>
            <a:r>
              <a:rPr dirty="0" spc="-100"/>
              <a:t>Mitigation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79430" y="353440"/>
            <a:ext cx="8585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8F95"/>
                </a:solidFill>
                <a:latin typeface="Trebuchet MS"/>
                <a:cs typeface="Trebuchet MS"/>
              </a:rPr>
              <a:t>PRIVACY</a:t>
            </a:r>
            <a:r>
              <a:rPr dirty="0" sz="900" spc="-10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220" b="1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dirty="0" sz="900" spc="-20" b="1">
                <a:solidFill>
                  <a:srgbClr val="008F95"/>
                </a:solidFill>
                <a:latin typeface="Trebuchet MS"/>
                <a:cs typeface="Trebuchet MS"/>
              </a:rPr>
              <a:t> RISK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5032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identifies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high-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risk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areas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corresponding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mitigation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measures.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200150"/>
            <a:ext cx="5396230" cy="1519555"/>
            <a:chOff x="533400" y="1200150"/>
            <a:chExt cx="5396230" cy="15195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50" y="1228635"/>
              <a:ext cx="5367450" cy="14812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243076"/>
              <a:ext cx="5306060" cy="1409700"/>
            </a:xfrm>
            <a:custGeom>
              <a:avLst/>
              <a:gdLst/>
              <a:ahLst/>
              <a:cxnLst/>
              <a:rect l="l" t="t" r="r" b="b"/>
              <a:pathLst>
                <a:path w="5306060" h="1409700">
                  <a:moveTo>
                    <a:pt x="5070411" y="0"/>
                  </a:moveTo>
                  <a:lnTo>
                    <a:pt x="234950" y="0"/>
                  </a:lnTo>
                  <a:lnTo>
                    <a:pt x="187600" y="4771"/>
                  </a:lnTo>
                  <a:lnTo>
                    <a:pt x="143498" y="18458"/>
                  </a:lnTo>
                  <a:lnTo>
                    <a:pt x="103588" y="40116"/>
                  </a:lnTo>
                  <a:lnTo>
                    <a:pt x="68816" y="68802"/>
                  </a:lnTo>
                  <a:lnTo>
                    <a:pt x="40126" y="103571"/>
                  </a:lnTo>
                  <a:lnTo>
                    <a:pt x="18464" y="143482"/>
                  </a:lnTo>
                  <a:lnTo>
                    <a:pt x="4773" y="187589"/>
                  </a:lnTo>
                  <a:lnTo>
                    <a:pt x="0" y="234950"/>
                  </a:lnTo>
                  <a:lnTo>
                    <a:pt x="0" y="1174623"/>
                  </a:lnTo>
                  <a:lnTo>
                    <a:pt x="4773" y="1221989"/>
                  </a:lnTo>
                  <a:lnTo>
                    <a:pt x="18464" y="1266110"/>
                  </a:lnTo>
                  <a:lnTo>
                    <a:pt x="40126" y="1306041"/>
                  </a:lnTo>
                  <a:lnTo>
                    <a:pt x="68816" y="1340834"/>
                  </a:lnTo>
                  <a:lnTo>
                    <a:pt x="103588" y="1369543"/>
                  </a:lnTo>
                  <a:lnTo>
                    <a:pt x="143498" y="1391221"/>
                  </a:lnTo>
                  <a:lnTo>
                    <a:pt x="187600" y="1404922"/>
                  </a:lnTo>
                  <a:lnTo>
                    <a:pt x="234950" y="1409700"/>
                  </a:lnTo>
                  <a:lnTo>
                    <a:pt x="5070411" y="1409700"/>
                  </a:lnTo>
                  <a:lnTo>
                    <a:pt x="5117777" y="1404922"/>
                  </a:lnTo>
                  <a:lnTo>
                    <a:pt x="5161899" y="1391221"/>
                  </a:lnTo>
                  <a:lnTo>
                    <a:pt x="5201829" y="1369543"/>
                  </a:lnTo>
                  <a:lnTo>
                    <a:pt x="5236622" y="1340834"/>
                  </a:lnTo>
                  <a:lnTo>
                    <a:pt x="5265331" y="1306041"/>
                  </a:lnTo>
                  <a:lnTo>
                    <a:pt x="5287009" y="1266110"/>
                  </a:lnTo>
                  <a:lnTo>
                    <a:pt x="5300711" y="1221989"/>
                  </a:lnTo>
                  <a:lnTo>
                    <a:pt x="5305488" y="1174623"/>
                  </a:lnTo>
                  <a:lnTo>
                    <a:pt x="5305488" y="234950"/>
                  </a:lnTo>
                  <a:lnTo>
                    <a:pt x="5300711" y="187589"/>
                  </a:lnTo>
                  <a:lnTo>
                    <a:pt x="5287009" y="143482"/>
                  </a:lnTo>
                  <a:lnTo>
                    <a:pt x="5265331" y="103571"/>
                  </a:lnTo>
                  <a:lnTo>
                    <a:pt x="5236622" y="68802"/>
                  </a:lnTo>
                  <a:lnTo>
                    <a:pt x="5201829" y="40116"/>
                  </a:lnTo>
                  <a:lnTo>
                    <a:pt x="5161899" y="18458"/>
                  </a:lnTo>
                  <a:lnTo>
                    <a:pt x="5117777" y="4771"/>
                  </a:lnTo>
                  <a:lnTo>
                    <a:pt x="507041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243076"/>
              <a:ext cx="5306060" cy="1409700"/>
            </a:xfrm>
            <a:custGeom>
              <a:avLst/>
              <a:gdLst/>
              <a:ahLst/>
              <a:cxnLst/>
              <a:rect l="l" t="t" r="r" b="b"/>
              <a:pathLst>
                <a:path w="5306060" h="1409700">
                  <a:moveTo>
                    <a:pt x="0" y="234950"/>
                  </a:moveTo>
                  <a:lnTo>
                    <a:pt x="4773" y="187589"/>
                  </a:lnTo>
                  <a:lnTo>
                    <a:pt x="18464" y="143482"/>
                  </a:lnTo>
                  <a:lnTo>
                    <a:pt x="40126" y="103571"/>
                  </a:lnTo>
                  <a:lnTo>
                    <a:pt x="68816" y="68802"/>
                  </a:lnTo>
                  <a:lnTo>
                    <a:pt x="103588" y="40116"/>
                  </a:lnTo>
                  <a:lnTo>
                    <a:pt x="143498" y="18458"/>
                  </a:lnTo>
                  <a:lnTo>
                    <a:pt x="187600" y="4771"/>
                  </a:lnTo>
                  <a:lnTo>
                    <a:pt x="234950" y="0"/>
                  </a:lnTo>
                  <a:lnTo>
                    <a:pt x="5070411" y="0"/>
                  </a:lnTo>
                  <a:lnTo>
                    <a:pt x="5117777" y="4771"/>
                  </a:lnTo>
                  <a:lnTo>
                    <a:pt x="5161899" y="18458"/>
                  </a:lnTo>
                  <a:lnTo>
                    <a:pt x="5201829" y="40116"/>
                  </a:lnTo>
                  <a:lnTo>
                    <a:pt x="5236622" y="68802"/>
                  </a:lnTo>
                  <a:lnTo>
                    <a:pt x="5265331" y="103571"/>
                  </a:lnTo>
                  <a:lnTo>
                    <a:pt x="5287009" y="143482"/>
                  </a:lnTo>
                  <a:lnTo>
                    <a:pt x="5300711" y="187589"/>
                  </a:lnTo>
                  <a:lnTo>
                    <a:pt x="5305488" y="234950"/>
                  </a:lnTo>
                  <a:lnTo>
                    <a:pt x="5305488" y="1174623"/>
                  </a:lnTo>
                  <a:lnTo>
                    <a:pt x="5300711" y="1221989"/>
                  </a:lnTo>
                  <a:lnTo>
                    <a:pt x="5287009" y="1266110"/>
                  </a:lnTo>
                  <a:lnTo>
                    <a:pt x="5265331" y="1306041"/>
                  </a:lnTo>
                  <a:lnTo>
                    <a:pt x="5236622" y="1340834"/>
                  </a:lnTo>
                  <a:lnTo>
                    <a:pt x="5201829" y="1369543"/>
                  </a:lnTo>
                  <a:lnTo>
                    <a:pt x="5161899" y="1391221"/>
                  </a:lnTo>
                  <a:lnTo>
                    <a:pt x="5117777" y="1404922"/>
                  </a:lnTo>
                  <a:lnTo>
                    <a:pt x="5070411" y="1409700"/>
                  </a:lnTo>
                  <a:lnTo>
                    <a:pt x="234950" y="1409700"/>
                  </a:lnTo>
                  <a:lnTo>
                    <a:pt x="187600" y="1404922"/>
                  </a:lnTo>
                  <a:lnTo>
                    <a:pt x="143498" y="1391221"/>
                  </a:lnTo>
                  <a:lnTo>
                    <a:pt x="103588" y="1369543"/>
                  </a:lnTo>
                  <a:lnTo>
                    <a:pt x="68816" y="1340834"/>
                  </a:lnTo>
                  <a:lnTo>
                    <a:pt x="40126" y="1306041"/>
                  </a:lnTo>
                  <a:lnTo>
                    <a:pt x="18464" y="1266110"/>
                  </a:lnTo>
                  <a:lnTo>
                    <a:pt x="4773" y="1221989"/>
                  </a:lnTo>
                  <a:lnTo>
                    <a:pt x="0" y="1174623"/>
                  </a:lnTo>
                  <a:lnTo>
                    <a:pt x="0" y="2349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200150"/>
              <a:ext cx="185737" cy="15191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238250"/>
              <a:ext cx="76200" cy="1409700"/>
            </a:xfrm>
            <a:custGeom>
              <a:avLst/>
              <a:gdLst/>
              <a:ahLst/>
              <a:cxnLst/>
              <a:rect l="l" t="t" r="r" b="b"/>
              <a:pathLst>
                <a:path w="76200" h="1409700">
                  <a:moveTo>
                    <a:pt x="76200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76200" y="1409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96682"/>
            <a:ext cx="16224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High</a:t>
            </a:r>
            <a:r>
              <a:rPr dirty="0" sz="1500" spc="-9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45" b="1">
                <a:solidFill>
                  <a:srgbClr val="122239"/>
                </a:solidFill>
                <a:latin typeface="Trebuchet MS"/>
                <a:cs typeface="Trebuchet MS"/>
              </a:rPr>
              <a:t>risks</a:t>
            </a:r>
            <a:r>
              <a:rPr dirty="0" sz="1500" spc="-17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identified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5030" y="1817814"/>
            <a:ext cx="436435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Downtime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causing</a:t>
            </a:r>
            <a:r>
              <a:rPr dirty="0" sz="11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prescribing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errors;</a:t>
            </a:r>
            <a:r>
              <a:rPr dirty="0" sz="11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unauthorized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patient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records;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cybersecurity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breach.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62675" y="1200150"/>
            <a:ext cx="5396230" cy="1519555"/>
            <a:chOff x="6162675" y="1200150"/>
            <a:chExt cx="5396230" cy="151955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1225" y="1228635"/>
              <a:ext cx="5367450" cy="14812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24651" y="1243076"/>
              <a:ext cx="5305425" cy="1409700"/>
            </a:xfrm>
            <a:custGeom>
              <a:avLst/>
              <a:gdLst/>
              <a:ahLst/>
              <a:cxnLst/>
              <a:rect l="l" t="t" r="r" b="b"/>
              <a:pathLst>
                <a:path w="5305425" h="1409700">
                  <a:moveTo>
                    <a:pt x="5070348" y="0"/>
                  </a:moveTo>
                  <a:lnTo>
                    <a:pt x="234950" y="0"/>
                  </a:lnTo>
                  <a:lnTo>
                    <a:pt x="187589" y="4771"/>
                  </a:lnTo>
                  <a:lnTo>
                    <a:pt x="143482" y="18458"/>
                  </a:lnTo>
                  <a:lnTo>
                    <a:pt x="103571" y="40116"/>
                  </a:lnTo>
                  <a:lnTo>
                    <a:pt x="68802" y="68802"/>
                  </a:lnTo>
                  <a:lnTo>
                    <a:pt x="40116" y="103571"/>
                  </a:lnTo>
                  <a:lnTo>
                    <a:pt x="18458" y="143482"/>
                  </a:lnTo>
                  <a:lnTo>
                    <a:pt x="4771" y="187589"/>
                  </a:lnTo>
                  <a:lnTo>
                    <a:pt x="0" y="234950"/>
                  </a:lnTo>
                  <a:lnTo>
                    <a:pt x="0" y="1174623"/>
                  </a:lnTo>
                  <a:lnTo>
                    <a:pt x="4771" y="1221989"/>
                  </a:lnTo>
                  <a:lnTo>
                    <a:pt x="18458" y="1266110"/>
                  </a:lnTo>
                  <a:lnTo>
                    <a:pt x="40116" y="1306041"/>
                  </a:lnTo>
                  <a:lnTo>
                    <a:pt x="68802" y="1340834"/>
                  </a:lnTo>
                  <a:lnTo>
                    <a:pt x="103571" y="1369543"/>
                  </a:lnTo>
                  <a:lnTo>
                    <a:pt x="143482" y="1391221"/>
                  </a:lnTo>
                  <a:lnTo>
                    <a:pt x="187589" y="1404922"/>
                  </a:lnTo>
                  <a:lnTo>
                    <a:pt x="234950" y="1409700"/>
                  </a:lnTo>
                  <a:lnTo>
                    <a:pt x="5070348" y="1409700"/>
                  </a:lnTo>
                  <a:lnTo>
                    <a:pt x="5117714" y="1404922"/>
                  </a:lnTo>
                  <a:lnTo>
                    <a:pt x="5161835" y="1391221"/>
                  </a:lnTo>
                  <a:lnTo>
                    <a:pt x="5201766" y="1369543"/>
                  </a:lnTo>
                  <a:lnTo>
                    <a:pt x="5236559" y="1340834"/>
                  </a:lnTo>
                  <a:lnTo>
                    <a:pt x="5265268" y="1306041"/>
                  </a:lnTo>
                  <a:lnTo>
                    <a:pt x="5286946" y="1266110"/>
                  </a:lnTo>
                  <a:lnTo>
                    <a:pt x="5300647" y="1221989"/>
                  </a:lnTo>
                  <a:lnTo>
                    <a:pt x="5305425" y="1174623"/>
                  </a:lnTo>
                  <a:lnTo>
                    <a:pt x="5305425" y="234950"/>
                  </a:lnTo>
                  <a:lnTo>
                    <a:pt x="5300647" y="187589"/>
                  </a:lnTo>
                  <a:lnTo>
                    <a:pt x="5286946" y="143482"/>
                  </a:lnTo>
                  <a:lnTo>
                    <a:pt x="5265268" y="103571"/>
                  </a:lnTo>
                  <a:lnTo>
                    <a:pt x="5236559" y="68802"/>
                  </a:lnTo>
                  <a:lnTo>
                    <a:pt x="5201766" y="40116"/>
                  </a:lnTo>
                  <a:lnTo>
                    <a:pt x="5161835" y="18458"/>
                  </a:lnTo>
                  <a:lnTo>
                    <a:pt x="5117714" y="4771"/>
                  </a:lnTo>
                  <a:lnTo>
                    <a:pt x="50703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24651" y="1243076"/>
              <a:ext cx="5305425" cy="1409700"/>
            </a:xfrm>
            <a:custGeom>
              <a:avLst/>
              <a:gdLst/>
              <a:ahLst/>
              <a:cxnLst/>
              <a:rect l="l" t="t" r="r" b="b"/>
              <a:pathLst>
                <a:path w="5305425" h="1409700">
                  <a:moveTo>
                    <a:pt x="0" y="234950"/>
                  </a:moveTo>
                  <a:lnTo>
                    <a:pt x="4771" y="187589"/>
                  </a:lnTo>
                  <a:lnTo>
                    <a:pt x="18458" y="143482"/>
                  </a:lnTo>
                  <a:lnTo>
                    <a:pt x="40116" y="103571"/>
                  </a:lnTo>
                  <a:lnTo>
                    <a:pt x="68802" y="68802"/>
                  </a:lnTo>
                  <a:lnTo>
                    <a:pt x="103571" y="40116"/>
                  </a:lnTo>
                  <a:lnTo>
                    <a:pt x="143482" y="18458"/>
                  </a:lnTo>
                  <a:lnTo>
                    <a:pt x="187589" y="4771"/>
                  </a:lnTo>
                  <a:lnTo>
                    <a:pt x="234950" y="0"/>
                  </a:lnTo>
                  <a:lnTo>
                    <a:pt x="5070348" y="0"/>
                  </a:lnTo>
                  <a:lnTo>
                    <a:pt x="5117714" y="4771"/>
                  </a:lnTo>
                  <a:lnTo>
                    <a:pt x="5161835" y="18458"/>
                  </a:lnTo>
                  <a:lnTo>
                    <a:pt x="5201766" y="40116"/>
                  </a:lnTo>
                  <a:lnTo>
                    <a:pt x="5236559" y="68802"/>
                  </a:lnTo>
                  <a:lnTo>
                    <a:pt x="5265268" y="103571"/>
                  </a:lnTo>
                  <a:lnTo>
                    <a:pt x="5286946" y="143482"/>
                  </a:lnTo>
                  <a:lnTo>
                    <a:pt x="5300647" y="187589"/>
                  </a:lnTo>
                  <a:lnTo>
                    <a:pt x="5305425" y="234950"/>
                  </a:lnTo>
                  <a:lnTo>
                    <a:pt x="5305425" y="1174623"/>
                  </a:lnTo>
                  <a:lnTo>
                    <a:pt x="5300647" y="1221989"/>
                  </a:lnTo>
                  <a:lnTo>
                    <a:pt x="5286946" y="1266110"/>
                  </a:lnTo>
                  <a:lnTo>
                    <a:pt x="5265268" y="1306041"/>
                  </a:lnTo>
                  <a:lnTo>
                    <a:pt x="5236559" y="1340834"/>
                  </a:lnTo>
                  <a:lnTo>
                    <a:pt x="5201766" y="1369543"/>
                  </a:lnTo>
                  <a:lnTo>
                    <a:pt x="5161835" y="1391221"/>
                  </a:lnTo>
                  <a:lnTo>
                    <a:pt x="5117714" y="1404922"/>
                  </a:lnTo>
                  <a:lnTo>
                    <a:pt x="5070348" y="1409700"/>
                  </a:lnTo>
                  <a:lnTo>
                    <a:pt x="234950" y="1409700"/>
                  </a:lnTo>
                  <a:lnTo>
                    <a:pt x="187589" y="1404922"/>
                  </a:lnTo>
                  <a:lnTo>
                    <a:pt x="143482" y="1391221"/>
                  </a:lnTo>
                  <a:lnTo>
                    <a:pt x="103571" y="1369543"/>
                  </a:lnTo>
                  <a:lnTo>
                    <a:pt x="68802" y="1340834"/>
                  </a:lnTo>
                  <a:lnTo>
                    <a:pt x="40116" y="1306041"/>
                  </a:lnTo>
                  <a:lnTo>
                    <a:pt x="18458" y="1266110"/>
                  </a:lnTo>
                  <a:lnTo>
                    <a:pt x="4771" y="1221989"/>
                  </a:lnTo>
                  <a:lnTo>
                    <a:pt x="0" y="1174623"/>
                  </a:lnTo>
                  <a:lnTo>
                    <a:pt x="0" y="23495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62675" y="1200150"/>
              <a:ext cx="176212" cy="15191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9825" y="1238250"/>
              <a:ext cx="66675" cy="1409700"/>
            </a:xfrm>
            <a:custGeom>
              <a:avLst/>
              <a:gdLst/>
              <a:ahLst/>
              <a:cxnLst/>
              <a:rect l="l" t="t" r="r" b="b"/>
              <a:pathLst>
                <a:path w="66675" h="1409700">
                  <a:moveTo>
                    <a:pt x="66675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66675" y="14097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02781" y="1396682"/>
            <a:ext cx="191388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122239"/>
                </a:solidFill>
                <a:latin typeface="Trebuchet MS"/>
                <a:cs typeface="Trebuchet MS"/>
              </a:rPr>
              <a:t>Medium</a:t>
            </a:r>
            <a:r>
              <a:rPr dirty="0" sz="1500" spc="-19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45" b="1">
                <a:solidFill>
                  <a:srgbClr val="122239"/>
                </a:solidFill>
                <a:latin typeface="Trebuchet MS"/>
                <a:cs typeface="Trebuchet MS"/>
              </a:rPr>
              <a:t>risks</a:t>
            </a:r>
            <a:r>
              <a:rPr dirty="0" sz="1500" spc="-8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identified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02781" y="1817814"/>
            <a:ext cx="464883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Limited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improvement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health</a:t>
            </a:r>
            <a:r>
              <a:rPr dirty="0" sz="11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outcomes;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implementation/training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costs;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internet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dependency;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inaccurate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stock;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non-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compliance.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3400" y="2933700"/>
            <a:ext cx="5396230" cy="1529080"/>
            <a:chOff x="533400" y="2933700"/>
            <a:chExt cx="5396230" cy="1529080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1950" y="2962185"/>
              <a:ext cx="5367450" cy="149074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5312" y="2976626"/>
              <a:ext cx="5306060" cy="1419225"/>
            </a:xfrm>
            <a:custGeom>
              <a:avLst/>
              <a:gdLst/>
              <a:ahLst/>
              <a:cxnLst/>
              <a:rect l="l" t="t" r="r" b="b"/>
              <a:pathLst>
                <a:path w="5306060" h="1419225">
                  <a:moveTo>
                    <a:pt x="5068887" y="0"/>
                  </a:moveTo>
                  <a:lnTo>
                    <a:pt x="236537" y="0"/>
                  </a:lnTo>
                  <a:lnTo>
                    <a:pt x="188868" y="4800"/>
                  </a:lnTo>
                  <a:lnTo>
                    <a:pt x="144468" y="18571"/>
                  </a:lnTo>
                  <a:lnTo>
                    <a:pt x="104288" y="40364"/>
                  </a:lnTo>
                  <a:lnTo>
                    <a:pt x="69281" y="69230"/>
                  </a:lnTo>
                  <a:lnTo>
                    <a:pt x="40397" y="104223"/>
                  </a:lnTo>
                  <a:lnTo>
                    <a:pt x="18588" y="144393"/>
                  </a:lnTo>
                  <a:lnTo>
                    <a:pt x="4805" y="188792"/>
                  </a:lnTo>
                  <a:lnTo>
                    <a:pt x="0" y="236474"/>
                  </a:lnTo>
                  <a:lnTo>
                    <a:pt x="0" y="1182624"/>
                  </a:lnTo>
                  <a:lnTo>
                    <a:pt x="4805" y="1230310"/>
                  </a:lnTo>
                  <a:lnTo>
                    <a:pt x="18588" y="1274724"/>
                  </a:lnTo>
                  <a:lnTo>
                    <a:pt x="40397" y="1314915"/>
                  </a:lnTo>
                  <a:lnTo>
                    <a:pt x="69281" y="1349930"/>
                  </a:lnTo>
                  <a:lnTo>
                    <a:pt x="104288" y="1378820"/>
                  </a:lnTo>
                  <a:lnTo>
                    <a:pt x="144468" y="1400633"/>
                  </a:lnTo>
                  <a:lnTo>
                    <a:pt x="188868" y="1414418"/>
                  </a:lnTo>
                  <a:lnTo>
                    <a:pt x="236537" y="1419225"/>
                  </a:lnTo>
                  <a:lnTo>
                    <a:pt x="5068887" y="1419225"/>
                  </a:lnTo>
                  <a:lnTo>
                    <a:pt x="5116574" y="1414418"/>
                  </a:lnTo>
                  <a:lnTo>
                    <a:pt x="5160988" y="1400633"/>
                  </a:lnTo>
                  <a:lnTo>
                    <a:pt x="5201178" y="1378820"/>
                  </a:lnTo>
                  <a:lnTo>
                    <a:pt x="5236194" y="1349930"/>
                  </a:lnTo>
                  <a:lnTo>
                    <a:pt x="5265083" y="1314915"/>
                  </a:lnTo>
                  <a:lnTo>
                    <a:pt x="5286896" y="1274724"/>
                  </a:lnTo>
                  <a:lnTo>
                    <a:pt x="5300682" y="1230310"/>
                  </a:lnTo>
                  <a:lnTo>
                    <a:pt x="5305488" y="1182624"/>
                  </a:lnTo>
                  <a:lnTo>
                    <a:pt x="5305488" y="236474"/>
                  </a:lnTo>
                  <a:lnTo>
                    <a:pt x="5300682" y="188792"/>
                  </a:lnTo>
                  <a:lnTo>
                    <a:pt x="5286896" y="144393"/>
                  </a:lnTo>
                  <a:lnTo>
                    <a:pt x="5265083" y="104223"/>
                  </a:lnTo>
                  <a:lnTo>
                    <a:pt x="5236194" y="69230"/>
                  </a:lnTo>
                  <a:lnTo>
                    <a:pt x="5201178" y="40364"/>
                  </a:lnTo>
                  <a:lnTo>
                    <a:pt x="5160988" y="18571"/>
                  </a:lnTo>
                  <a:lnTo>
                    <a:pt x="5116574" y="4800"/>
                  </a:lnTo>
                  <a:lnTo>
                    <a:pt x="5068887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95312" y="2976626"/>
              <a:ext cx="5306060" cy="1419225"/>
            </a:xfrm>
            <a:custGeom>
              <a:avLst/>
              <a:gdLst/>
              <a:ahLst/>
              <a:cxnLst/>
              <a:rect l="l" t="t" r="r" b="b"/>
              <a:pathLst>
                <a:path w="5306060" h="1419225">
                  <a:moveTo>
                    <a:pt x="0" y="236474"/>
                  </a:moveTo>
                  <a:lnTo>
                    <a:pt x="4805" y="188792"/>
                  </a:lnTo>
                  <a:lnTo>
                    <a:pt x="18588" y="144393"/>
                  </a:lnTo>
                  <a:lnTo>
                    <a:pt x="40397" y="104223"/>
                  </a:lnTo>
                  <a:lnTo>
                    <a:pt x="69281" y="69230"/>
                  </a:lnTo>
                  <a:lnTo>
                    <a:pt x="104288" y="40364"/>
                  </a:lnTo>
                  <a:lnTo>
                    <a:pt x="144468" y="18571"/>
                  </a:lnTo>
                  <a:lnTo>
                    <a:pt x="188868" y="4800"/>
                  </a:lnTo>
                  <a:lnTo>
                    <a:pt x="236537" y="0"/>
                  </a:lnTo>
                  <a:lnTo>
                    <a:pt x="5068887" y="0"/>
                  </a:lnTo>
                  <a:lnTo>
                    <a:pt x="5116574" y="4800"/>
                  </a:lnTo>
                  <a:lnTo>
                    <a:pt x="5160988" y="18571"/>
                  </a:lnTo>
                  <a:lnTo>
                    <a:pt x="5201178" y="40364"/>
                  </a:lnTo>
                  <a:lnTo>
                    <a:pt x="5236194" y="69230"/>
                  </a:lnTo>
                  <a:lnTo>
                    <a:pt x="5265083" y="104223"/>
                  </a:lnTo>
                  <a:lnTo>
                    <a:pt x="5286896" y="144393"/>
                  </a:lnTo>
                  <a:lnTo>
                    <a:pt x="5300682" y="188792"/>
                  </a:lnTo>
                  <a:lnTo>
                    <a:pt x="5305488" y="236474"/>
                  </a:lnTo>
                  <a:lnTo>
                    <a:pt x="5305488" y="1182624"/>
                  </a:lnTo>
                  <a:lnTo>
                    <a:pt x="5300682" y="1230310"/>
                  </a:lnTo>
                  <a:lnTo>
                    <a:pt x="5286896" y="1274724"/>
                  </a:lnTo>
                  <a:lnTo>
                    <a:pt x="5265083" y="1314915"/>
                  </a:lnTo>
                  <a:lnTo>
                    <a:pt x="5236194" y="1349930"/>
                  </a:lnTo>
                  <a:lnTo>
                    <a:pt x="5201178" y="1378820"/>
                  </a:lnTo>
                  <a:lnTo>
                    <a:pt x="5160988" y="1400633"/>
                  </a:lnTo>
                  <a:lnTo>
                    <a:pt x="5116574" y="1414418"/>
                  </a:lnTo>
                  <a:lnTo>
                    <a:pt x="5068887" y="1419225"/>
                  </a:lnTo>
                  <a:lnTo>
                    <a:pt x="236537" y="1419225"/>
                  </a:lnTo>
                  <a:lnTo>
                    <a:pt x="188868" y="1414418"/>
                  </a:lnTo>
                  <a:lnTo>
                    <a:pt x="144468" y="1400633"/>
                  </a:lnTo>
                  <a:lnTo>
                    <a:pt x="104288" y="1378820"/>
                  </a:lnTo>
                  <a:lnTo>
                    <a:pt x="69281" y="1349930"/>
                  </a:lnTo>
                  <a:lnTo>
                    <a:pt x="40397" y="1314915"/>
                  </a:lnTo>
                  <a:lnTo>
                    <a:pt x="18588" y="1274724"/>
                  </a:lnTo>
                  <a:lnTo>
                    <a:pt x="4805" y="1230310"/>
                  </a:lnTo>
                  <a:lnTo>
                    <a:pt x="0" y="1182624"/>
                  </a:lnTo>
                  <a:lnTo>
                    <a:pt x="0" y="2364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400" y="2933700"/>
              <a:ext cx="185737" cy="15286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0550" y="2971800"/>
              <a:ext cx="76200" cy="1419225"/>
            </a:xfrm>
            <a:custGeom>
              <a:avLst/>
              <a:gdLst/>
              <a:ahLst/>
              <a:cxnLst/>
              <a:rect l="l" t="t" r="r" b="b"/>
              <a:pathLst>
                <a:path w="76200" h="1419225">
                  <a:moveTo>
                    <a:pt x="76200" y="0"/>
                  </a:moveTo>
                  <a:lnTo>
                    <a:pt x="0" y="0"/>
                  </a:lnTo>
                  <a:lnTo>
                    <a:pt x="0" y="1419225"/>
                  </a:lnTo>
                  <a:lnTo>
                    <a:pt x="76200" y="14192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75030" y="3136328"/>
            <a:ext cx="8312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Mitigation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5030" y="3557651"/>
            <a:ext cx="4603750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Backup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procedures,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reliable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internet,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regular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stock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checks,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staff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training,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RBAC,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encryption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firewalls.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62675" y="2933700"/>
            <a:ext cx="5396230" cy="1529080"/>
            <a:chOff x="6162675" y="2933700"/>
            <a:chExt cx="5396230" cy="1529080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1225" y="2962185"/>
              <a:ext cx="5367450" cy="149074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224651" y="2976626"/>
              <a:ext cx="5305425" cy="1419225"/>
            </a:xfrm>
            <a:custGeom>
              <a:avLst/>
              <a:gdLst/>
              <a:ahLst/>
              <a:cxnLst/>
              <a:rect l="l" t="t" r="r" b="b"/>
              <a:pathLst>
                <a:path w="5305425" h="1419225">
                  <a:moveTo>
                    <a:pt x="5068824" y="0"/>
                  </a:moveTo>
                  <a:lnTo>
                    <a:pt x="236474" y="0"/>
                  </a:lnTo>
                  <a:lnTo>
                    <a:pt x="188792" y="4800"/>
                  </a:lnTo>
                  <a:lnTo>
                    <a:pt x="144393" y="18571"/>
                  </a:lnTo>
                  <a:lnTo>
                    <a:pt x="104223" y="40364"/>
                  </a:lnTo>
                  <a:lnTo>
                    <a:pt x="69230" y="69230"/>
                  </a:lnTo>
                  <a:lnTo>
                    <a:pt x="40364" y="104223"/>
                  </a:lnTo>
                  <a:lnTo>
                    <a:pt x="18571" y="144393"/>
                  </a:lnTo>
                  <a:lnTo>
                    <a:pt x="4800" y="188792"/>
                  </a:lnTo>
                  <a:lnTo>
                    <a:pt x="0" y="236474"/>
                  </a:lnTo>
                  <a:lnTo>
                    <a:pt x="0" y="1182624"/>
                  </a:lnTo>
                  <a:lnTo>
                    <a:pt x="4800" y="1230310"/>
                  </a:lnTo>
                  <a:lnTo>
                    <a:pt x="18571" y="1274724"/>
                  </a:lnTo>
                  <a:lnTo>
                    <a:pt x="40364" y="1314915"/>
                  </a:lnTo>
                  <a:lnTo>
                    <a:pt x="69230" y="1349930"/>
                  </a:lnTo>
                  <a:lnTo>
                    <a:pt x="104223" y="1378820"/>
                  </a:lnTo>
                  <a:lnTo>
                    <a:pt x="144393" y="1400633"/>
                  </a:lnTo>
                  <a:lnTo>
                    <a:pt x="188792" y="1414418"/>
                  </a:lnTo>
                  <a:lnTo>
                    <a:pt x="236474" y="1419225"/>
                  </a:lnTo>
                  <a:lnTo>
                    <a:pt x="5068824" y="1419225"/>
                  </a:lnTo>
                  <a:lnTo>
                    <a:pt x="5116510" y="1414418"/>
                  </a:lnTo>
                  <a:lnTo>
                    <a:pt x="5160924" y="1400633"/>
                  </a:lnTo>
                  <a:lnTo>
                    <a:pt x="5201115" y="1378820"/>
                  </a:lnTo>
                  <a:lnTo>
                    <a:pt x="5236130" y="1349930"/>
                  </a:lnTo>
                  <a:lnTo>
                    <a:pt x="5265020" y="1314915"/>
                  </a:lnTo>
                  <a:lnTo>
                    <a:pt x="5286833" y="1274724"/>
                  </a:lnTo>
                  <a:lnTo>
                    <a:pt x="5300618" y="1230310"/>
                  </a:lnTo>
                  <a:lnTo>
                    <a:pt x="5305425" y="1182624"/>
                  </a:lnTo>
                  <a:lnTo>
                    <a:pt x="5305425" y="236474"/>
                  </a:lnTo>
                  <a:lnTo>
                    <a:pt x="5300618" y="188792"/>
                  </a:lnTo>
                  <a:lnTo>
                    <a:pt x="5286833" y="144393"/>
                  </a:lnTo>
                  <a:lnTo>
                    <a:pt x="5265020" y="104223"/>
                  </a:lnTo>
                  <a:lnTo>
                    <a:pt x="5236130" y="69230"/>
                  </a:lnTo>
                  <a:lnTo>
                    <a:pt x="5201115" y="40364"/>
                  </a:lnTo>
                  <a:lnTo>
                    <a:pt x="5160924" y="18571"/>
                  </a:lnTo>
                  <a:lnTo>
                    <a:pt x="5116510" y="4800"/>
                  </a:lnTo>
                  <a:lnTo>
                    <a:pt x="50688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24651" y="2976626"/>
              <a:ext cx="5305425" cy="1419225"/>
            </a:xfrm>
            <a:custGeom>
              <a:avLst/>
              <a:gdLst/>
              <a:ahLst/>
              <a:cxnLst/>
              <a:rect l="l" t="t" r="r" b="b"/>
              <a:pathLst>
                <a:path w="5305425" h="1419225">
                  <a:moveTo>
                    <a:pt x="0" y="236474"/>
                  </a:moveTo>
                  <a:lnTo>
                    <a:pt x="4800" y="188792"/>
                  </a:lnTo>
                  <a:lnTo>
                    <a:pt x="18571" y="144393"/>
                  </a:lnTo>
                  <a:lnTo>
                    <a:pt x="40364" y="104223"/>
                  </a:lnTo>
                  <a:lnTo>
                    <a:pt x="69230" y="69230"/>
                  </a:lnTo>
                  <a:lnTo>
                    <a:pt x="104223" y="40364"/>
                  </a:lnTo>
                  <a:lnTo>
                    <a:pt x="144393" y="18571"/>
                  </a:lnTo>
                  <a:lnTo>
                    <a:pt x="188792" y="4800"/>
                  </a:lnTo>
                  <a:lnTo>
                    <a:pt x="236474" y="0"/>
                  </a:lnTo>
                  <a:lnTo>
                    <a:pt x="5068824" y="0"/>
                  </a:lnTo>
                  <a:lnTo>
                    <a:pt x="5116510" y="4800"/>
                  </a:lnTo>
                  <a:lnTo>
                    <a:pt x="5160924" y="18571"/>
                  </a:lnTo>
                  <a:lnTo>
                    <a:pt x="5201115" y="40364"/>
                  </a:lnTo>
                  <a:lnTo>
                    <a:pt x="5236130" y="69230"/>
                  </a:lnTo>
                  <a:lnTo>
                    <a:pt x="5265020" y="104223"/>
                  </a:lnTo>
                  <a:lnTo>
                    <a:pt x="5286833" y="144393"/>
                  </a:lnTo>
                  <a:lnTo>
                    <a:pt x="5300618" y="188792"/>
                  </a:lnTo>
                  <a:lnTo>
                    <a:pt x="5305425" y="236474"/>
                  </a:lnTo>
                  <a:lnTo>
                    <a:pt x="5305425" y="1182624"/>
                  </a:lnTo>
                  <a:lnTo>
                    <a:pt x="5300618" y="1230310"/>
                  </a:lnTo>
                  <a:lnTo>
                    <a:pt x="5286833" y="1274724"/>
                  </a:lnTo>
                  <a:lnTo>
                    <a:pt x="5265020" y="1314915"/>
                  </a:lnTo>
                  <a:lnTo>
                    <a:pt x="5236130" y="1349930"/>
                  </a:lnTo>
                  <a:lnTo>
                    <a:pt x="5201115" y="1378820"/>
                  </a:lnTo>
                  <a:lnTo>
                    <a:pt x="5160924" y="1400633"/>
                  </a:lnTo>
                  <a:lnTo>
                    <a:pt x="5116510" y="1414418"/>
                  </a:lnTo>
                  <a:lnTo>
                    <a:pt x="5068824" y="1419225"/>
                  </a:lnTo>
                  <a:lnTo>
                    <a:pt x="236474" y="1419225"/>
                  </a:lnTo>
                  <a:lnTo>
                    <a:pt x="188792" y="1414418"/>
                  </a:lnTo>
                  <a:lnTo>
                    <a:pt x="144393" y="1400633"/>
                  </a:lnTo>
                  <a:lnTo>
                    <a:pt x="104223" y="1378820"/>
                  </a:lnTo>
                  <a:lnTo>
                    <a:pt x="69230" y="1349930"/>
                  </a:lnTo>
                  <a:lnTo>
                    <a:pt x="40364" y="1314915"/>
                  </a:lnTo>
                  <a:lnTo>
                    <a:pt x="18571" y="1274724"/>
                  </a:lnTo>
                  <a:lnTo>
                    <a:pt x="4800" y="1230310"/>
                  </a:lnTo>
                  <a:lnTo>
                    <a:pt x="0" y="1182624"/>
                  </a:lnTo>
                  <a:lnTo>
                    <a:pt x="0" y="236474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62675" y="2933700"/>
              <a:ext cx="176212" cy="15286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19825" y="2971800"/>
              <a:ext cx="66675" cy="1419225"/>
            </a:xfrm>
            <a:custGeom>
              <a:avLst/>
              <a:gdLst/>
              <a:ahLst/>
              <a:cxnLst/>
              <a:rect l="l" t="t" r="r" b="b"/>
              <a:pathLst>
                <a:path w="66675" h="1419225">
                  <a:moveTo>
                    <a:pt x="66675" y="0"/>
                  </a:moveTo>
                  <a:lnTo>
                    <a:pt x="0" y="0"/>
                  </a:lnTo>
                  <a:lnTo>
                    <a:pt x="0" y="1419225"/>
                  </a:lnTo>
                  <a:lnTo>
                    <a:pt x="66675" y="14192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502781" y="3136328"/>
            <a:ext cx="10756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5" b="1">
                <a:solidFill>
                  <a:srgbClr val="122239"/>
                </a:solidFill>
                <a:latin typeface="Trebuchet MS"/>
                <a:cs typeface="Trebuchet MS"/>
              </a:rPr>
              <a:t>Residual</a:t>
            </a:r>
            <a:r>
              <a:rPr dirty="0" sz="1500" spc="-15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122239"/>
                </a:solidFill>
                <a:latin typeface="Trebuchet MS"/>
                <a:cs typeface="Trebuchet MS"/>
              </a:rPr>
              <a:t>risk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41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502781" y="3557651"/>
            <a:ext cx="470725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records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proposed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controls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as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reducing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risks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Low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residual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risk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with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approved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measures.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630555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System</a:t>
            </a:r>
            <a:r>
              <a:rPr dirty="0" spc="-260"/>
              <a:t> </a:t>
            </a:r>
            <a:r>
              <a:rPr dirty="0" spc="-125"/>
              <a:t>Development</a:t>
            </a:r>
            <a:r>
              <a:rPr dirty="0" spc="-240"/>
              <a:t> </a:t>
            </a:r>
            <a:r>
              <a:rPr dirty="0" spc="-110"/>
              <a:t>Methodology</a:t>
            </a:r>
            <a:r>
              <a:rPr dirty="0" spc="-270"/>
              <a:t> </a:t>
            </a:r>
            <a:r>
              <a:rPr dirty="0" spc="495"/>
              <a:t>—</a:t>
            </a:r>
            <a:r>
              <a:rPr dirty="0" spc="-229"/>
              <a:t> </a:t>
            </a:r>
            <a:r>
              <a:rPr dirty="0" spc="-20"/>
              <a:t>Agile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23880" y="353440"/>
            <a:ext cx="8159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DEVELOPMENT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68630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Agile</a:t>
            </a:r>
            <a:r>
              <a:rPr dirty="0" sz="12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selected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because</a:t>
            </a:r>
            <a:r>
              <a:rPr dirty="0" sz="12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project</a:t>
            </a: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benefits</a:t>
            </a:r>
            <a:r>
              <a:rPr dirty="0" sz="12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iterative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delivery,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stakeholder</a:t>
            </a:r>
            <a:r>
              <a:rPr dirty="0" sz="12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feedback</a:t>
            </a:r>
            <a:r>
              <a:rPr dirty="0" sz="12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 flexibility.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200150"/>
            <a:ext cx="3615054" cy="1614805"/>
            <a:chOff x="533400" y="1200150"/>
            <a:chExt cx="3615054" cy="16148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1228640"/>
              <a:ext cx="3586299" cy="15764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243076"/>
              <a:ext cx="3524885" cy="1504950"/>
            </a:xfrm>
            <a:custGeom>
              <a:avLst/>
              <a:gdLst/>
              <a:ahLst/>
              <a:cxnLst/>
              <a:rect l="l" t="t" r="r" b="b"/>
              <a:pathLst>
                <a:path w="3524885" h="1504950">
                  <a:moveTo>
                    <a:pt x="3273361" y="0"/>
                  </a:moveTo>
                  <a:lnTo>
                    <a:pt x="250825" y="0"/>
                  </a:lnTo>
                  <a:lnTo>
                    <a:pt x="205740" y="4040"/>
                  </a:lnTo>
                  <a:lnTo>
                    <a:pt x="163307" y="15688"/>
                  </a:lnTo>
                  <a:lnTo>
                    <a:pt x="124232" y="34238"/>
                  </a:lnTo>
                  <a:lnTo>
                    <a:pt x="89224" y="58980"/>
                  </a:lnTo>
                  <a:lnTo>
                    <a:pt x="58993" y="89209"/>
                  </a:lnTo>
                  <a:lnTo>
                    <a:pt x="34246" y="124215"/>
                  </a:lnTo>
                  <a:lnTo>
                    <a:pt x="15693" y="163291"/>
                  </a:lnTo>
                  <a:lnTo>
                    <a:pt x="4041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1" y="1299096"/>
                  </a:lnTo>
                  <a:lnTo>
                    <a:pt x="15693" y="1341547"/>
                  </a:lnTo>
                  <a:lnTo>
                    <a:pt x="34246" y="1380640"/>
                  </a:lnTo>
                  <a:lnTo>
                    <a:pt x="58993" y="1415666"/>
                  </a:lnTo>
                  <a:lnTo>
                    <a:pt x="89224" y="1445916"/>
                  </a:lnTo>
                  <a:lnTo>
                    <a:pt x="124232" y="1470678"/>
                  </a:lnTo>
                  <a:lnTo>
                    <a:pt x="163307" y="1489245"/>
                  </a:lnTo>
                  <a:lnTo>
                    <a:pt x="205740" y="1500905"/>
                  </a:lnTo>
                  <a:lnTo>
                    <a:pt x="250825" y="1504950"/>
                  </a:lnTo>
                  <a:lnTo>
                    <a:pt x="3273361" y="1504950"/>
                  </a:lnTo>
                  <a:lnTo>
                    <a:pt x="3318459" y="1500905"/>
                  </a:lnTo>
                  <a:lnTo>
                    <a:pt x="3360910" y="1489245"/>
                  </a:lnTo>
                  <a:lnTo>
                    <a:pt x="3400004" y="1470678"/>
                  </a:lnTo>
                  <a:lnTo>
                    <a:pt x="3435030" y="1445916"/>
                  </a:lnTo>
                  <a:lnTo>
                    <a:pt x="3465279" y="1415666"/>
                  </a:lnTo>
                  <a:lnTo>
                    <a:pt x="3490042" y="1380640"/>
                  </a:lnTo>
                  <a:lnTo>
                    <a:pt x="3508608" y="1341547"/>
                  </a:lnTo>
                  <a:lnTo>
                    <a:pt x="3520269" y="1299096"/>
                  </a:lnTo>
                  <a:lnTo>
                    <a:pt x="3524313" y="1253998"/>
                  </a:lnTo>
                  <a:lnTo>
                    <a:pt x="3524313" y="250825"/>
                  </a:lnTo>
                  <a:lnTo>
                    <a:pt x="3520269" y="205730"/>
                  </a:lnTo>
                  <a:lnTo>
                    <a:pt x="3508608" y="163291"/>
                  </a:lnTo>
                  <a:lnTo>
                    <a:pt x="3490042" y="124215"/>
                  </a:lnTo>
                  <a:lnTo>
                    <a:pt x="3465279" y="89209"/>
                  </a:lnTo>
                  <a:lnTo>
                    <a:pt x="3435030" y="58980"/>
                  </a:lnTo>
                  <a:lnTo>
                    <a:pt x="3400004" y="34238"/>
                  </a:lnTo>
                  <a:lnTo>
                    <a:pt x="3360910" y="15688"/>
                  </a:lnTo>
                  <a:lnTo>
                    <a:pt x="3318459" y="4040"/>
                  </a:lnTo>
                  <a:lnTo>
                    <a:pt x="327336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243076"/>
              <a:ext cx="3524885" cy="1504950"/>
            </a:xfrm>
            <a:custGeom>
              <a:avLst/>
              <a:gdLst/>
              <a:ahLst/>
              <a:cxnLst/>
              <a:rect l="l" t="t" r="r" b="b"/>
              <a:pathLst>
                <a:path w="3524885" h="1504950">
                  <a:moveTo>
                    <a:pt x="0" y="250825"/>
                  </a:moveTo>
                  <a:lnTo>
                    <a:pt x="4041" y="205730"/>
                  </a:lnTo>
                  <a:lnTo>
                    <a:pt x="15693" y="163291"/>
                  </a:lnTo>
                  <a:lnTo>
                    <a:pt x="34246" y="124215"/>
                  </a:lnTo>
                  <a:lnTo>
                    <a:pt x="58993" y="89209"/>
                  </a:lnTo>
                  <a:lnTo>
                    <a:pt x="89224" y="58980"/>
                  </a:lnTo>
                  <a:lnTo>
                    <a:pt x="124232" y="34238"/>
                  </a:lnTo>
                  <a:lnTo>
                    <a:pt x="163307" y="15688"/>
                  </a:lnTo>
                  <a:lnTo>
                    <a:pt x="205740" y="4040"/>
                  </a:lnTo>
                  <a:lnTo>
                    <a:pt x="250825" y="0"/>
                  </a:lnTo>
                  <a:lnTo>
                    <a:pt x="3273361" y="0"/>
                  </a:lnTo>
                  <a:lnTo>
                    <a:pt x="3318459" y="4040"/>
                  </a:lnTo>
                  <a:lnTo>
                    <a:pt x="3360910" y="15688"/>
                  </a:lnTo>
                  <a:lnTo>
                    <a:pt x="3400004" y="34238"/>
                  </a:lnTo>
                  <a:lnTo>
                    <a:pt x="3435030" y="58980"/>
                  </a:lnTo>
                  <a:lnTo>
                    <a:pt x="3465279" y="89209"/>
                  </a:lnTo>
                  <a:lnTo>
                    <a:pt x="3490042" y="124215"/>
                  </a:lnTo>
                  <a:lnTo>
                    <a:pt x="3508608" y="163291"/>
                  </a:lnTo>
                  <a:lnTo>
                    <a:pt x="3520269" y="205730"/>
                  </a:lnTo>
                  <a:lnTo>
                    <a:pt x="3524313" y="250825"/>
                  </a:lnTo>
                  <a:lnTo>
                    <a:pt x="3524313" y="1253998"/>
                  </a:lnTo>
                  <a:lnTo>
                    <a:pt x="3520269" y="1299096"/>
                  </a:lnTo>
                  <a:lnTo>
                    <a:pt x="3508608" y="1341547"/>
                  </a:lnTo>
                  <a:lnTo>
                    <a:pt x="3490042" y="1380640"/>
                  </a:lnTo>
                  <a:lnTo>
                    <a:pt x="3465279" y="1415666"/>
                  </a:lnTo>
                  <a:lnTo>
                    <a:pt x="3435030" y="1445916"/>
                  </a:lnTo>
                  <a:lnTo>
                    <a:pt x="3400004" y="1470678"/>
                  </a:lnTo>
                  <a:lnTo>
                    <a:pt x="3360910" y="1489245"/>
                  </a:lnTo>
                  <a:lnTo>
                    <a:pt x="3318459" y="1500905"/>
                  </a:lnTo>
                  <a:lnTo>
                    <a:pt x="3273361" y="1504950"/>
                  </a:lnTo>
                  <a:lnTo>
                    <a:pt x="250825" y="1504950"/>
                  </a:lnTo>
                  <a:lnTo>
                    <a:pt x="205740" y="1500905"/>
                  </a:lnTo>
                  <a:lnTo>
                    <a:pt x="163307" y="1489245"/>
                  </a:lnTo>
                  <a:lnTo>
                    <a:pt x="124232" y="1470678"/>
                  </a:lnTo>
                  <a:lnTo>
                    <a:pt x="89224" y="1445916"/>
                  </a:lnTo>
                  <a:lnTo>
                    <a:pt x="58993" y="1415666"/>
                  </a:lnTo>
                  <a:lnTo>
                    <a:pt x="34246" y="1380640"/>
                  </a:lnTo>
                  <a:lnTo>
                    <a:pt x="15693" y="1341547"/>
                  </a:lnTo>
                  <a:lnTo>
                    <a:pt x="4041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200150"/>
              <a:ext cx="185737" cy="16144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238250"/>
              <a:ext cx="76200" cy="1504950"/>
            </a:xfrm>
            <a:custGeom>
              <a:avLst/>
              <a:gdLst/>
              <a:ahLst/>
              <a:cxnLst/>
              <a:rect l="l" t="t" r="r" b="b"/>
              <a:pathLst>
                <a:path w="76200" h="1504950">
                  <a:moveTo>
                    <a:pt x="762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76200" y="1504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96682"/>
            <a:ext cx="83756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Why</a:t>
            </a:r>
            <a:r>
              <a:rPr dirty="0" sz="1500" spc="-10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50" b="1">
                <a:solidFill>
                  <a:srgbClr val="122239"/>
                </a:solidFill>
                <a:latin typeface="Trebuchet MS"/>
                <a:cs typeface="Trebuchet MS"/>
              </a:rPr>
              <a:t>Agile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5030" y="1817814"/>
            <a:ext cx="2846070" cy="560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Six-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month</a:t>
            </a:r>
            <a:r>
              <a:rPr dirty="0" sz="1100" spc="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development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period,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continuous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stakeholder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involvement,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early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feedback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flexibility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for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evolving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features.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86250" y="1200150"/>
            <a:ext cx="3615054" cy="1614805"/>
            <a:chOff x="4286250" y="1200150"/>
            <a:chExt cx="3615054" cy="161480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1228640"/>
              <a:ext cx="3586299" cy="157646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8226" y="1243076"/>
              <a:ext cx="3524250" cy="1504950"/>
            </a:xfrm>
            <a:custGeom>
              <a:avLst/>
              <a:gdLst/>
              <a:ahLst/>
              <a:cxnLst/>
              <a:rect l="l" t="t" r="r" b="b"/>
              <a:pathLst>
                <a:path w="3524250" h="1504950">
                  <a:moveTo>
                    <a:pt x="3273298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3273298" y="1504950"/>
                  </a:lnTo>
                  <a:lnTo>
                    <a:pt x="3318396" y="1500905"/>
                  </a:lnTo>
                  <a:lnTo>
                    <a:pt x="3360847" y="1489245"/>
                  </a:lnTo>
                  <a:lnTo>
                    <a:pt x="3399940" y="1470678"/>
                  </a:lnTo>
                  <a:lnTo>
                    <a:pt x="3434966" y="1445916"/>
                  </a:lnTo>
                  <a:lnTo>
                    <a:pt x="3465216" y="1415666"/>
                  </a:lnTo>
                  <a:lnTo>
                    <a:pt x="3489978" y="1380640"/>
                  </a:lnTo>
                  <a:lnTo>
                    <a:pt x="3508545" y="1341547"/>
                  </a:lnTo>
                  <a:lnTo>
                    <a:pt x="3520205" y="1299096"/>
                  </a:lnTo>
                  <a:lnTo>
                    <a:pt x="3524250" y="1253998"/>
                  </a:lnTo>
                  <a:lnTo>
                    <a:pt x="3524250" y="250825"/>
                  </a:lnTo>
                  <a:lnTo>
                    <a:pt x="3520205" y="205730"/>
                  </a:lnTo>
                  <a:lnTo>
                    <a:pt x="3508545" y="163291"/>
                  </a:lnTo>
                  <a:lnTo>
                    <a:pt x="3489978" y="124215"/>
                  </a:lnTo>
                  <a:lnTo>
                    <a:pt x="3465216" y="89209"/>
                  </a:lnTo>
                  <a:lnTo>
                    <a:pt x="3434966" y="58980"/>
                  </a:lnTo>
                  <a:lnTo>
                    <a:pt x="3399940" y="34238"/>
                  </a:lnTo>
                  <a:lnTo>
                    <a:pt x="3360847" y="15688"/>
                  </a:lnTo>
                  <a:lnTo>
                    <a:pt x="3318396" y="4040"/>
                  </a:lnTo>
                  <a:lnTo>
                    <a:pt x="327329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48226" y="1243076"/>
              <a:ext cx="3524250" cy="1504950"/>
            </a:xfrm>
            <a:custGeom>
              <a:avLst/>
              <a:gdLst/>
              <a:ahLst/>
              <a:cxnLst/>
              <a:rect l="l" t="t" r="r" b="b"/>
              <a:pathLst>
                <a:path w="3524250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3273298" y="0"/>
                  </a:lnTo>
                  <a:lnTo>
                    <a:pt x="3318396" y="4040"/>
                  </a:lnTo>
                  <a:lnTo>
                    <a:pt x="3360847" y="15688"/>
                  </a:lnTo>
                  <a:lnTo>
                    <a:pt x="3399940" y="34238"/>
                  </a:lnTo>
                  <a:lnTo>
                    <a:pt x="3434966" y="58980"/>
                  </a:lnTo>
                  <a:lnTo>
                    <a:pt x="3465216" y="89209"/>
                  </a:lnTo>
                  <a:lnTo>
                    <a:pt x="3489978" y="124215"/>
                  </a:lnTo>
                  <a:lnTo>
                    <a:pt x="3508545" y="163291"/>
                  </a:lnTo>
                  <a:lnTo>
                    <a:pt x="3520205" y="205730"/>
                  </a:lnTo>
                  <a:lnTo>
                    <a:pt x="3524250" y="250825"/>
                  </a:lnTo>
                  <a:lnTo>
                    <a:pt x="3524250" y="1253998"/>
                  </a:lnTo>
                  <a:lnTo>
                    <a:pt x="3520205" y="1299096"/>
                  </a:lnTo>
                  <a:lnTo>
                    <a:pt x="3508545" y="1341547"/>
                  </a:lnTo>
                  <a:lnTo>
                    <a:pt x="3489978" y="1380640"/>
                  </a:lnTo>
                  <a:lnTo>
                    <a:pt x="3465216" y="1415666"/>
                  </a:lnTo>
                  <a:lnTo>
                    <a:pt x="3434966" y="1445916"/>
                  </a:lnTo>
                  <a:lnTo>
                    <a:pt x="3399940" y="1470678"/>
                  </a:lnTo>
                  <a:lnTo>
                    <a:pt x="3360847" y="1489245"/>
                  </a:lnTo>
                  <a:lnTo>
                    <a:pt x="3318396" y="1500905"/>
                  </a:lnTo>
                  <a:lnTo>
                    <a:pt x="3273298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1200150"/>
              <a:ext cx="185737" cy="16144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43400" y="1238250"/>
              <a:ext cx="76200" cy="1504950"/>
            </a:xfrm>
            <a:custGeom>
              <a:avLst/>
              <a:gdLst/>
              <a:ahLst/>
              <a:cxnLst/>
              <a:rect l="l" t="t" r="r" b="b"/>
              <a:pathLst>
                <a:path w="76200" h="1504950">
                  <a:moveTo>
                    <a:pt x="762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76200" y="1504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26990" y="1396682"/>
            <a:ext cx="8851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Core</a:t>
            </a:r>
            <a:r>
              <a:rPr dirty="0" sz="1500" spc="-16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35" b="1">
                <a:solidFill>
                  <a:srgbClr val="122239"/>
                </a:solidFill>
                <a:latin typeface="Trebuchet MS"/>
                <a:cs typeface="Trebuchet MS"/>
              </a:rPr>
              <a:t>cycle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26990" y="1817814"/>
            <a:ext cx="2870835" cy="38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Planning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3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Design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3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Development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3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Testing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8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Review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C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Feedback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3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Deployment.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39100" y="1200150"/>
            <a:ext cx="3605529" cy="1614805"/>
            <a:chOff x="8039100" y="1200150"/>
            <a:chExt cx="3605529" cy="1614805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1228640"/>
              <a:ext cx="3576774" cy="157646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01076" y="1243076"/>
              <a:ext cx="3514725" cy="1504950"/>
            </a:xfrm>
            <a:custGeom>
              <a:avLst/>
              <a:gdLst/>
              <a:ahLst/>
              <a:cxnLst/>
              <a:rect l="l" t="t" r="r" b="b"/>
              <a:pathLst>
                <a:path w="3514725" h="1504950">
                  <a:moveTo>
                    <a:pt x="3263773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3263773" y="1504950"/>
                  </a:lnTo>
                  <a:lnTo>
                    <a:pt x="3308871" y="1500905"/>
                  </a:lnTo>
                  <a:lnTo>
                    <a:pt x="3351322" y="1489245"/>
                  </a:lnTo>
                  <a:lnTo>
                    <a:pt x="3390415" y="1470678"/>
                  </a:lnTo>
                  <a:lnTo>
                    <a:pt x="3425441" y="1445916"/>
                  </a:lnTo>
                  <a:lnTo>
                    <a:pt x="3455691" y="1415666"/>
                  </a:lnTo>
                  <a:lnTo>
                    <a:pt x="3480453" y="1380640"/>
                  </a:lnTo>
                  <a:lnTo>
                    <a:pt x="3499020" y="1341547"/>
                  </a:lnTo>
                  <a:lnTo>
                    <a:pt x="3510680" y="1299096"/>
                  </a:lnTo>
                  <a:lnTo>
                    <a:pt x="3514725" y="1253998"/>
                  </a:lnTo>
                  <a:lnTo>
                    <a:pt x="3514725" y="250825"/>
                  </a:lnTo>
                  <a:lnTo>
                    <a:pt x="3510680" y="205730"/>
                  </a:lnTo>
                  <a:lnTo>
                    <a:pt x="3499020" y="163291"/>
                  </a:lnTo>
                  <a:lnTo>
                    <a:pt x="3480453" y="124215"/>
                  </a:lnTo>
                  <a:lnTo>
                    <a:pt x="3455691" y="89209"/>
                  </a:lnTo>
                  <a:lnTo>
                    <a:pt x="3425441" y="58980"/>
                  </a:lnTo>
                  <a:lnTo>
                    <a:pt x="3390415" y="34238"/>
                  </a:lnTo>
                  <a:lnTo>
                    <a:pt x="3351322" y="15688"/>
                  </a:lnTo>
                  <a:lnTo>
                    <a:pt x="3308871" y="4040"/>
                  </a:lnTo>
                  <a:lnTo>
                    <a:pt x="32637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101076" y="1243076"/>
              <a:ext cx="3514725" cy="1504950"/>
            </a:xfrm>
            <a:custGeom>
              <a:avLst/>
              <a:gdLst/>
              <a:ahLst/>
              <a:cxnLst/>
              <a:rect l="l" t="t" r="r" b="b"/>
              <a:pathLst>
                <a:path w="3514725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3263773" y="0"/>
                  </a:lnTo>
                  <a:lnTo>
                    <a:pt x="3308871" y="4040"/>
                  </a:lnTo>
                  <a:lnTo>
                    <a:pt x="3351322" y="15688"/>
                  </a:lnTo>
                  <a:lnTo>
                    <a:pt x="3390415" y="34238"/>
                  </a:lnTo>
                  <a:lnTo>
                    <a:pt x="3425441" y="58980"/>
                  </a:lnTo>
                  <a:lnTo>
                    <a:pt x="3455691" y="89209"/>
                  </a:lnTo>
                  <a:lnTo>
                    <a:pt x="3480453" y="124215"/>
                  </a:lnTo>
                  <a:lnTo>
                    <a:pt x="3499020" y="163291"/>
                  </a:lnTo>
                  <a:lnTo>
                    <a:pt x="3510680" y="205730"/>
                  </a:lnTo>
                  <a:lnTo>
                    <a:pt x="3514725" y="250825"/>
                  </a:lnTo>
                  <a:lnTo>
                    <a:pt x="3514725" y="1253998"/>
                  </a:lnTo>
                  <a:lnTo>
                    <a:pt x="3510680" y="1299096"/>
                  </a:lnTo>
                  <a:lnTo>
                    <a:pt x="3499020" y="1341547"/>
                  </a:lnTo>
                  <a:lnTo>
                    <a:pt x="3480453" y="1380640"/>
                  </a:lnTo>
                  <a:lnTo>
                    <a:pt x="3455691" y="1415666"/>
                  </a:lnTo>
                  <a:lnTo>
                    <a:pt x="3425441" y="1445916"/>
                  </a:lnTo>
                  <a:lnTo>
                    <a:pt x="3390415" y="1470678"/>
                  </a:lnTo>
                  <a:lnTo>
                    <a:pt x="3351322" y="1489245"/>
                  </a:lnTo>
                  <a:lnTo>
                    <a:pt x="3308871" y="1500905"/>
                  </a:lnTo>
                  <a:lnTo>
                    <a:pt x="3263773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1200150"/>
              <a:ext cx="176212" cy="16144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096250" y="1238250"/>
              <a:ext cx="66675" cy="1504950"/>
            </a:xfrm>
            <a:custGeom>
              <a:avLst/>
              <a:gdLst/>
              <a:ahLst/>
              <a:cxnLst/>
              <a:rect l="l" t="t" r="r" b="b"/>
              <a:pathLst>
                <a:path w="66675" h="1504950">
                  <a:moveTo>
                    <a:pt x="66675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66675" y="15049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378825" y="1396682"/>
            <a:ext cx="10883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 b="1">
                <a:solidFill>
                  <a:srgbClr val="122239"/>
                </a:solidFill>
                <a:latin typeface="Trebuchet MS"/>
                <a:cs typeface="Trebuchet MS"/>
              </a:rPr>
              <a:t>Project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30" b="1">
                <a:solidFill>
                  <a:srgbClr val="122239"/>
                </a:solidFill>
                <a:latin typeface="Trebuchet MS"/>
                <a:cs typeface="Trebuchet MS"/>
              </a:rPr>
              <a:t>focus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42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378825" y="1817814"/>
            <a:ext cx="2689225" cy="560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Digital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prescriptions,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inventory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tracking,</a:t>
            </a:r>
            <a:r>
              <a:rPr dirty="0" sz="1100" spc="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AI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decision</a:t>
            </a:r>
            <a:r>
              <a:rPr dirty="0" sz="1100" spc="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support,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RBAC</a:t>
            </a:r>
            <a:r>
              <a:rPr dirty="0" sz="1100" spc="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automated notifications.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5822" y="3150552"/>
            <a:ext cx="7494905" cy="130429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500" spc="-10">
                <a:solidFill>
                  <a:srgbClr val="222C39"/>
                </a:solidFill>
                <a:latin typeface="Tahoma"/>
                <a:cs typeface="Tahoma"/>
              </a:rPr>
              <a:t>Planning</a:t>
            </a:r>
            <a:r>
              <a:rPr dirty="0" sz="15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defines</a:t>
            </a:r>
            <a:r>
              <a:rPr dirty="0" sz="15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222C39"/>
                </a:solidFill>
                <a:latin typeface="Tahoma"/>
                <a:cs typeface="Tahoma"/>
              </a:rPr>
              <a:t>priorities,</a:t>
            </a:r>
            <a:r>
              <a:rPr dirty="0" sz="15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scope,</a:t>
            </a:r>
            <a:r>
              <a:rPr dirty="0" sz="1500" spc="-1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roles</a:t>
            </a:r>
            <a:r>
              <a:rPr dirty="0" sz="1500" spc="-1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5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222C39"/>
                </a:solidFill>
                <a:latin typeface="Tahoma"/>
                <a:cs typeface="Tahoma"/>
              </a:rPr>
              <a:t>responsibilities.</a:t>
            </a:r>
            <a:endParaRPr sz="1500">
              <a:latin typeface="Tahoma"/>
              <a:cs typeface="Tahoma"/>
            </a:endParaRPr>
          </a:p>
          <a:p>
            <a:pPr marL="12700" marR="194310">
              <a:lnSpc>
                <a:spcPct val="137700"/>
              </a:lnSpc>
              <a:spcBef>
                <a:spcPts val="75"/>
              </a:spcBef>
            </a:pP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Design</a:t>
            </a:r>
            <a:r>
              <a:rPr dirty="0" sz="15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emphasizes</a:t>
            </a:r>
            <a:r>
              <a:rPr dirty="0" sz="15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functional</a:t>
            </a:r>
            <a:r>
              <a:rPr dirty="0" sz="15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requirements,</a:t>
            </a:r>
            <a:r>
              <a:rPr dirty="0" sz="15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3NF</a:t>
            </a:r>
            <a:r>
              <a:rPr dirty="0" sz="15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database</a:t>
            </a:r>
            <a:r>
              <a:rPr dirty="0" sz="15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222C39"/>
                </a:solidFill>
                <a:latin typeface="Tahoma"/>
                <a:cs typeface="Tahoma"/>
              </a:rPr>
              <a:t>design</a:t>
            </a:r>
            <a:r>
              <a:rPr dirty="0" sz="15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500" spc="-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MVC</a:t>
            </a:r>
            <a:r>
              <a:rPr dirty="0" sz="15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222C39"/>
                </a:solidFill>
                <a:latin typeface="Tahoma"/>
                <a:cs typeface="Tahoma"/>
              </a:rPr>
              <a:t>architecture. </a:t>
            </a: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Development</a:t>
            </a:r>
            <a:r>
              <a:rPr dirty="0" sz="15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builds</a:t>
            </a:r>
            <a:r>
              <a:rPr dirty="0" sz="15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modules;</a:t>
            </a:r>
            <a:r>
              <a:rPr dirty="0" sz="1500" spc="-1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testing</a:t>
            </a:r>
            <a:r>
              <a:rPr dirty="0" sz="15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validates</a:t>
            </a:r>
            <a:r>
              <a:rPr dirty="0" sz="15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functionality,</a:t>
            </a:r>
            <a:r>
              <a:rPr dirty="0" sz="15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usability</a:t>
            </a:r>
            <a:r>
              <a:rPr dirty="0" sz="15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5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222C39"/>
                </a:solidFill>
                <a:latin typeface="Tahoma"/>
                <a:cs typeface="Tahoma"/>
              </a:rPr>
              <a:t>security.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Review/feedback</a:t>
            </a:r>
            <a:r>
              <a:rPr dirty="0" sz="15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refines</a:t>
            </a:r>
            <a:r>
              <a:rPr dirty="0" sz="15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222C39"/>
                </a:solidFill>
                <a:latin typeface="Tahoma"/>
                <a:cs typeface="Tahoma"/>
              </a:rPr>
              <a:t>next</a:t>
            </a:r>
            <a:r>
              <a:rPr dirty="0" sz="15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222C39"/>
                </a:solidFill>
                <a:latin typeface="Tahoma"/>
                <a:cs typeface="Tahoma"/>
              </a:rPr>
              <a:t>iteration;</a:t>
            </a:r>
            <a:r>
              <a:rPr dirty="0" sz="15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222C39"/>
                </a:solidFill>
                <a:latin typeface="Tahoma"/>
                <a:cs typeface="Tahoma"/>
              </a:rPr>
              <a:t>deployment</a:t>
            </a:r>
            <a:r>
              <a:rPr dirty="0" sz="1500" spc="-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addresses</a:t>
            </a:r>
            <a:r>
              <a:rPr dirty="0" sz="15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222C39"/>
                </a:solidFill>
                <a:latin typeface="Tahoma"/>
                <a:cs typeface="Tahoma"/>
              </a:rPr>
              <a:t>risks</a:t>
            </a:r>
            <a:r>
              <a:rPr dirty="0" sz="15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5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222C39"/>
                </a:solidFill>
                <a:latin typeface="Tahoma"/>
                <a:cs typeface="Tahoma"/>
              </a:rPr>
              <a:t>scope</a:t>
            </a:r>
            <a:r>
              <a:rPr dirty="0" sz="15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222C39"/>
                </a:solidFill>
                <a:latin typeface="Tahoma"/>
                <a:cs typeface="Tahoma"/>
              </a:rPr>
              <a:t>changes.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System</a:t>
            </a:r>
            <a:r>
              <a:rPr dirty="0" spc="-275"/>
              <a:t> </a:t>
            </a:r>
            <a:r>
              <a:rPr dirty="0" spc="-170"/>
              <a:t>Testing</a:t>
            </a:r>
            <a:r>
              <a:rPr dirty="0" spc="-245"/>
              <a:t> </a:t>
            </a:r>
            <a:r>
              <a:rPr dirty="0" spc="-95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1526" y="353440"/>
            <a:ext cx="1110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TESTING</a:t>
            </a:r>
            <a:r>
              <a:rPr dirty="0" sz="900" spc="-9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220" b="1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dirty="0" sz="900" spc="-6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DELIVERY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5668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Testing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verifies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functional</a:t>
            </a:r>
            <a:r>
              <a:rPr dirty="0" sz="1200" spc="-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non-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functional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requirements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before</a:t>
            </a:r>
            <a:r>
              <a:rPr dirty="0" sz="12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production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release.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104900"/>
            <a:ext cx="3615054" cy="1348105"/>
            <a:chOff x="533400" y="1104900"/>
            <a:chExt cx="3615054" cy="13481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1133373"/>
              <a:ext cx="3586299" cy="13097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147826"/>
              <a:ext cx="3524885" cy="1238250"/>
            </a:xfrm>
            <a:custGeom>
              <a:avLst/>
              <a:gdLst/>
              <a:ahLst/>
              <a:cxnLst/>
              <a:rect l="l" t="t" r="r" b="b"/>
              <a:pathLst>
                <a:path w="3524885" h="1238250">
                  <a:moveTo>
                    <a:pt x="3317811" y="0"/>
                  </a:moveTo>
                  <a:lnTo>
                    <a:pt x="206375" y="0"/>
                  </a:lnTo>
                  <a:lnTo>
                    <a:pt x="159057" y="5446"/>
                  </a:lnTo>
                  <a:lnTo>
                    <a:pt x="115619" y="20964"/>
                  </a:lnTo>
                  <a:lnTo>
                    <a:pt x="77301" y="45316"/>
                  </a:lnTo>
                  <a:lnTo>
                    <a:pt x="45340" y="77269"/>
                  </a:lnTo>
                  <a:lnTo>
                    <a:pt x="20977" y="115586"/>
                  </a:lnTo>
                  <a:lnTo>
                    <a:pt x="5450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50" y="1079096"/>
                  </a:lnTo>
                  <a:lnTo>
                    <a:pt x="20977" y="1122561"/>
                  </a:lnTo>
                  <a:lnTo>
                    <a:pt x="45340" y="1160903"/>
                  </a:lnTo>
                  <a:lnTo>
                    <a:pt x="77301" y="1192883"/>
                  </a:lnTo>
                  <a:lnTo>
                    <a:pt x="115619" y="1217260"/>
                  </a:lnTo>
                  <a:lnTo>
                    <a:pt x="159057" y="1232796"/>
                  </a:lnTo>
                  <a:lnTo>
                    <a:pt x="206375" y="1238250"/>
                  </a:lnTo>
                  <a:lnTo>
                    <a:pt x="3317811" y="1238250"/>
                  </a:lnTo>
                  <a:lnTo>
                    <a:pt x="3365159" y="1232796"/>
                  </a:lnTo>
                  <a:lnTo>
                    <a:pt x="3408625" y="1217260"/>
                  </a:lnTo>
                  <a:lnTo>
                    <a:pt x="3446967" y="1192883"/>
                  </a:lnTo>
                  <a:lnTo>
                    <a:pt x="3478946" y="1160903"/>
                  </a:lnTo>
                  <a:lnTo>
                    <a:pt x="3503324" y="1122561"/>
                  </a:lnTo>
                  <a:lnTo>
                    <a:pt x="3518859" y="1079096"/>
                  </a:lnTo>
                  <a:lnTo>
                    <a:pt x="3524313" y="1031748"/>
                  </a:lnTo>
                  <a:lnTo>
                    <a:pt x="3524313" y="206375"/>
                  </a:lnTo>
                  <a:lnTo>
                    <a:pt x="3518859" y="159033"/>
                  </a:lnTo>
                  <a:lnTo>
                    <a:pt x="3503324" y="115586"/>
                  </a:lnTo>
                  <a:lnTo>
                    <a:pt x="3478946" y="77269"/>
                  </a:lnTo>
                  <a:lnTo>
                    <a:pt x="3446967" y="45316"/>
                  </a:lnTo>
                  <a:lnTo>
                    <a:pt x="3408625" y="20964"/>
                  </a:lnTo>
                  <a:lnTo>
                    <a:pt x="3365159" y="5446"/>
                  </a:lnTo>
                  <a:lnTo>
                    <a:pt x="331781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147826"/>
              <a:ext cx="3524885" cy="1238250"/>
            </a:xfrm>
            <a:custGeom>
              <a:avLst/>
              <a:gdLst/>
              <a:ahLst/>
              <a:cxnLst/>
              <a:rect l="l" t="t" r="r" b="b"/>
              <a:pathLst>
                <a:path w="3524885" h="1238250">
                  <a:moveTo>
                    <a:pt x="0" y="206375"/>
                  </a:moveTo>
                  <a:lnTo>
                    <a:pt x="5450" y="159033"/>
                  </a:lnTo>
                  <a:lnTo>
                    <a:pt x="20977" y="115586"/>
                  </a:lnTo>
                  <a:lnTo>
                    <a:pt x="45340" y="77269"/>
                  </a:lnTo>
                  <a:lnTo>
                    <a:pt x="77301" y="45316"/>
                  </a:lnTo>
                  <a:lnTo>
                    <a:pt x="115619" y="20964"/>
                  </a:lnTo>
                  <a:lnTo>
                    <a:pt x="159057" y="5446"/>
                  </a:lnTo>
                  <a:lnTo>
                    <a:pt x="206375" y="0"/>
                  </a:lnTo>
                  <a:lnTo>
                    <a:pt x="3317811" y="0"/>
                  </a:lnTo>
                  <a:lnTo>
                    <a:pt x="3365159" y="5446"/>
                  </a:lnTo>
                  <a:lnTo>
                    <a:pt x="3408625" y="20964"/>
                  </a:lnTo>
                  <a:lnTo>
                    <a:pt x="3446967" y="45316"/>
                  </a:lnTo>
                  <a:lnTo>
                    <a:pt x="3478946" y="77269"/>
                  </a:lnTo>
                  <a:lnTo>
                    <a:pt x="3503324" y="115586"/>
                  </a:lnTo>
                  <a:lnTo>
                    <a:pt x="3518859" y="159033"/>
                  </a:lnTo>
                  <a:lnTo>
                    <a:pt x="3524313" y="206375"/>
                  </a:lnTo>
                  <a:lnTo>
                    <a:pt x="3524313" y="1031748"/>
                  </a:lnTo>
                  <a:lnTo>
                    <a:pt x="3518859" y="1079096"/>
                  </a:lnTo>
                  <a:lnTo>
                    <a:pt x="3503324" y="1122561"/>
                  </a:lnTo>
                  <a:lnTo>
                    <a:pt x="3478946" y="1160903"/>
                  </a:lnTo>
                  <a:lnTo>
                    <a:pt x="3446967" y="1192883"/>
                  </a:lnTo>
                  <a:lnTo>
                    <a:pt x="3408625" y="1217260"/>
                  </a:lnTo>
                  <a:lnTo>
                    <a:pt x="3365159" y="1232796"/>
                  </a:lnTo>
                  <a:lnTo>
                    <a:pt x="3317811" y="1238250"/>
                  </a:lnTo>
                  <a:lnTo>
                    <a:pt x="206375" y="1238250"/>
                  </a:lnTo>
                  <a:lnTo>
                    <a:pt x="159057" y="1232796"/>
                  </a:lnTo>
                  <a:lnTo>
                    <a:pt x="115619" y="1217260"/>
                  </a:lnTo>
                  <a:lnTo>
                    <a:pt x="77301" y="1192883"/>
                  </a:lnTo>
                  <a:lnTo>
                    <a:pt x="45340" y="1160903"/>
                  </a:lnTo>
                  <a:lnTo>
                    <a:pt x="20977" y="1122561"/>
                  </a:lnTo>
                  <a:lnTo>
                    <a:pt x="5450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104900"/>
              <a:ext cx="185737" cy="13477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143000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04861"/>
            <a:ext cx="2501900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Unit</a:t>
            </a:r>
            <a:r>
              <a:rPr dirty="0" sz="1500" spc="-18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151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Verify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individual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modules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such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70">
                <a:solidFill>
                  <a:srgbClr val="222C39"/>
                </a:solidFill>
                <a:latin typeface="Tahoma"/>
                <a:cs typeface="Tahoma"/>
              </a:rPr>
              <a:t>as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login,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prescriptions,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alerts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reports.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0" y="1104900"/>
            <a:ext cx="3615054" cy="1348105"/>
            <a:chOff x="4286250" y="1104900"/>
            <a:chExt cx="3615054" cy="134810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1133373"/>
              <a:ext cx="3586299" cy="130979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48226" y="1147826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3317748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17748" y="1238250"/>
                  </a:lnTo>
                  <a:lnTo>
                    <a:pt x="3365096" y="1232796"/>
                  </a:lnTo>
                  <a:lnTo>
                    <a:pt x="3408561" y="1217260"/>
                  </a:lnTo>
                  <a:lnTo>
                    <a:pt x="3446903" y="1192883"/>
                  </a:lnTo>
                  <a:lnTo>
                    <a:pt x="3478883" y="1160903"/>
                  </a:lnTo>
                  <a:lnTo>
                    <a:pt x="3503260" y="1122561"/>
                  </a:lnTo>
                  <a:lnTo>
                    <a:pt x="3518796" y="1079096"/>
                  </a:lnTo>
                  <a:lnTo>
                    <a:pt x="3524250" y="1031748"/>
                  </a:lnTo>
                  <a:lnTo>
                    <a:pt x="3524250" y="206375"/>
                  </a:lnTo>
                  <a:lnTo>
                    <a:pt x="3518796" y="159033"/>
                  </a:lnTo>
                  <a:lnTo>
                    <a:pt x="3503260" y="115586"/>
                  </a:lnTo>
                  <a:lnTo>
                    <a:pt x="3478883" y="77269"/>
                  </a:lnTo>
                  <a:lnTo>
                    <a:pt x="3446903" y="45316"/>
                  </a:lnTo>
                  <a:lnTo>
                    <a:pt x="3408561" y="20964"/>
                  </a:lnTo>
                  <a:lnTo>
                    <a:pt x="3365096" y="5446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48226" y="1147826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17748" y="0"/>
                  </a:lnTo>
                  <a:lnTo>
                    <a:pt x="3365096" y="5446"/>
                  </a:lnTo>
                  <a:lnTo>
                    <a:pt x="3408561" y="20964"/>
                  </a:lnTo>
                  <a:lnTo>
                    <a:pt x="3446903" y="45316"/>
                  </a:lnTo>
                  <a:lnTo>
                    <a:pt x="3478883" y="77269"/>
                  </a:lnTo>
                  <a:lnTo>
                    <a:pt x="3503260" y="115586"/>
                  </a:lnTo>
                  <a:lnTo>
                    <a:pt x="3518796" y="159033"/>
                  </a:lnTo>
                  <a:lnTo>
                    <a:pt x="3524250" y="206375"/>
                  </a:lnTo>
                  <a:lnTo>
                    <a:pt x="3524250" y="1031748"/>
                  </a:lnTo>
                  <a:lnTo>
                    <a:pt x="3518796" y="1079096"/>
                  </a:lnTo>
                  <a:lnTo>
                    <a:pt x="3503260" y="1122561"/>
                  </a:lnTo>
                  <a:lnTo>
                    <a:pt x="3478883" y="1160903"/>
                  </a:lnTo>
                  <a:lnTo>
                    <a:pt x="3446903" y="1192883"/>
                  </a:lnTo>
                  <a:lnTo>
                    <a:pt x="3408561" y="1217260"/>
                  </a:lnTo>
                  <a:lnTo>
                    <a:pt x="3365096" y="1232796"/>
                  </a:lnTo>
                  <a:lnTo>
                    <a:pt x="3317748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1104900"/>
              <a:ext cx="185737" cy="13477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43400" y="1143000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626990" y="1304861"/>
            <a:ext cx="2801620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122239"/>
                </a:solidFill>
                <a:latin typeface="Trebuchet MS"/>
                <a:cs typeface="Trebuchet MS"/>
              </a:rPr>
              <a:t>Integration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151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Verify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database/API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interactions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correct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data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flow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between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modules.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39100" y="1104900"/>
            <a:ext cx="3605529" cy="1348105"/>
            <a:chOff x="8039100" y="1104900"/>
            <a:chExt cx="3605529" cy="134810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1133373"/>
              <a:ext cx="3576774" cy="13097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01076" y="1147826"/>
              <a:ext cx="3514725" cy="1238250"/>
            </a:xfrm>
            <a:custGeom>
              <a:avLst/>
              <a:gdLst/>
              <a:ahLst/>
              <a:cxnLst/>
              <a:rect l="l" t="t" r="r" b="b"/>
              <a:pathLst>
                <a:path w="3514725" h="1238250">
                  <a:moveTo>
                    <a:pt x="3308223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08223" y="1238250"/>
                  </a:lnTo>
                  <a:lnTo>
                    <a:pt x="3355571" y="1232796"/>
                  </a:lnTo>
                  <a:lnTo>
                    <a:pt x="3399036" y="1217260"/>
                  </a:lnTo>
                  <a:lnTo>
                    <a:pt x="3437378" y="1192883"/>
                  </a:lnTo>
                  <a:lnTo>
                    <a:pt x="3469358" y="1160903"/>
                  </a:lnTo>
                  <a:lnTo>
                    <a:pt x="3493735" y="1122561"/>
                  </a:lnTo>
                  <a:lnTo>
                    <a:pt x="3509271" y="1079096"/>
                  </a:lnTo>
                  <a:lnTo>
                    <a:pt x="3514725" y="1031748"/>
                  </a:lnTo>
                  <a:lnTo>
                    <a:pt x="3514725" y="206375"/>
                  </a:lnTo>
                  <a:lnTo>
                    <a:pt x="3509271" y="159033"/>
                  </a:lnTo>
                  <a:lnTo>
                    <a:pt x="3493735" y="115586"/>
                  </a:lnTo>
                  <a:lnTo>
                    <a:pt x="3469358" y="77269"/>
                  </a:lnTo>
                  <a:lnTo>
                    <a:pt x="3437378" y="45316"/>
                  </a:lnTo>
                  <a:lnTo>
                    <a:pt x="3399036" y="20964"/>
                  </a:lnTo>
                  <a:lnTo>
                    <a:pt x="3355571" y="5446"/>
                  </a:lnTo>
                  <a:lnTo>
                    <a:pt x="330822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101076" y="1147826"/>
              <a:ext cx="3514725" cy="1238250"/>
            </a:xfrm>
            <a:custGeom>
              <a:avLst/>
              <a:gdLst/>
              <a:ahLst/>
              <a:cxnLst/>
              <a:rect l="l" t="t" r="r" b="b"/>
              <a:pathLst>
                <a:path w="3514725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08223" y="0"/>
                  </a:lnTo>
                  <a:lnTo>
                    <a:pt x="3355571" y="5446"/>
                  </a:lnTo>
                  <a:lnTo>
                    <a:pt x="3399036" y="20964"/>
                  </a:lnTo>
                  <a:lnTo>
                    <a:pt x="3437378" y="45316"/>
                  </a:lnTo>
                  <a:lnTo>
                    <a:pt x="3469358" y="77269"/>
                  </a:lnTo>
                  <a:lnTo>
                    <a:pt x="3493735" y="115586"/>
                  </a:lnTo>
                  <a:lnTo>
                    <a:pt x="3509271" y="159033"/>
                  </a:lnTo>
                  <a:lnTo>
                    <a:pt x="3514725" y="206375"/>
                  </a:lnTo>
                  <a:lnTo>
                    <a:pt x="3514725" y="1031748"/>
                  </a:lnTo>
                  <a:lnTo>
                    <a:pt x="3509271" y="1079096"/>
                  </a:lnTo>
                  <a:lnTo>
                    <a:pt x="3493735" y="1122561"/>
                  </a:lnTo>
                  <a:lnTo>
                    <a:pt x="3469358" y="1160903"/>
                  </a:lnTo>
                  <a:lnTo>
                    <a:pt x="3437378" y="1192883"/>
                  </a:lnTo>
                  <a:lnTo>
                    <a:pt x="3399036" y="1217260"/>
                  </a:lnTo>
                  <a:lnTo>
                    <a:pt x="3355571" y="1232796"/>
                  </a:lnTo>
                  <a:lnTo>
                    <a:pt x="3308223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1104900"/>
              <a:ext cx="176212" cy="134772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096250" y="1143000"/>
              <a:ext cx="66675" cy="1238250"/>
            </a:xfrm>
            <a:custGeom>
              <a:avLst/>
              <a:gdLst/>
              <a:ahLst/>
              <a:cxnLst/>
              <a:rect l="l" t="t" r="r" b="b"/>
              <a:pathLst>
                <a:path w="66675" h="1238250">
                  <a:moveTo>
                    <a:pt x="66675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66675" y="12382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378825" y="1304861"/>
            <a:ext cx="2455545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5" b="1">
                <a:solidFill>
                  <a:srgbClr val="122239"/>
                </a:solidFill>
                <a:latin typeface="Trebuchet MS"/>
                <a:cs typeface="Trebuchet MS"/>
              </a:rPr>
              <a:t>System</a:t>
            </a:r>
            <a:r>
              <a:rPr dirty="0" sz="1500" spc="-14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151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Validate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end-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to-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end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workflows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against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business</a:t>
            </a:r>
            <a:r>
              <a:rPr dirty="0" sz="1100" spc="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requirements.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3400" y="2657475"/>
            <a:ext cx="3615054" cy="1348105"/>
            <a:chOff x="533400" y="2657475"/>
            <a:chExt cx="3615054" cy="134810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2685948"/>
              <a:ext cx="3586299" cy="130979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5312" y="2700401"/>
              <a:ext cx="3524885" cy="1238250"/>
            </a:xfrm>
            <a:custGeom>
              <a:avLst/>
              <a:gdLst/>
              <a:ahLst/>
              <a:cxnLst/>
              <a:rect l="l" t="t" r="r" b="b"/>
              <a:pathLst>
                <a:path w="3524885" h="1238250">
                  <a:moveTo>
                    <a:pt x="3317811" y="0"/>
                  </a:moveTo>
                  <a:lnTo>
                    <a:pt x="206375" y="0"/>
                  </a:lnTo>
                  <a:lnTo>
                    <a:pt x="159057" y="5446"/>
                  </a:lnTo>
                  <a:lnTo>
                    <a:pt x="115619" y="20964"/>
                  </a:lnTo>
                  <a:lnTo>
                    <a:pt x="77301" y="45316"/>
                  </a:lnTo>
                  <a:lnTo>
                    <a:pt x="45340" y="77269"/>
                  </a:lnTo>
                  <a:lnTo>
                    <a:pt x="20977" y="115586"/>
                  </a:lnTo>
                  <a:lnTo>
                    <a:pt x="5450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50" y="1079096"/>
                  </a:lnTo>
                  <a:lnTo>
                    <a:pt x="20977" y="1122561"/>
                  </a:lnTo>
                  <a:lnTo>
                    <a:pt x="45340" y="1160903"/>
                  </a:lnTo>
                  <a:lnTo>
                    <a:pt x="77301" y="1192883"/>
                  </a:lnTo>
                  <a:lnTo>
                    <a:pt x="115619" y="1217260"/>
                  </a:lnTo>
                  <a:lnTo>
                    <a:pt x="159057" y="1232796"/>
                  </a:lnTo>
                  <a:lnTo>
                    <a:pt x="206375" y="1238250"/>
                  </a:lnTo>
                  <a:lnTo>
                    <a:pt x="3317811" y="1238250"/>
                  </a:lnTo>
                  <a:lnTo>
                    <a:pt x="3365159" y="1232796"/>
                  </a:lnTo>
                  <a:lnTo>
                    <a:pt x="3408625" y="1217260"/>
                  </a:lnTo>
                  <a:lnTo>
                    <a:pt x="3446967" y="1192883"/>
                  </a:lnTo>
                  <a:lnTo>
                    <a:pt x="3478946" y="1160903"/>
                  </a:lnTo>
                  <a:lnTo>
                    <a:pt x="3503324" y="1122561"/>
                  </a:lnTo>
                  <a:lnTo>
                    <a:pt x="3518859" y="1079096"/>
                  </a:lnTo>
                  <a:lnTo>
                    <a:pt x="3524313" y="1031748"/>
                  </a:lnTo>
                  <a:lnTo>
                    <a:pt x="3524313" y="206375"/>
                  </a:lnTo>
                  <a:lnTo>
                    <a:pt x="3518859" y="159033"/>
                  </a:lnTo>
                  <a:lnTo>
                    <a:pt x="3503324" y="115586"/>
                  </a:lnTo>
                  <a:lnTo>
                    <a:pt x="3478946" y="77269"/>
                  </a:lnTo>
                  <a:lnTo>
                    <a:pt x="3446967" y="45316"/>
                  </a:lnTo>
                  <a:lnTo>
                    <a:pt x="3408625" y="20964"/>
                  </a:lnTo>
                  <a:lnTo>
                    <a:pt x="3365159" y="5446"/>
                  </a:lnTo>
                  <a:lnTo>
                    <a:pt x="331781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95312" y="2700401"/>
              <a:ext cx="3524885" cy="1238250"/>
            </a:xfrm>
            <a:custGeom>
              <a:avLst/>
              <a:gdLst/>
              <a:ahLst/>
              <a:cxnLst/>
              <a:rect l="l" t="t" r="r" b="b"/>
              <a:pathLst>
                <a:path w="3524885" h="1238250">
                  <a:moveTo>
                    <a:pt x="0" y="206375"/>
                  </a:moveTo>
                  <a:lnTo>
                    <a:pt x="5450" y="159033"/>
                  </a:lnTo>
                  <a:lnTo>
                    <a:pt x="20977" y="115586"/>
                  </a:lnTo>
                  <a:lnTo>
                    <a:pt x="45340" y="77269"/>
                  </a:lnTo>
                  <a:lnTo>
                    <a:pt x="77301" y="45316"/>
                  </a:lnTo>
                  <a:lnTo>
                    <a:pt x="115619" y="20964"/>
                  </a:lnTo>
                  <a:lnTo>
                    <a:pt x="159057" y="5446"/>
                  </a:lnTo>
                  <a:lnTo>
                    <a:pt x="206375" y="0"/>
                  </a:lnTo>
                  <a:lnTo>
                    <a:pt x="3317811" y="0"/>
                  </a:lnTo>
                  <a:lnTo>
                    <a:pt x="3365159" y="5446"/>
                  </a:lnTo>
                  <a:lnTo>
                    <a:pt x="3408625" y="20964"/>
                  </a:lnTo>
                  <a:lnTo>
                    <a:pt x="3446967" y="45316"/>
                  </a:lnTo>
                  <a:lnTo>
                    <a:pt x="3478946" y="77269"/>
                  </a:lnTo>
                  <a:lnTo>
                    <a:pt x="3503324" y="115586"/>
                  </a:lnTo>
                  <a:lnTo>
                    <a:pt x="3518859" y="159033"/>
                  </a:lnTo>
                  <a:lnTo>
                    <a:pt x="3524313" y="206375"/>
                  </a:lnTo>
                  <a:lnTo>
                    <a:pt x="3524313" y="1031748"/>
                  </a:lnTo>
                  <a:lnTo>
                    <a:pt x="3518859" y="1079096"/>
                  </a:lnTo>
                  <a:lnTo>
                    <a:pt x="3503324" y="1122561"/>
                  </a:lnTo>
                  <a:lnTo>
                    <a:pt x="3478946" y="1160903"/>
                  </a:lnTo>
                  <a:lnTo>
                    <a:pt x="3446967" y="1192883"/>
                  </a:lnTo>
                  <a:lnTo>
                    <a:pt x="3408625" y="1217260"/>
                  </a:lnTo>
                  <a:lnTo>
                    <a:pt x="3365159" y="1232796"/>
                  </a:lnTo>
                  <a:lnTo>
                    <a:pt x="3317811" y="1238250"/>
                  </a:lnTo>
                  <a:lnTo>
                    <a:pt x="206375" y="1238250"/>
                  </a:lnTo>
                  <a:lnTo>
                    <a:pt x="159057" y="1232796"/>
                  </a:lnTo>
                  <a:lnTo>
                    <a:pt x="115619" y="1217260"/>
                  </a:lnTo>
                  <a:lnTo>
                    <a:pt x="77301" y="1192883"/>
                  </a:lnTo>
                  <a:lnTo>
                    <a:pt x="45340" y="1160903"/>
                  </a:lnTo>
                  <a:lnTo>
                    <a:pt x="20977" y="1122561"/>
                  </a:lnTo>
                  <a:lnTo>
                    <a:pt x="5450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2657475"/>
              <a:ext cx="185737" cy="134772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0550" y="2695575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75030" y="2861627"/>
            <a:ext cx="2873375" cy="80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122239"/>
                </a:solidFill>
                <a:latin typeface="Trebuchet MS"/>
                <a:cs typeface="Trebuchet MS"/>
              </a:rPr>
              <a:t>UAT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Doctors/GPs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staff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execute scenarios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approve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286250" y="2657475"/>
            <a:ext cx="3615054" cy="1348105"/>
            <a:chOff x="4286250" y="2657475"/>
            <a:chExt cx="3615054" cy="1348105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2685948"/>
              <a:ext cx="3586299" cy="130979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348226" y="2700401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3317748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17748" y="1238250"/>
                  </a:lnTo>
                  <a:lnTo>
                    <a:pt x="3365096" y="1232796"/>
                  </a:lnTo>
                  <a:lnTo>
                    <a:pt x="3408561" y="1217260"/>
                  </a:lnTo>
                  <a:lnTo>
                    <a:pt x="3446903" y="1192883"/>
                  </a:lnTo>
                  <a:lnTo>
                    <a:pt x="3478883" y="1160903"/>
                  </a:lnTo>
                  <a:lnTo>
                    <a:pt x="3503260" y="1122561"/>
                  </a:lnTo>
                  <a:lnTo>
                    <a:pt x="3518796" y="1079096"/>
                  </a:lnTo>
                  <a:lnTo>
                    <a:pt x="3524250" y="1031748"/>
                  </a:lnTo>
                  <a:lnTo>
                    <a:pt x="3524250" y="206375"/>
                  </a:lnTo>
                  <a:lnTo>
                    <a:pt x="3518796" y="159033"/>
                  </a:lnTo>
                  <a:lnTo>
                    <a:pt x="3503260" y="115586"/>
                  </a:lnTo>
                  <a:lnTo>
                    <a:pt x="3478883" y="77269"/>
                  </a:lnTo>
                  <a:lnTo>
                    <a:pt x="3446903" y="45316"/>
                  </a:lnTo>
                  <a:lnTo>
                    <a:pt x="3408561" y="20964"/>
                  </a:lnTo>
                  <a:lnTo>
                    <a:pt x="3365096" y="5446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348226" y="2700401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17748" y="0"/>
                  </a:lnTo>
                  <a:lnTo>
                    <a:pt x="3365096" y="5446"/>
                  </a:lnTo>
                  <a:lnTo>
                    <a:pt x="3408561" y="20964"/>
                  </a:lnTo>
                  <a:lnTo>
                    <a:pt x="3446903" y="45316"/>
                  </a:lnTo>
                  <a:lnTo>
                    <a:pt x="3478883" y="77269"/>
                  </a:lnTo>
                  <a:lnTo>
                    <a:pt x="3503260" y="115586"/>
                  </a:lnTo>
                  <a:lnTo>
                    <a:pt x="3518796" y="159033"/>
                  </a:lnTo>
                  <a:lnTo>
                    <a:pt x="3524250" y="206375"/>
                  </a:lnTo>
                  <a:lnTo>
                    <a:pt x="3524250" y="1031748"/>
                  </a:lnTo>
                  <a:lnTo>
                    <a:pt x="3518796" y="1079096"/>
                  </a:lnTo>
                  <a:lnTo>
                    <a:pt x="3503260" y="1122561"/>
                  </a:lnTo>
                  <a:lnTo>
                    <a:pt x="3478883" y="1160903"/>
                  </a:lnTo>
                  <a:lnTo>
                    <a:pt x="3446903" y="1192883"/>
                  </a:lnTo>
                  <a:lnTo>
                    <a:pt x="3408561" y="1217260"/>
                  </a:lnTo>
                  <a:lnTo>
                    <a:pt x="3365096" y="1232796"/>
                  </a:lnTo>
                  <a:lnTo>
                    <a:pt x="3317748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2657475"/>
              <a:ext cx="185737" cy="134772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43400" y="2695575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4626990" y="2861627"/>
            <a:ext cx="2606675" cy="80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Security</a:t>
            </a:r>
            <a:r>
              <a:rPr dirty="0" sz="1500" spc="-15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Authentication,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RBAC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SQL-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injection-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related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checks</a:t>
            </a:r>
            <a:r>
              <a:rPr dirty="0" sz="1100" spc="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protect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039100" y="2657475"/>
            <a:ext cx="3605529" cy="1348105"/>
            <a:chOff x="8039100" y="2657475"/>
            <a:chExt cx="3605529" cy="1348105"/>
          </a:xfrm>
        </p:grpSpPr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2685948"/>
              <a:ext cx="3576774" cy="130979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101076" y="2700401"/>
              <a:ext cx="3514725" cy="1238250"/>
            </a:xfrm>
            <a:custGeom>
              <a:avLst/>
              <a:gdLst/>
              <a:ahLst/>
              <a:cxnLst/>
              <a:rect l="l" t="t" r="r" b="b"/>
              <a:pathLst>
                <a:path w="3514725" h="1238250">
                  <a:moveTo>
                    <a:pt x="3308223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08223" y="1238250"/>
                  </a:lnTo>
                  <a:lnTo>
                    <a:pt x="3355571" y="1232796"/>
                  </a:lnTo>
                  <a:lnTo>
                    <a:pt x="3399036" y="1217260"/>
                  </a:lnTo>
                  <a:lnTo>
                    <a:pt x="3437378" y="1192883"/>
                  </a:lnTo>
                  <a:lnTo>
                    <a:pt x="3469358" y="1160903"/>
                  </a:lnTo>
                  <a:lnTo>
                    <a:pt x="3493735" y="1122561"/>
                  </a:lnTo>
                  <a:lnTo>
                    <a:pt x="3509271" y="1079096"/>
                  </a:lnTo>
                  <a:lnTo>
                    <a:pt x="3514725" y="1031748"/>
                  </a:lnTo>
                  <a:lnTo>
                    <a:pt x="3514725" y="206375"/>
                  </a:lnTo>
                  <a:lnTo>
                    <a:pt x="3509271" y="159033"/>
                  </a:lnTo>
                  <a:lnTo>
                    <a:pt x="3493735" y="115586"/>
                  </a:lnTo>
                  <a:lnTo>
                    <a:pt x="3469358" y="77269"/>
                  </a:lnTo>
                  <a:lnTo>
                    <a:pt x="3437378" y="45316"/>
                  </a:lnTo>
                  <a:lnTo>
                    <a:pt x="3399036" y="20964"/>
                  </a:lnTo>
                  <a:lnTo>
                    <a:pt x="3355571" y="5446"/>
                  </a:lnTo>
                  <a:lnTo>
                    <a:pt x="330822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101076" y="2700401"/>
              <a:ext cx="3514725" cy="1238250"/>
            </a:xfrm>
            <a:custGeom>
              <a:avLst/>
              <a:gdLst/>
              <a:ahLst/>
              <a:cxnLst/>
              <a:rect l="l" t="t" r="r" b="b"/>
              <a:pathLst>
                <a:path w="3514725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08223" y="0"/>
                  </a:lnTo>
                  <a:lnTo>
                    <a:pt x="3355571" y="5446"/>
                  </a:lnTo>
                  <a:lnTo>
                    <a:pt x="3399036" y="20964"/>
                  </a:lnTo>
                  <a:lnTo>
                    <a:pt x="3437378" y="45316"/>
                  </a:lnTo>
                  <a:lnTo>
                    <a:pt x="3469358" y="77269"/>
                  </a:lnTo>
                  <a:lnTo>
                    <a:pt x="3493735" y="115586"/>
                  </a:lnTo>
                  <a:lnTo>
                    <a:pt x="3509271" y="159033"/>
                  </a:lnTo>
                  <a:lnTo>
                    <a:pt x="3514725" y="206375"/>
                  </a:lnTo>
                  <a:lnTo>
                    <a:pt x="3514725" y="1031748"/>
                  </a:lnTo>
                  <a:lnTo>
                    <a:pt x="3509271" y="1079096"/>
                  </a:lnTo>
                  <a:lnTo>
                    <a:pt x="3493735" y="1122561"/>
                  </a:lnTo>
                  <a:lnTo>
                    <a:pt x="3469358" y="1160903"/>
                  </a:lnTo>
                  <a:lnTo>
                    <a:pt x="3437378" y="1192883"/>
                  </a:lnTo>
                  <a:lnTo>
                    <a:pt x="3399036" y="1217260"/>
                  </a:lnTo>
                  <a:lnTo>
                    <a:pt x="3355571" y="1232796"/>
                  </a:lnTo>
                  <a:lnTo>
                    <a:pt x="3308223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2657475"/>
              <a:ext cx="176212" cy="134772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096250" y="2695575"/>
              <a:ext cx="66675" cy="1238250"/>
            </a:xfrm>
            <a:custGeom>
              <a:avLst/>
              <a:gdLst/>
              <a:ahLst/>
              <a:cxnLst/>
              <a:rect l="l" t="t" r="r" b="b"/>
              <a:pathLst>
                <a:path w="66675" h="1238250">
                  <a:moveTo>
                    <a:pt x="66675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66675" y="12382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378825" y="2861627"/>
            <a:ext cx="2251710" cy="80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Performance</a:t>
            </a:r>
            <a:r>
              <a:rPr dirty="0" sz="1500" spc="-114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Measure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response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behaviour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under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concurrent-user</a:t>
            </a:r>
            <a:r>
              <a:rPr dirty="0" sz="1100" spc="1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workloads.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286250" y="4210177"/>
            <a:ext cx="3615054" cy="1348105"/>
            <a:chOff x="4286250" y="4210177"/>
            <a:chExt cx="3615054" cy="1348105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4238650"/>
              <a:ext cx="3586299" cy="130979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348226" y="4252976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3317748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46" y="1079096"/>
                  </a:lnTo>
                  <a:lnTo>
                    <a:pt x="20964" y="1122561"/>
                  </a:lnTo>
                  <a:lnTo>
                    <a:pt x="45316" y="1160903"/>
                  </a:lnTo>
                  <a:lnTo>
                    <a:pt x="77269" y="1192883"/>
                  </a:lnTo>
                  <a:lnTo>
                    <a:pt x="115586" y="1217260"/>
                  </a:lnTo>
                  <a:lnTo>
                    <a:pt x="159033" y="1232796"/>
                  </a:lnTo>
                  <a:lnTo>
                    <a:pt x="206375" y="1238250"/>
                  </a:lnTo>
                  <a:lnTo>
                    <a:pt x="3317748" y="1238250"/>
                  </a:lnTo>
                  <a:lnTo>
                    <a:pt x="3365096" y="1232796"/>
                  </a:lnTo>
                  <a:lnTo>
                    <a:pt x="3408561" y="1217260"/>
                  </a:lnTo>
                  <a:lnTo>
                    <a:pt x="3446903" y="1192883"/>
                  </a:lnTo>
                  <a:lnTo>
                    <a:pt x="3478883" y="1160903"/>
                  </a:lnTo>
                  <a:lnTo>
                    <a:pt x="3503260" y="1122561"/>
                  </a:lnTo>
                  <a:lnTo>
                    <a:pt x="3518796" y="1079096"/>
                  </a:lnTo>
                  <a:lnTo>
                    <a:pt x="3524250" y="1031748"/>
                  </a:lnTo>
                  <a:lnTo>
                    <a:pt x="3524250" y="206375"/>
                  </a:lnTo>
                  <a:lnTo>
                    <a:pt x="3518796" y="159033"/>
                  </a:lnTo>
                  <a:lnTo>
                    <a:pt x="3503260" y="115586"/>
                  </a:lnTo>
                  <a:lnTo>
                    <a:pt x="3478883" y="77269"/>
                  </a:lnTo>
                  <a:lnTo>
                    <a:pt x="3446903" y="45316"/>
                  </a:lnTo>
                  <a:lnTo>
                    <a:pt x="3408561" y="20964"/>
                  </a:lnTo>
                  <a:lnTo>
                    <a:pt x="3365096" y="5446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348226" y="4252976"/>
              <a:ext cx="3524250" cy="1238250"/>
            </a:xfrm>
            <a:custGeom>
              <a:avLst/>
              <a:gdLst/>
              <a:ahLst/>
              <a:cxnLst/>
              <a:rect l="l" t="t" r="r" b="b"/>
              <a:pathLst>
                <a:path w="3524250" h="12382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3317748" y="0"/>
                  </a:lnTo>
                  <a:lnTo>
                    <a:pt x="3365096" y="5446"/>
                  </a:lnTo>
                  <a:lnTo>
                    <a:pt x="3408561" y="20964"/>
                  </a:lnTo>
                  <a:lnTo>
                    <a:pt x="3446903" y="45316"/>
                  </a:lnTo>
                  <a:lnTo>
                    <a:pt x="3478883" y="77269"/>
                  </a:lnTo>
                  <a:lnTo>
                    <a:pt x="3503260" y="115586"/>
                  </a:lnTo>
                  <a:lnTo>
                    <a:pt x="3518796" y="159033"/>
                  </a:lnTo>
                  <a:lnTo>
                    <a:pt x="3524250" y="206375"/>
                  </a:lnTo>
                  <a:lnTo>
                    <a:pt x="3524250" y="1031748"/>
                  </a:lnTo>
                  <a:lnTo>
                    <a:pt x="3518796" y="1079096"/>
                  </a:lnTo>
                  <a:lnTo>
                    <a:pt x="3503260" y="1122561"/>
                  </a:lnTo>
                  <a:lnTo>
                    <a:pt x="3478883" y="1160903"/>
                  </a:lnTo>
                  <a:lnTo>
                    <a:pt x="3446903" y="1192883"/>
                  </a:lnTo>
                  <a:lnTo>
                    <a:pt x="3408561" y="1217260"/>
                  </a:lnTo>
                  <a:lnTo>
                    <a:pt x="3365096" y="1232796"/>
                  </a:lnTo>
                  <a:lnTo>
                    <a:pt x="3317748" y="1238250"/>
                  </a:lnTo>
                  <a:lnTo>
                    <a:pt x="206375" y="1238250"/>
                  </a:lnTo>
                  <a:lnTo>
                    <a:pt x="159033" y="1232796"/>
                  </a:lnTo>
                  <a:lnTo>
                    <a:pt x="115586" y="1217260"/>
                  </a:lnTo>
                  <a:lnTo>
                    <a:pt x="77269" y="1192883"/>
                  </a:lnTo>
                  <a:lnTo>
                    <a:pt x="45316" y="1160903"/>
                  </a:lnTo>
                  <a:lnTo>
                    <a:pt x="20964" y="1122561"/>
                  </a:lnTo>
                  <a:lnTo>
                    <a:pt x="5446" y="1079096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4210177"/>
              <a:ext cx="185737" cy="134772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343400" y="4248150"/>
              <a:ext cx="76200" cy="1238250"/>
            </a:xfrm>
            <a:custGeom>
              <a:avLst/>
              <a:gdLst/>
              <a:ahLst/>
              <a:cxnLst/>
              <a:rect l="l" t="t" r="r" b="b"/>
              <a:pathLst>
                <a:path w="76200" h="1238250">
                  <a:moveTo>
                    <a:pt x="76200" y="0"/>
                  </a:moveTo>
                  <a:lnTo>
                    <a:pt x="0" y="0"/>
                  </a:lnTo>
                  <a:lnTo>
                    <a:pt x="0" y="1238250"/>
                  </a:lnTo>
                  <a:lnTo>
                    <a:pt x="76200" y="12382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911542" y="4418266"/>
            <a:ext cx="6265545" cy="1452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8085">
              <a:lnSpc>
                <a:spcPct val="100000"/>
              </a:lnSpc>
              <a:spcBef>
                <a:spcPts val="100"/>
              </a:spcBef>
            </a:pPr>
            <a:r>
              <a:rPr dirty="0" sz="1500" spc="-55" b="1">
                <a:solidFill>
                  <a:srgbClr val="122239"/>
                </a:solidFill>
                <a:latin typeface="Trebuchet MS"/>
                <a:cs typeface="Trebuchet MS"/>
              </a:rPr>
              <a:t>Regression</a:t>
            </a:r>
            <a:r>
              <a:rPr dirty="0" sz="1500" spc="-14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3728085" marR="5080">
              <a:lnSpc>
                <a:spcPct val="108200"/>
              </a:lnSpc>
              <a:spcBef>
                <a:spcPts val="151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Retest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modified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modules</a:t>
            </a:r>
            <a:r>
              <a:rPr dirty="0" sz="11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ensure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fixes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introduce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no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new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defects.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Defects</a:t>
            </a:r>
            <a:r>
              <a:rPr dirty="0" sz="14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22C39"/>
                </a:solidFill>
                <a:latin typeface="Tahoma"/>
                <a:cs typeface="Tahoma"/>
              </a:rPr>
              <a:t>are</a:t>
            </a:r>
            <a:r>
              <a:rPr dirty="0" sz="14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22C39"/>
                </a:solidFill>
                <a:latin typeface="Tahoma"/>
                <a:cs typeface="Tahoma"/>
              </a:rPr>
              <a:t>logged,</a:t>
            </a:r>
            <a:r>
              <a:rPr dirty="0" sz="14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222C39"/>
                </a:solidFill>
                <a:latin typeface="Tahoma"/>
                <a:cs typeface="Tahoma"/>
              </a:rPr>
              <a:t>fixed,</a:t>
            </a:r>
            <a:r>
              <a:rPr dirty="0" sz="1400" spc="-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retested</a:t>
            </a:r>
            <a:r>
              <a:rPr dirty="0" sz="14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4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approved</a:t>
            </a:r>
            <a:r>
              <a:rPr dirty="0" sz="14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22C39"/>
                </a:solidFill>
                <a:latin typeface="Tahoma"/>
                <a:cs typeface="Tahoma"/>
              </a:rPr>
              <a:t>before</a:t>
            </a:r>
            <a:r>
              <a:rPr dirty="0" sz="14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release.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43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40"/>
              <a:t>Implementation,</a:t>
            </a:r>
            <a:r>
              <a:rPr dirty="0" spc="-260"/>
              <a:t> </a:t>
            </a:r>
            <a:r>
              <a:rPr dirty="0" spc="-120"/>
              <a:t>Deployment</a:t>
            </a:r>
            <a:r>
              <a:rPr dirty="0" spc="-220"/>
              <a:t> </a:t>
            </a:r>
            <a:r>
              <a:rPr dirty="0" spc="600"/>
              <a:t>s</a:t>
            </a:r>
            <a:r>
              <a:rPr dirty="0" spc="-185"/>
              <a:t> </a:t>
            </a:r>
            <a:r>
              <a:rPr dirty="0"/>
              <a:t>Success</a:t>
            </a:r>
            <a:r>
              <a:rPr dirty="0" spc="-254"/>
              <a:t> </a:t>
            </a:r>
            <a:r>
              <a:rPr dirty="0" spc="-85"/>
              <a:t>Criteria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1526" y="353440"/>
            <a:ext cx="1110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TESTING</a:t>
            </a:r>
            <a:r>
              <a:rPr dirty="0" sz="900" spc="-9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220" b="1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dirty="0" sz="900" spc="-6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DELIVERY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5351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2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phased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rollout</a:t>
            </a:r>
            <a:r>
              <a:rPr dirty="0" sz="12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reduces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operational</a:t>
            </a:r>
            <a:r>
              <a:rPr dirty="0" sz="12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risk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provides</a:t>
            </a:r>
            <a:r>
              <a:rPr dirty="0" sz="12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200" spc="-1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controlled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rollback</a:t>
            </a:r>
            <a:r>
              <a:rPr dirty="0" sz="12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path.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104900"/>
            <a:ext cx="3615054" cy="1433830"/>
            <a:chOff x="533400" y="1104900"/>
            <a:chExt cx="3615054" cy="14338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1133379"/>
              <a:ext cx="3586299" cy="13955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147826"/>
              <a:ext cx="3524885" cy="1323975"/>
            </a:xfrm>
            <a:custGeom>
              <a:avLst/>
              <a:gdLst/>
              <a:ahLst/>
              <a:cxnLst/>
              <a:rect l="l" t="t" r="r" b="b"/>
              <a:pathLst>
                <a:path w="3524885" h="1323975">
                  <a:moveTo>
                    <a:pt x="3303587" y="0"/>
                  </a:moveTo>
                  <a:lnTo>
                    <a:pt x="220662" y="0"/>
                  </a:lnTo>
                  <a:lnTo>
                    <a:pt x="176191" y="4478"/>
                  </a:lnTo>
                  <a:lnTo>
                    <a:pt x="134770" y="17323"/>
                  </a:lnTo>
                  <a:lnTo>
                    <a:pt x="97287" y="37652"/>
                  </a:lnTo>
                  <a:lnTo>
                    <a:pt x="64630" y="64579"/>
                  </a:lnTo>
                  <a:lnTo>
                    <a:pt x="37685" y="97221"/>
                  </a:lnTo>
                  <a:lnTo>
                    <a:pt x="17340" y="134695"/>
                  </a:lnTo>
                  <a:lnTo>
                    <a:pt x="4483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83" y="1147737"/>
                  </a:lnTo>
                  <a:lnTo>
                    <a:pt x="17340" y="1189172"/>
                  </a:lnTo>
                  <a:lnTo>
                    <a:pt x="37685" y="1226666"/>
                  </a:lnTo>
                  <a:lnTo>
                    <a:pt x="64630" y="1259332"/>
                  </a:lnTo>
                  <a:lnTo>
                    <a:pt x="97287" y="1286282"/>
                  </a:lnTo>
                  <a:lnTo>
                    <a:pt x="134770" y="1306631"/>
                  </a:lnTo>
                  <a:lnTo>
                    <a:pt x="176191" y="1319491"/>
                  </a:lnTo>
                  <a:lnTo>
                    <a:pt x="220662" y="1323975"/>
                  </a:lnTo>
                  <a:lnTo>
                    <a:pt x="3303587" y="1323975"/>
                  </a:lnTo>
                  <a:lnTo>
                    <a:pt x="3348076" y="1319491"/>
                  </a:lnTo>
                  <a:lnTo>
                    <a:pt x="3389510" y="1306631"/>
                  </a:lnTo>
                  <a:lnTo>
                    <a:pt x="3427004" y="1286282"/>
                  </a:lnTo>
                  <a:lnTo>
                    <a:pt x="3459670" y="1259332"/>
                  </a:lnTo>
                  <a:lnTo>
                    <a:pt x="3486621" y="1226666"/>
                  </a:lnTo>
                  <a:lnTo>
                    <a:pt x="3506970" y="1189172"/>
                  </a:lnTo>
                  <a:lnTo>
                    <a:pt x="3519829" y="1147737"/>
                  </a:lnTo>
                  <a:lnTo>
                    <a:pt x="3524313" y="1103249"/>
                  </a:lnTo>
                  <a:lnTo>
                    <a:pt x="3524313" y="220599"/>
                  </a:lnTo>
                  <a:lnTo>
                    <a:pt x="3519829" y="176115"/>
                  </a:lnTo>
                  <a:lnTo>
                    <a:pt x="3506970" y="134695"/>
                  </a:lnTo>
                  <a:lnTo>
                    <a:pt x="3486621" y="97221"/>
                  </a:lnTo>
                  <a:lnTo>
                    <a:pt x="3459670" y="64579"/>
                  </a:lnTo>
                  <a:lnTo>
                    <a:pt x="3427004" y="37652"/>
                  </a:lnTo>
                  <a:lnTo>
                    <a:pt x="3389510" y="17323"/>
                  </a:lnTo>
                  <a:lnTo>
                    <a:pt x="3348076" y="4478"/>
                  </a:lnTo>
                  <a:lnTo>
                    <a:pt x="3303587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147826"/>
              <a:ext cx="3524885" cy="1323975"/>
            </a:xfrm>
            <a:custGeom>
              <a:avLst/>
              <a:gdLst/>
              <a:ahLst/>
              <a:cxnLst/>
              <a:rect l="l" t="t" r="r" b="b"/>
              <a:pathLst>
                <a:path w="3524885" h="1323975">
                  <a:moveTo>
                    <a:pt x="0" y="220599"/>
                  </a:moveTo>
                  <a:lnTo>
                    <a:pt x="4483" y="176115"/>
                  </a:lnTo>
                  <a:lnTo>
                    <a:pt x="17340" y="134695"/>
                  </a:lnTo>
                  <a:lnTo>
                    <a:pt x="37685" y="97221"/>
                  </a:lnTo>
                  <a:lnTo>
                    <a:pt x="64630" y="64579"/>
                  </a:lnTo>
                  <a:lnTo>
                    <a:pt x="97287" y="37652"/>
                  </a:lnTo>
                  <a:lnTo>
                    <a:pt x="134770" y="17323"/>
                  </a:lnTo>
                  <a:lnTo>
                    <a:pt x="176191" y="4478"/>
                  </a:lnTo>
                  <a:lnTo>
                    <a:pt x="220662" y="0"/>
                  </a:lnTo>
                  <a:lnTo>
                    <a:pt x="3303587" y="0"/>
                  </a:lnTo>
                  <a:lnTo>
                    <a:pt x="3348076" y="4478"/>
                  </a:lnTo>
                  <a:lnTo>
                    <a:pt x="3389510" y="17323"/>
                  </a:lnTo>
                  <a:lnTo>
                    <a:pt x="3427004" y="37652"/>
                  </a:lnTo>
                  <a:lnTo>
                    <a:pt x="3459670" y="64579"/>
                  </a:lnTo>
                  <a:lnTo>
                    <a:pt x="3486621" y="97221"/>
                  </a:lnTo>
                  <a:lnTo>
                    <a:pt x="3506970" y="134695"/>
                  </a:lnTo>
                  <a:lnTo>
                    <a:pt x="3519829" y="176115"/>
                  </a:lnTo>
                  <a:lnTo>
                    <a:pt x="3524313" y="220599"/>
                  </a:lnTo>
                  <a:lnTo>
                    <a:pt x="3524313" y="1103249"/>
                  </a:lnTo>
                  <a:lnTo>
                    <a:pt x="3519829" y="1147737"/>
                  </a:lnTo>
                  <a:lnTo>
                    <a:pt x="3506970" y="1189172"/>
                  </a:lnTo>
                  <a:lnTo>
                    <a:pt x="3486621" y="1226666"/>
                  </a:lnTo>
                  <a:lnTo>
                    <a:pt x="3459670" y="1259332"/>
                  </a:lnTo>
                  <a:lnTo>
                    <a:pt x="3427004" y="1286282"/>
                  </a:lnTo>
                  <a:lnTo>
                    <a:pt x="3389510" y="1306631"/>
                  </a:lnTo>
                  <a:lnTo>
                    <a:pt x="3348076" y="1319491"/>
                  </a:lnTo>
                  <a:lnTo>
                    <a:pt x="3303587" y="1323975"/>
                  </a:lnTo>
                  <a:lnTo>
                    <a:pt x="220662" y="1323975"/>
                  </a:lnTo>
                  <a:lnTo>
                    <a:pt x="176191" y="1319491"/>
                  </a:lnTo>
                  <a:lnTo>
                    <a:pt x="134770" y="1306631"/>
                  </a:lnTo>
                  <a:lnTo>
                    <a:pt x="97287" y="1286282"/>
                  </a:lnTo>
                  <a:lnTo>
                    <a:pt x="64630" y="1259332"/>
                  </a:lnTo>
                  <a:lnTo>
                    <a:pt x="37685" y="1226666"/>
                  </a:lnTo>
                  <a:lnTo>
                    <a:pt x="17340" y="1189172"/>
                  </a:lnTo>
                  <a:lnTo>
                    <a:pt x="4483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104900"/>
              <a:ext cx="185737" cy="14334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143000"/>
              <a:ext cx="76200" cy="1323975"/>
            </a:xfrm>
            <a:custGeom>
              <a:avLst/>
              <a:gdLst/>
              <a:ahLst/>
              <a:cxnLst/>
              <a:rect l="l" t="t" r="r" b="b"/>
              <a:pathLst>
                <a:path w="76200" h="1323975">
                  <a:moveTo>
                    <a:pt x="76200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76200" y="13239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04861"/>
            <a:ext cx="2975610" cy="80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22239"/>
                </a:solidFill>
                <a:latin typeface="Trebuchet MS"/>
                <a:cs typeface="Trebuchet MS"/>
              </a:rPr>
              <a:t>1–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3</a:t>
            </a:r>
            <a:r>
              <a:rPr dirty="0" sz="1500" spc="-85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Preparation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8100"/>
              </a:lnSpc>
              <a:spcBef>
                <a:spcPts val="151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Infrastructure/server/database/backup/roles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8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data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migration </a:t>
            </a:r>
            <a:r>
              <a:rPr dirty="0" sz="1100" spc="-43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staff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training.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0" y="1104900"/>
            <a:ext cx="3615054" cy="1433830"/>
            <a:chOff x="4286250" y="1104900"/>
            <a:chExt cx="3615054" cy="143383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1133379"/>
              <a:ext cx="3586299" cy="139550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48226" y="1147826"/>
              <a:ext cx="3524250" cy="1323975"/>
            </a:xfrm>
            <a:custGeom>
              <a:avLst/>
              <a:gdLst/>
              <a:ahLst/>
              <a:cxnLst/>
              <a:rect l="l" t="t" r="r" b="b"/>
              <a:pathLst>
                <a:path w="3524250" h="1323975">
                  <a:moveTo>
                    <a:pt x="3303524" y="0"/>
                  </a:moveTo>
                  <a:lnTo>
                    <a:pt x="220599" y="0"/>
                  </a:lnTo>
                  <a:lnTo>
                    <a:pt x="176115" y="4478"/>
                  </a:lnTo>
                  <a:lnTo>
                    <a:pt x="134695" y="17323"/>
                  </a:lnTo>
                  <a:lnTo>
                    <a:pt x="97221" y="37652"/>
                  </a:lnTo>
                  <a:lnTo>
                    <a:pt x="64579" y="64579"/>
                  </a:lnTo>
                  <a:lnTo>
                    <a:pt x="37652" y="97221"/>
                  </a:lnTo>
                  <a:lnTo>
                    <a:pt x="17323" y="134695"/>
                  </a:lnTo>
                  <a:lnTo>
                    <a:pt x="4478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78" y="1147737"/>
                  </a:lnTo>
                  <a:lnTo>
                    <a:pt x="17323" y="1189172"/>
                  </a:lnTo>
                  <a:lnTo>
                    <a:pt x="37652" y="1226666"/>
                  </a:lnTo>
                  <a:lnTo>
                    <a:pt x="64579" y="1259332"/>
                  </a:lnTo>
                  <a:lnTo>
                    <a:pt x="97221" y="1286282"/>
                  </a:lnTo>
                  <a:lnTo>
                    <a:pt x="134695" y="1306631"/>
                  </a:lnTo>
                  <a:lnTo>
                    <a:pt x="176115" y="1319491"/>
                  </a:lnTo>
                  <a:lnTo>
                    <a:pt x="220599" y="1323975"/>
                  </a:lnTo>
                  <a:lnTo>
                    <a:pt x="3303524" y="1323975"/>
                  </a:lnTo>
                  <a:lnTo>
                    <a:pt x="3348012" y="1319491"/>
                  </a:lnTo>
                  <a:lnTo>
                    <a:pt x="3389447" y="1306631"/>
                  </a:lnTo>
                  <a:lnTo>
                    <a:pt x="3426941" y="1286282"/>
                  </a:lnTo>
                  <a:lnTo>
                    <a:pt x="3459606" y="1259332"/>
                  </a:lnTo>
                  <a:lnTo>
                    <a:pt x="3486557" y="1226666"/>
                  </a:lnTo>
                  <a:lnTo>
                    <a:pt x="3506906" y="1189172"/>
                  </a:lnTo>
                  <a:lnTo>
                    <a:pt x="3519766" y="1147737"/>
                  </a:lnTo>
                  <a:lnTo>
                    <a:pt x="3524250" y="1103249"/>
                  </a:lnTo>
                  <a:lnTo>
                    <a:pt x="3524250" y="220599"/>
                  </a:lnTo>
                  <a:lnTo>
                    <a:pt x="3519766" y="176115"/>
                  </a:lnTo>
                  <a:lnTo>
                    <a:pt x="3506906" y="134695"/>
                  </a:lnTo>
                  <a:lnTo>
                    <a:pt x="3486557" y="97221"/>
                  </a:lnTo>
                  <a:lnTo>
                    <a:pt x="3459606" y="64579"/>
                  </a:lnTo>
                  <a:lnTo>
                    <a:pt x="3426941" y="37652"/>
                  </a:lnTo>
                  <a:lnTo>
                    <a:pt x="3389447" y="17323"/>
                  </a:lnTo>
                  <a:lnTo>
                    <a:pt x="3348012" y="4478"/>
                  </a:lnTo>
                  <a:lnTo>
                    <a:pt x="3303524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48226" y="1147826"/>
              <a:ext cx="3524250" cy="1323975"/>
            </a:xfrm>
            <a:custGeom>
              <a:avLst/>
              <a:gdLst/>
              <a:ahLst/>
              <a:cxnLst/>
              <a:rect l="l" t="t" r="r" b="b"/>
              <a:pathLst>
                <a:path w="3524250" h="1323975">
                  <a:moveTo>
                    <a:pt x="0" y="220599"/>
                  </a:moveTo>
                  <a:lnTo>
                    <a:pt x="4478" y="176115"/>
                  </a:lnTo>
                  <a:lnTo>
                    <a:pt x="17323" y="134695"/>
                  </a:lnTo>
                  <a:lnTo>
                    <a:pt x="37652" y="97221"/>
                  </a:lnTo>
                  <a:lnTo>
                    <a:pt x="64579" y="64579"/>
                  </a:lnTo>
                  <a:lnTo>
                    <a:pt x="97221" y="37652"/>
                  </a:lnTo>
                  <a:lnTo>
                    <a:pt x="134695" y="17323"/>
                  </a:lnTo>
                  <a:lnTo>
                    <a:pt x="176115" y="4478"/>
                  </a:lnTo>
                  <a:lnTo>
                    <a:pt x="220599" y="0"/>
                  </a:lnTo>
                  <a:lnTo>
                    <a:pt x="3303524" y="0"/>
                  </a:lnTo>
                  <a:lnTo>
                    <a:pt x="3348012" y="4478"/>
                  </a:lnTo>
                  <a:lnTo>
                    <a:pt x="3389447" y="17323"/>
                  </a:lnTo>
                  <a:lnTo>
                    <a:pt x="3426941" y="37652"/>
                  </a:lnTo>
                  <a:lnTo>
                    <a:pt x="3459606" y="64579"/>
                  </a:lnTo>
                  <a:lnTo>
                    <a:pt x="3486557" y="97221"/>
                  </a:lnTo>
                  <a:lnTo>
                    <a:pt x="3506906" y="134695"/>
                  </a:lnTo>
                  <a:lnTo>
                    <a:pt x="3519766" y="176115"/>
                  </a:lnTo>
                  <a:lnTo>
                    <a:pt x="3524250" y="220599"/>
                  </a:lnTo>
                  <a:lnTo>
                    <a:pt x="3524250" y="1103249"/>
                  </a:lnTo>
                  <a:lnTo>
                    <a:pt x="3519766" y="1147737"/>
                  </a:lnTo>
                  <a:lnTo>
                    <a:pt x="3506906" y="1189172"/>
                  </a:lnTo>
                  <a:lnTo>
                    <a:pt x="3486557" y="1226666"/>
                  </a:lnTo>
                  <a:lnTo>
                    <a:pt x="3459606" y="1259332"/>
                  </a:lnTo>
                  <a:lnTo>
                    <a:pt x="3426941" y="1286282"/>
                  </a:lnTo>
                  <a:lnTo>
                    <a:pt x="3389447" y="1306631"/>
                  </a:lnTo>
                  <a:lnTo>
                    <a:pt x="3348012" y="1319491"/>
                  </a:lnTo>
                  <a:lnTo>
                    <a:pt x="3303524" y="1323975"/>
                  </a:lnTo>
                  <a:lnTo>
                    <a:pt x="220599" y="1323975"/>
                  </a:lnTo>
                  <a:lnTo>
                    <a:pt x="176115" y="1319491"/>
                  </a:lnTo>
                  <a:lnTo>
                    <a:pt x="134695" y="1306631"/>
                  </a:lnTo>
                  <a:lnTo>
                    <a:pt x="97221" y="1286282"/>
                  </a:lnTo>
                  <a:lnTo>
                    <a:pt x="64579" y="1259332"/>
                  </a:lnTo>
                  <a:lnTo>
                    <a:pt x="37652" y="1226666"/>
                  </a:lnTo>
                  <a:lnTo>
                    <a:pt x="17323" y="1189172"/>
                  </a:lnTo>
                  <a:lnTo>
                    <a:pt x="4478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1104900"/>
              <a:ext cx="185737" cy="14334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43400" y="1143000"/>
              <a:ext cx="76200" cy="1323975"/>
            </a:xfrm>
            <a:custGeom>
              <a:avLst/>
              <a:gdLst/>
              <a:ahLst/>
              <a:cxnLst/>
              <a:rect l="l" t="t" r="r" b="b"/>
              <a:pathLst>
                <a:path w="76200" h="1323975">
                  <a:moveTo>
                    <a:pt x="76200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76200" y="13239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626990" y="1304861"/>
            <a:ext cx="288226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22239"/>
                </a:solidFill>
                <a:latin typeface="Trebuchet MS"/>
                <a:cs typeface="Trebuchet MS"/>
              </a:rPr>
              <a:t>4–</a:t>
            </a: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6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Release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200"/>
              </a:lnSpc>
              <a:spcBef>
                <a:spcPts val="155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Deployment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00">
                <a:solidFill>
                  <a:srgbClr val="222C39"/>
                </a:solidFill>
                <a:latin typeface="Tahoma"/>
                <a:cs typeface="Tahoma"/>
              </a:rPr>
              <a:t>+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smoke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testing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3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go-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live</a:t>
            </a: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+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monitoring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430">
                <a:solidFill>
                  <a:srgbClr val="222C39"/>
                </a:solidFill>
                <a:latin typeface="Tahoma"/>
                <a:cs typeface="Tahoma"/>
              </a:rPr>
              <a:t>→</a:t>
            </a:r>
            <a:r>
              <a:rPr dirty="0" sz="1100" spc="1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maintenance,</a:t>
            </a:r>
            <a:r>
              <a:rPr dirty="0" sz="1100" spc="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backups,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patches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enhancements.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39100" y="1104900"/>
            <a:ext cx="3605529" cy="1433830"/>
            <a:chOff x="8039100" y="1104900"/>
            <a:chExt cx="3605529" cy="143383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1133379"/>
              <a:ext cx="3576774" cy="139550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101076" y="1147826"/>
              <a:ext cx="3514725" cy="1323975"/>
            </a:xfrm>
            <a:custGeom>
              <a:avLst/>
              <a:gdLst/>
              <a:ahLst/>
              <a:cxnLst/>
              <a:rect l="l" t="t" r="r" b="b"/>
              <a:pathLst>
                <a:path w="3514725" h="1323975">
                  <a:moveTo>
                    <a:pt x="3293999" y="0"/>
                  </a:moveTo>
                  <a:lnTo>
                    <a:pt x="220599" y="0"/>
                  </a:lnTo>
                  <a:lnTo>
                    <a:pt x="176115" y="4478"/>
                  </a:lnTo>
                  <a:lnTo>
                    <a:pt x="134695" y="17323"/>
                  </a:lnTo>
                  <a:lnTo>
                    <a:pt x="97221" y="37652"/>
                  </a:lnTo>
                  <a:lnTo>
                    <a:pt x="64579" y="64579"/>
                  </a:lnTo>
                  <a:lnTo>
                    <a:pt x="37652" y="97221"/>
                  </a:lnTo>
                  <a:lnTo>
                    <a:pt x="17323" y="134695"/>
                  </a:lnTo>
                  <a:lnTo>
                    <a:pt x="4478" y="176115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78" y="1147737"/>
                  </a:lnTo>
                  <a:lnTo>
                    <a:pt x="17323" y="1189172"/>
                  </a:lnTo>
                  <a:lnTo>
                    <a:pt x="37652" y="1226666"/>
                  </a:lnTo>
                  <a:lnTo>
                    <a:pt x="64579" y="1259332"/>
                  </a:lnTo>
                  <a:lnTo>
                    <a:pt x="97221" y="1286282"/>
                  </a:lnTo>
                  <a:lnTo>
                    <a:pt x="134695" y="1306631"/>
                  </a:lnTo>
                  <a:lnTo>
                    <a:pt x="176115" y="1319491"/>
                  </a:lnTo>
                  <a:lnTo>
                    <a:pt x="220599" y="1323975"/>
                  </a:lnTo>
                  <a:lnTo>
                    <a:pt x="3293999" y="1323975"/>
                  </a:lnTo>
                  <a:lnTo>
                    <a:pt x="3338487" y="1319491"/>
                  </a:lnTo>
                  <a:lnTo>
                    <a:pt x="3379922" y="1306631"/>
                  </a:lnTo>
                  <a:lnTo>
                    <a:pt x="3417416" y="1286282"/>
                  </a:lnTo>
                  <a:lnTo>
                    <a:pt x="3450081" y="1259332"/>
                  </a:lnTo>
                  <a:lnTo>
                    <a:pt x="3477032" y="1226666"/>
                  </a:lnTo>
                  <a:lnTo>
                    <a:pt x="3497381" y="1189172"/>
                  </a:lnTo>
                  <a:lnTo>
                    <a:pt x="3510241" y="1147737"/>
                  </a:lnTo>
                  <a:lnTo>
                    <a:pt x="3514725" y="1103249"/>
                  </a:lnTo>
                  <a:lnTo>
                    <a:pt x="3514725" y="220599"/>
                  </a:lnTo>
                  <a:lnTo>
                    <a:pt x="3510241" y="176115"/>
                  </a:lnTo>
                  <a:lnTo>
                    <a:pt x="3497381" y="134695"/>
                  </a:lnTo>
                  <a:lnTo>
                    <a:pt x="3477032" y="97221"/>
                  </a:lnTo>
                  <a:lnTo>
                    <a:pt x="3450081" y="64579"/>
                  </a:lnTo>
                  <a:lnTo>
                    <a:pt x="3417416" y="37652"/>
                  </a:lnTo>
                  <a:lnTo>
                    <a:pt x="3379922" y="17323"/>
                  </a:lnTo>
                  <a:lnTo>
                    <a:pt x="3338487" y="4478"/>
                  </a:lnTo>
                  <a:lnTo>
                    <a:pt x="3293999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101076" y="1147826"/>
              <a:ext cx="3514725" cy="1323975"/>
            </a:xfrm>
            <a:custGeom>
              <a:avLst/>
              <a:gdLst/>
              <a:ahLst/>
              <a:cxnLst/>
              <a:rect l="l" t="t" r="r" b="b"/>
              <a:pathLst>
                <a:path w="3514725" h="1323975">
                  <a:moveTo>
                    <a:pt x="0" y="220599"/>
                  </a:moveTo>
                  <a:lnTo>
                    <a:pt x="4478" y="176115"/>
                  </a:lnTo>
                  <a:lnTo>
                    <a:pt x="17323" y="134695"/>
                  </a:lnTo>
                  <a:lnTo>
                    <a:pt x="37652" y="97221"/>
                  </a:lnTo>
                  <a:lnTo>
                    <a:pt x="64579" y="64579"/>
                  </a:lnTo>
                  <a:lnTo>
                    <a:pt x="97221" y="37652"/>
                  </a:lnTo>
                  <a:lnTo>
                    <a:pt x="134695" y="17323"/>
                  </a:lnTo>
                  <a:lnTo>
                    <a:pt x="176115" y="4478"/>
                  </a:lnTo>
                  <a:lnTo>
                    <a:pt x="220599" y="0"/>
                  </a:lnTo>
                  <a:lnTo>
                    <a:pt x="3293999" y="0"/>
                  </a:lnTo>
                  <a:lnTo>
                    <a:pt x="3338487" y="4478"/>
                  </a:lnTo>
                  <a:lnTo>
                    <a:pt x="3379922" y="17323"/>
                  </a:lnTo>
                  <a:lnTo>
                    <a:pt x="3417416" y="37652"/>
                  </a:lnTo>
                  <a:lnTo>
                    <a:pt x="3450081" y="64579"/>
                  </a:lnTo>
                  <a:lnTo>
                    <a:pt x="3477032" y="97221"/>
                  </a:lnTo>
                  <a:lnTo>
                    <a:pt x="3497381" y="134695"/>
                  </a:lnTo>
                  <a:lnTo>
                    <a:pt x="3510241" y="176115"/>
                  </a:lnTo>
                  <a:lnTo>
                    <a:pt x="3514725" y="220599"/>
                  </a:lnTo>
                  <a:lnTo>
                    <a:pt x="3514725" y="1103249"/>
                  </a:lnTo>
                  <a:lnTo>
                    <a:pt x="3510241" y="1147737"/>
                  </a:lnTo>
                  <a:lnTo>
                    <a:pt x="3497381" y="1189172"/>
                  </a:lnTo>
                  <a:lnTo>
                    <a:pt x="3477032" y="1226666"/>
                  </a:lnTo>
                  <a:lnTo>
                    <a:pt x="3450081" y="1259332"/>
                  </a:lnTo>
                  <a:lnTo>
                    <a:pt x="3417416" y="1286282"/>
                  </a:lnTo>
                  <a:lnTo>
                    <a:pt x="3379922" y="1306631"/>
                  </a:lnTo>
                  <a:lnTo>
                    <a:pt x="3338487" y="1319491"/>
                  </a:lnTo>
                  <a:lnTo>
                    <a:pt x="3293999" y="1323975"/>
                  </a:lnTo>
                  <a:lnTo>
                    <a:pt x="220599" y="1323975"/>
                  </a:lnTo>
                  <a:lnTo>
                    <a:pt x="176115" y="1319491"/>
                  </a:lnTo>
                  <a:lnTo>
                    <a:pt x="134695" y="1306631"/>
                  </a:lnTo>
                  <a:lnTo>
                    <a:pt x="97221" y="1286282"/>
                  </a:lnTo>
                  <a:lnTo>
                    <a:pt x="64579" y="1259332"/>
                  </a:lnTo>
                  <a:lnTo>
                    <a:pt x="37652" y="1226666"/>
                  </a:lnTo>
                  <a:lnTo>
                    <a:pt x="17323" y="1189172"/>
                  </a:lnTo>
                  <a:lnTo>
                    <a:pt x="4478" y="1147737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1104900"/>
              <a:ext cx="176212" cy="143344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096250" y="1143000"/>
              <a:ext cx="66675" cy="1323975"/>
            </a:xfrm>
            <a:custGeom>
              <a:avLst/>
              <a:gdLst/>
              <a:ahLst/>
              <a:cxnLst/>
              <a:rect l="l" t="t" r="r" b="b"/>
              <a:pathLst>
                <a:path w="66675" h="1323975">
                  <a:moveTo>
                    <a:pt x="66675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66675" y="13239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378825" y="1304861"/>
            <a:ext cx="2785745" cy="1153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Deployment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checklist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05200"/>
              </a:lnSpc>
              <a:spcBef>
                <a:spcPts val="155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Server/database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ready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accounts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created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RBAC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verified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backups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enabled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SSL/security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configured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tests</a:t>
            </a:r>
            <a:r>
              <a:rPr dirty="0" sz="1100" spc="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passed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training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completed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go-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live</a:t>
            </a:r>
            <a:r>
              <a:rPr dirty="0" sz="1100" spc="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approved.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90675" y="3028950"/>
            <a:ext cx="4481830" cy="1614805"/>
            <a:chOff x="1590675" y="3028950"/>
            <a:chExt cx="4481830" cy="161480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9220" y="3057440"/>
              <a:ext cx="4453060" cy="157646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652651" y="3071876"/>
              <a:ext cx="4391025" cy="1504950"/>
            </a:xfrm>
            <a:custGeom>
              <a:avLst/>
              <a:gdLst/>
              <a:ahLst/>
              <a:cxnLst/>
              <a:rect l="l" t="t" r="r" b="b"/>
              <a:pathLst>
                <a:path w="4391025" h="1504950">
                  <a:moveTo>
                    <a:pt x="4140073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4140073" y="1504950"/>
                  </a:lnTo>
                  <a:lnTo>
                    <a:pt x="4185171" y="1500905"/>
                  </a:lnTo>
                  <a:lnTo>
                    <a:pt x="4227622" y="1489245"/>
                  </a:lnTo>
                  <a:lnTo>
                    <a:pt x="4266715" y="1470678"/>
                  </a:lnTo>
                  <a:lnTo>
                    <a:pt x="4301741" y="1445916"/>
                  </a:lnTo>
                  <a:lnTo>
                    <a:pt x="4331991" y="1415666"/>
                  </a:lnTo>
                  <a:lnTo>
                    <a:pt x="4356753" y="1380640"/>
                  </a:lnTo>
                  <a:lnTo>
                    <a:pt x="4375320" y="1341547"/>
                  </a:lnTo>
                  <a:lnTo>
                    <a:pt x="4386980" y="1299096"/>
                  </a:lnTo>
                  <a:lnTo>
                    <a:pt x="4391025" y="1253998"/>
                  </a:lnTo>
                  <a:lnTo>
                    <a:pt x="4391025" y="250825"/>
                  </a:lnTo>
                  <a:lnTo>
                    <a:pt x="4386980" y="205730"/>
                  </a:lnTo>
                  <a:lnTo>
                    <a:pt x="4375320" y="163291"/>
                  </a:lnTo>
                  <a:lnTo>
                    <a:pt x="4356753" y="124215"/>
                  </a:lnTo>
                  <a:lnTo>
                    <a:pt x="4331991" y="89209"/>
                  </a:lnTo>
                  <a:lnTo>
                    <a:pt x="4301741" y="58980"/>
                  </a:lnTo>
                  <a:lnTo>
                    <a:pt x="4266715" y="34238"/>
                  </a:lnTo>
                  <a:lnTo>
                    <a:pt x="4227622" y="15688"/>
                  </a:lnTo>
                  <a:lnTo>
                    <a:pt x="4185171" y="4040"/>
                  </a:lnTo>
                  <a:lnTo>
                    <a:pt x="41400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652651" y="3071876"/>
              <a:ext cx="4391025" cy="1504950"/>
            </a:xfrm>
            <a:custGeom>
              <a:avLst/>
              <a:gdLst/>
              <a:ahLst/>
              <a:cxnLst/>
              <a:rect l="l" t="t" r="r" b="b"/>
              <a:pathLst>
                <a:path w="4391025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4140073" y="0"/>
                  </a:lnTo>
                  <a:lnTo>
                    <a:pt x="4185171" y="4040"/>
                  </a:lnTo>
                  <a:lnTo>
                    <a:pt x="4227622" y="15688"/>
                  </a:lnTo>
                  <a:lnTo>
                    <a:pt x="4266715" y="34238"/>
                  </a:lnTo>
                  <a:lnTo>
                    <a:pt x="4301741" y="58980"/>
                  </a:lnTo>
                  <a:lnTo>
                    <a:pt x="4331991" y="89209"/>
                  </a:lnTo>
                  <a:lnTo>
                    <a:pt x="4356753" y="124215"/>
                  </a:lnTo>
                  <a:lnTo>
                    <a:pt x="4375320" y="163291"/>
                  </a:lnTo>
                  <a:lnTo>
                    <a:pt x="4386980" y="205730"/>
                  </a:lnTo>
                  <a:lnTo>
                    <a:pt x="4391025" y="250825"/>
                  </a:lnTo>
                  <a:lnTo>
                    <a:pt x="4391025" y="1253998"/>
                  </a:lnTo>
                  <a:lnTo>
                    <a:pt x="4386980" y="1299096"/>
                  </a:lnTo>
                  <a:lnTo>
                    <a:pt x="4375320" y="1341547"/>
                  </a:lnTo>
                  <a:lnTo>
                    <a:pt x="4356753" y="1380640"/>
                  </a:lnTo>
                  <a:lnTo>
                    <a:pt x="4331991" y="1415666"/>
                  </a:lnTo>
                  <a:lnTo>
                    <a:pt x="4301741" y="1445916"/>
                  </a:lnTo>
                  <a:lnTo>
                    <a:pt x="4266715" y="1470678"/>
                  </a:lnTo>
                  <a:lnTo>
                    <a:pt x="4227622" y="1489245"/>
                  </a:lnTo>
                  <a:lnTo>
                    <a:pt x="4185171" y="1500905"/>
                  </a:lnTo>
                  <a:lnTo>
                    <a:pt x="4140073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0675" y="3028950"/>
              <a:ext cx="176212" cy="161442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647825" y="3067050"/>
              <a:ext cx="66675" cy="1504950"/>
            </a:xfrm>
            <a:custGeom>
              <a:avLst/>
              <a:gdLst/>
              <a:ahLst/>
              <a:cxnLst/>
              <a:rect l="l" t="t" r="r" b="b"/>
              <a:pathLst>
                <a:path w="66675" h="1504950">
                  <a:moveTo>
                    <a:pt x="66675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66675" y="15049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BD37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927225" y="3228022"/>
            <a:ext cx="11391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5" b="1">
                <a:solidFill>
                  <a:srgbClr val="122239"/>
                </a:solidFill>
                <a:latin typeface="Trebuchet MS"/>
                <a:cs typeface="Trebuchet MS"/>
              </a:rPr>
              <a:t>Rollback</a:t>
            </a:r>
            <a:r>
              <a:rPr dirty="0" sz="1500" spc="-114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122239"/>
                </a:solidFill>
                <a:latin typeface="Trebuchet MS"/>
                <a:cs typeface="Trebuchet MS"/>
              </a:rPr>
              <a:t>plan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27225" y="3649154"/>
            <a:ext cx="3729990" cy="560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Restore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latest</a:t>
            </a:r>
            <a:r>
              <a:rPr dirty="0" sz="1100" spc="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verified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database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backup,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redeploy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previous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stable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version,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validate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services,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notify</a:t>
            </a:r>
            <a:r>
              <a:rPr dirty="0" sz="1100" spc="-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stakeholders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investigate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root</a:t>
            </a:r>
            <a:r>
              <a:rPr dirty="0" sz="1100" spc="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cause.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15050" y="3028950"/>
            <a:ext cx="4481830" cy="1614805"/>
            <a:chOff x="6115050" y="3028950"/>
            <a:chExt cx="4481830" cy="161480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43595" y="3057440"/>
              <a:ext cx="4453060" cy="157646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177026" y="3071876"/>
              <a:ext cx="4391025" cy="1504950"/>
            </a:xfrm>
            <a:custGeom>
              <a:avLst/>
              <a:gdLst/>
              <a:ahLst/>
              <a:cxnLst/>
              <a:rect l="l" t="t" r="r" b="b"/>
              <a:pathLst>
                <a:path w="4391025" h="1504950">
                  <a:moveTo>
                    <a:pt x="4140073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4140073" y="1504950"/>
                  </a:lnTo>
                  <a:lnTo>
                    <a:pt x="4185171" y="1500905"/>
                  </a:lnTo>
                  <a:lnTo>
                    <a:pt x="4227622" y="1489245"/>
                  </a:lnTo>
                  <a:lnTo>
                    <a:pt x="4266715" y="1470678"/>
                  </a:lnTo>
                  <a:lnTo>
                    <a:pt x="4301741" y="1445916"/>
                  </a:lnTo>
                  <a:lnTo>
                    <a:pt x="4331991" y="1415666"/>
                  </a:lnTo>
                  <a:lnTo>
                    <a:pt x="4356753" y="1380640"/>
                  </a:lnTo>
                  <a:lnTo>
                    <a:pt x="4375320" y="1341547"/>
                  </a:lnTo>
                  <a:lnTo>
                    <a:pt x="4386980" y="1299096"/>
                  </a:lnTo>
                  <a:lnTo>
                    <a:pt x="4391025" y="1253998"/>
                  </a:lnTo>
                  <a:lnTo>
                    <a:pt x="4391025" y="250825"/>
                  </a:lnTo>
                  <a:lnTo>
                    <a:pt x="4386980" y="205730"/>
                  </a:lnTo>
                  <a:lnTo>
                    <a:pt x="4375320" y="163291"/>
                  </a:lnTo>
                  <a:lnTo>
                    <a:pt x="4356753" y="124215"/>
                  </a:lnTo>
                  <a:lnTo>
                    <a:pt x="4331991" y="89209"/>
                  </a:lnTo>
                  <a:lnTo>
                    <a:pt x="4301741" y="58980"/>
                  </a:lnTo>
                  <a:lnTo>
                    <a:pt x="4266715" y="34238"/>
                  </a:lnTo>
                  <a:lnTo>
                    <a:pt x="4227622" y="15688"/>
                  </a:lnTo>
                  <a:lnTo>
                    <a:pt x="4185171" y="4040"/>
                  </a:lnTo>
                  <a:lnTo>
                    <a:pt x="41400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177026" y="3071876"/>
              <a:ext cx="4391025" cy="1504950"/>
            </a:xfrm>
            <a:custGeom>
              <a:avLst/>
              <a:gdLst/>
              <a:ahLst/>
              <a:cxnLst/>
              <a:rect l="l" t="t" r="r" b="b"/>
              <a:pathLst>
                <a:path w="4391025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4140073" y="0"/>
                  </a:lnTo>
                  <a:lnTo>
                    <a:pt x="4185171" y="4040"/>
                  </a:lnTo>
                  <a:lnTo>
                    <a:pt x="4227622" y="15688"/>
                  </a:lnTo>
                  <a:lnTo>
                    <a:pt x="4266715" y="34238"/>
                  </a:lnTo>
                  <a:lnTo>
                    <a:pt x="4301741" y="58980"/>
                  </a:lnTo>
                  <a:lnTo>
                    <a:pt x="4331991" y="89209"/>
                  </a:lnTo>
                  <a:lnTo>
                    <a:pt x="4356753" y="124215"/>
                  </a:lnTo>
                  <a:lnTo>
                    <a:pt x="4375320" y="163291"/>
                  </a:lnTo>
                  <a:lnTo>
                    <a:pt x="4386980" y="205730"/>
                  </a:lnTo>
                  <a:lnTo>
                    <a:pt x="4391025" y="250825"/>
                  </a:lnTo>
                  <a:lnTo>
                    <a:pt x="4391025" y="1253998"/>
                  </a:lnTo>
                  <a:lnTo>
                    <a:pt x="4386980" y="1299096"/>
                  </a:lnTo>
                  <a:lnTo>
                    <a:pt x="4375320" y="1341547"/>
                  </a:lnTo>
                  <a:lnTo>
                    <a:pt x="4356753" y="1380640"/>
                  </a:lnTo>
                  <a:lnTo>
                    <a:pt x="4331991" y="1415666"/>
                  </a:lnTo>
                  <a:lnTo>
                    <a:pt x="4301741" y="1445916"/>
                  </a:lnTo>
                  <a:lnTo>
                    <a:pt x="4266715" y="1470678"/>
                  </a:lnTo>
                  <a:lnTo>
                    <a:pt x="4227622" y="1489245"/>
                  </a:lnTo>
                  <a:lnTo>
                    <a:pt x="4185171" y="1500905"/>
                  </a:lnTo>
                  <a:lnTo>
                    <a:pt x="4140073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15050" y="3028950"/>
              <a:ext cx="185737" cy="161442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172200" y="3067050"/>
              <a:ext cx="76200" cy="1504950"/>
            </a:xfrm>
            <a:custGeom>
              <a:avLst/>
              <a:gdLst/>
              <a:ahLst/>
              <a:cxnLst/>
              <a:rect l="l" t="t" r="r" b="b"/>
              <a:pathLst>
                <a:path w="76200" h="1504950">
                  <a:moveTo>
                    <a:pt x="762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76200" y="1504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48F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6457060" y="3228022"/>
            <a:ext cx="13239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22239"/>
                </a:solidFill>
                <a:latin typeface="Trebuchet MS"/>
                <a:cs typeface="Trebuchet MS"/>
              </a:rPr>
              <a:t>Success</a:t>
            </a:r>
            <a:r>
              <a:rPr dirty="0" sz="1500" spc="-13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criteria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44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457060" y="3649154"/>
            <a:ext cx="3712210" cy="560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dirty="0" sz="1100" spc="-30">
                <a:solidFill>
                  <a:srgbClr val="222C39"/>
                </a:solidFill>
                <a:latin typeface="Tahoma"/>
                <a:cs typeface="Tahoma"/>
              </a:rPr>
              <a:t>100%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critical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test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cases</a:t>
            </a:r>
            <a:r>
              <a:rPr dirty="0" sz="110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passed;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no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high-severity</a:t>
            </a:r>
            <a:r>
              <a:rPr dirty="0" sz="1100" spc="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defects;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authorized</a:t>
            </a:r>
            <a:r>
              <a:rPr dirty="0" sz="110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60">
                <a:solidFill>
                  <a:srgbClr val="222C39"/>
                </a:solidFill>
                <a:latin typeface="Tahoma"/>
                <a:cs typeface="Tahoma"/>
              </a:rPr>
              <a:t>access</a:t>
            </a:r>
            <a:r>
              <a:rPr dirty="0" sz="11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works;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prescription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workflow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succeeds;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performance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acceptable.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57262" y="5169217"/>
            <a:ext cx="803465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Maintenance</a:t>
            </a:r>
            <a:r>
              <a:rPr dirty="0" sz="14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continues</a:t>
            </a:r>
            <a:r>
              <a:rPr dirty="0" sz="14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with</a:t>
            </a:r>
            <a:r>
              <a:rPr dirty="0" sz="14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routine</a:t>
            </a:r>
            <a:r>
              <a:rPr dirty="0" sz="1400" spc="-1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backups,</a:t>
            </a:r>
            <a:r>
              <a:rPr dirty="0" sz="14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updates,</a:t>
            </a:r>
            <a:r>
              <a:rPr dirty="0" sz="14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security</a:t>
            </a:r>
            <a:r>
              <a:rPr dirty="0" sz="14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22C39"/>
                </a:solidFill>
                <a:latin typeface="Tahoma"/>
                <a:cs typeface="Tahoma"/>
              </a:rPr>
              <a:t>patches,</a:t>
            </a:r>
            <a:r>
              <a:rPr dirty="0" sz="14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22C39"/>
                </a:solidFill>
                <a:latin typeface="Tahoma"/>
                <a:cs typeface="Tahoma"/>
              </a:rPr>
              <a:t>monitoring</a:t>
            </a:r>
            <a:r>
              <a:rPr dirty="0" sz="14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4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22C39"/>
                </a:solidFill>
                <a:latin typeface="Tahoma"/>
                <a:cs typeface="Tahoma"/>
              </a:rPr>
              <a:t>enhancements.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Supervisor</a:t>
            </a:r>
            <a:r>
              <a:rPr dirty="0" spc="-285"/>
              <a:t> </a:t>
            </a:r>
            <a:r>
              <a:rPr dirty="0" spc="-135"/>
              <a:t>Feedback</a:t>
            </a:r>
            <a:r>
              <a:rPr dirty="0" spc="-240"/>
              <a:t> </a:t>
            </a:r>
            <a:r>
              <a:rPr dirty="0" spc="600"/>
              <a:t>s</a:t>
            </a:r>
            <a:r>
              <a:rPr dirty="0" spc="-210"/>
              <a:t> </a:t>
            </a:r>
            <a:r>
              <a:rPr dirty="0" spc="-170"/>
              <a:t>Project</a:t>
            </a:r>
            <a:r>
              <a:rPr dirty="0" spc="-250"/>
              <a:t> </a:t>
            </a:r>
            <a:r>
              <a:rPr dirty="0" spc="-125"/>
              <a:t>Traceability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5250" y="353440"/>
            <a:ext cx="12820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008F95"/>
                </a:solidFill>
                <a:latin typeface="Trebuchet MS"/>
                <a:cs typeface="Trebuchet MS"/>
              </a:rPr>
              <a:t>PROJECT</a:t>
            </a:r>
            <a:r>
              <a:rPr dirty="0" sz="900" spc="-8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MANAGEMENT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5170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1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documents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feedback,</a:t>
            </a:r>
            <a:r>
              <a:rPr dirty="0" sz="12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actions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taken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200" spc="-11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evidence</a:t>
            </a:r>
            <a:r>
              <a:rPr dirty="0" sz="1200" spc="-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of</a:t>
            </a:r>
            <a:r>
              <a:rPr dirty="0" sz="12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completion.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3400" y="1200150"/>
            <a:ext cx="3615054" cy="1614805"/>
            <a:chOff x="533400" y="1200150"/>
            <a:chExt cx="3615054" cy="16148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38" y="1228640"/>
              <a:ext cx="3586299" cy="15764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5312" y="1243076"/>
              <a:ext cx="3524885" cy="1504950"/>
            </a:xfrm>
            <a:custGeom>
              <a:avLst/>
              <a:gdLst/>
              <a:ahLst/>
              <a:cxnLst/>
              <a:rect l="l" t="t" r="r" b="b"/>
              <a:pathLst>
                <a:path w="3524885" h="1504950">
                  <a:moveTo>
                    <a:pt x="3273361" y="0"/>
                  </a:moveTo>
                  <a:lnTo>
                    <a:pt x="250825" y="0"/>
                  </a:lnTo>
                  <a:lnTo>
                    <a:pt x="205740" y="4040"/>
                  </a:lnTo>
                  <a:lnTo>
                    <a:pt x="163307" y="15688"/>
                  </a:lnTo>
                  <a:lnTo>
                    <a:pt x="124232" y="34238"/>
                  </a:lnTo>
                  <a:lnTo>
                    <a:pt x="89224" y="58980"/>
                  </a:lnTo>
                  <a:lnTo>
                    <a:pt x="58993" y="89209"/>
                  </a:lnTo>
                  <a:lnTo>
                    <a:pt x="34246" y="124215"/>
                  </a:lnTo>
                  <a:lnTo>
                    <a:pt x="15693" y="163291"/>
                  </a:lnTo>
                  <a:lnTo>
                    <a:pt x="4041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1" y="1299096"/>
                  </a:lnTo>
                  <a:lnTo>
                    <a:pt x="15693" y="1341547"/>
                  </a:lnTo>
                  <a:lnTo>
                    <a:pt x="34246" y="1380640"/>
                  </a:lnTo>
                  <a:lnTo>
                    <a:pt x="58993" y="1415666"/>
                  </a:lnTo>
                  <a:lnTo>
                    <a:pt x="89224" y="1445916"/>
                  </a:lnTo>
                  <a:lnTo>
                    <a:pt x="124232" y="1470678"/>
                  </a:lnTo>
                  <a:lnTo>
                    <a:pt x="163307" y="1489245"/>
                  </a:lnTo>
                  <a:lnTo>
                    <a:pt x="205740" y="1500905"/>
                  </a:lnTo>
                  <a:lnTo>
                    <a:pt x="250825" y="1504950"/>
                  </a:lnTo>
                  <a:lnTo>
                    <a:pt x="3273361" y="1504950"/>
                  </a:lnTo>
                  <a:lnTo>
                    <a:pt x="3318459" y="1500905"/>
                  </a:lnTo>
                  <a:lnTo>
                    <a:pt x="3360910" y="1489245"/>
                  </a:lnTo>
                  <a:lnTo>
                    <a:pt x="3400004" y="1470678"/>
                  </a:lnTo>
                  <a:lnTo>
                    <a:pt x="3435030" y="1445916"/>
                  </a:lnTo>
                  <a:lnTo>
                    <a:pt x="3465279" y="1415666"/>
                  </a:lnTo>
                  <a:lnTo>
                    <a:pt x="3490042" y="1380640"/>
                  </a:lnTo>
                  <a:lnTo>
                    <a:pt x="3508608" y="1341547"/>
                  </a:lnTo>
                  <a:lnTo>
                    <a:pt x="3520269" y="1299096"/>
                  </a:lnTo>
                  <a:lnTo>
                    <a:pt x="3524313" y="1253998"/>
                  </a:lnTo>
                  <a:lnTo>
                    <a:pt x="3524313" y="250825"/>
                  </a:lnTo>
                  <a:lnTo>
                    <a:pt x="3520269" y="205730"/>
                  </a:lnTo>
                  <a:lnTo>
                    <a:pt x="3508608" y="163291"/>
                  </a:lnTo>
                  <a:lnTo>
                    <a:pt x="3490042" y="124215"/>
                  </a:lnTo>
                  <a:lnTo>
                    <a:pt x="3465279" y="89209"/>
                  </a:lnTo>
                  <a:lnTo>
                    <a:pt x="3435030" y="58980"/>
                  </a:lnTo>
                  <a:lnTo>
                    <a:pt x="3400004" y="34238"/>
                  </a:lnTo>
                  <a:lnTo>
                    <a:pt x="3360910" y="15688"/>
                  </a:lnTo>
                  <a:lnTo>
                    <a:pt x="3318459" y="4040"/>
                  </a:lnTo>
                  <a:lnTo>
                    <a:pt x="3273361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312" y="1243076"/>
              <a:ext cx="3524885" cy="1504950"/>
            </a:xfrm>
            <a:custGeom>
              <a:avLst/>
              <a:gdLst/>
              <a:ahLst/>
              <a:cxnLst/>
              <a:rect l="l" t="t" r="r" b="b"/>
              <a:pathLst>
                <a:path w="3524885" h="1504950">
                  <a:moveTo>
                    <a:pt x="0" y="250825"/>
                  </a:moveTo>
                  <a:lnTo>
                    <a:pt x="4041" y="205730"/>
                  </a:lnTo>
                  <a:lnTo>
                    <a:pt x="15693" y="163291"/>
                  </a:lnTo>
                  <a:lnTo>
                    <a:pt x="34246" y="124215"/>
                  </a:lnTo>
                  <a:lnTo>
                    <a:pt x="58993" y="89209"/>
                  </a:lnTo>
                  <a:lnTo>
                    <a:pt x="89224" y="58980"/>
                  </a:lnTo>
                  <a:lnTo>
                    <a:pt x="124232" y="34238"/>
                  </a:lnTo>
                  <a:lnTo>
                    <a:pt x="163307" y="15688"/>
                  </a:lnTo>
                  <a:lnTo>
                    <a:pt x="205740" y="4040"/>
                  </a:lnTo>
                  <a:lnTo>
                    <a:pt x="250825" y="0"/>
                  </a:lnTo>
                  <a:lnTo>
                    <a:pt x="3273361" y="0"/>
                  </a:lnTo>
                  <a:lnTo>
                    <a:pt x="3318459" y="4040"/>
                  </a:lnTo>
                  <a:lnTo>
                    <a:pt x="3360910" y="15688"/>
                  </a:lnTo>
                  <a:lnTo>
                    <a:pt x="3400004" y="34238"/>
                  </a:lnTo>
                  <a:lnTo>
                    <a:pt x="3435030" y="58980"/>
                  </a:lnTo>
                  <a:lnTo>
                    <a:pt x="3465279" y="89209"/>
                  </a:lnTo>
                  <a:lnTo>
                    <a:pt x="3490042" y="124215"/>
                  </a:lnTo>
                  <a:lnTo>
                    <a:pt x="3508608" y="163291"/>
                  </a:lnTo>
                  <a:lnTo>
                    <a:pt x="3520269" y="205730"/>
                  </a:lnTo>
                  <a:lnTo>
                    <a:pt x="3524313" y="250825"/>
                  </a:lnTo>
                  <a:lnTo>
                    <a:pt x="3524313" y="1253998"/>
                  </a:lnTo>
                  <a:lnTo>
                    <a:pt x="3520269" y="1299096"/>
                  </a:lnTo>
                  <a:lnTo>
                    <a:pt x="3508608" y="1341547"/>
                  </a:lnTo>
                  <a:lnTo>
                    <a:pt x="3490042" y="1380640"/>
                  </a:lnTo>
                  <a:lnTo>
                    <a:pt x="3465279" y="1415666"/>
                  </a:lnTo>
                  <a:lnTo>
                    <a:pt x="3435030" y="1445916"/>
                  </a:lnTo>
                  <a:lnTo>
                    <a:pt x="3400004" y="1470678"/>
                  </a:lnTo>
                  <a:lnTo>
                    <a:pt x="3360910" y="1489245"/>
                  </a:lnTo>
                  <a:lnTo>
                    <a:pt x="3318459" y="1500905"/>
                  </a:lnTo>
                  <a:lnTo>
                    <a:pt x="3273361" y="1504950"/>
                  </a:lnTo>
                  <a:lnTo>
                    <a:pt x="250825" y="1504950"/>
                  </a:lnTo>
                  <a:lnTo>
                    <a:pt x="205740" y="1500905"/>
                  </a:lnTo>
                  <a:lnTo>
                    <a:pt x="163307" y="1489245"/>
                  </a:lnTo>
                  <a:lnTo>
                    <a:pt x="124232" y="1470678"/>
                  </a:lnTo>
                  <a:lnTo>
                    <a:pt x="89224" y="1445916"/>
                  </a:lnTo>
                  <a:lnTo>
                    <a:pt x="58993" y="1415666"/>
                  </a:lnTo>
                  <a:lnTo>
                    <a:pt x="34246" y="1380640"/>
                  </a:lnTo>
                  <a:lnTo>
                    <a:pt x="15693" y="1341547"/>
                  </a:lnTo>
                  <a:lnTo>
                    <a:pt x="4041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200150"/>
              <a:ext cx="185737" cy="16144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550" y="1238250"/>
              <a:ext cx="76200" cy="1504950"/>
            </a:xfrm>
            <a:custGeom>
              <a:avLst/>
              <a:gdLst/>
              <a:ahLst/>
              <a:cxnLst/>
              <a:rect l="l" t="t" r="r" b="b"/>
              <a:pathLst>
                <a:path w="76200" h="1504950">
                  <a:moveTo>
                    <a:pt x="762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76200" y="1504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C66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5030" y="1396682"/>
            <a:ext cx="208724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Feedback</a:t>
            </a:r>
            <a:r>
              <a:rPr dirty="0" sz="1500" spc="-9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65" b="1">
                <a:solidFill>
                  <a:srgbClr val="122239"/>
                </a:solidFill>
                <a:latin typeface="Trebuchet MS"/>
                <a:cs typeface="Trebuchet MS"/>
              </a:rPr>
              <a:t>documentation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5030" y="1817814"/>
            <a:ext cx="2437130" cy="560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structured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table records</a:t>
            </a:r>
            <a:r>
              <a:rPr dirty="0" sz="1100" spc="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significant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supervisor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feedback,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group</a:t>
            </a:r>
            <a:r>
              <a:rPr dirty="0" sz="110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action</a:t>
            </a:r>
            <a:r>
              <a:rPr dirty="0" sz="110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outcome/justification.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86250" y="1200150"/>
            <a:ext cx="3615054" cy="1614805"/>
            <a:chOff x="4286250" y="1200150"/>
            <a:chExt cx="3615054" cy="161480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4788" y="1228640"/>
              <a:ext cx="3586299" cy="157646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8226" y="1243076"/>
              <a:ext cx="3524250" cy="1504950"/>
            </a:xfrm>
            <a:custGeom>
              <a:avLst/>
              <a:gdLst/>
              <a:ahLst/>
              <a:cxnLst/>
              <a:rect l="l" t="t" r="r" b="b"/>
              <a:pathLst>
                <a:path w="3524250" h="1504950">
                  <a:moveTo>
                    <a:pt x="3273298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3273298" y="1504950"/>
                  </a:lnTo>
                  <a:lnTo>
                    <a:pt x="3318396" y="1500905"/>
                  </a:lnTo>
                  <a:lnTo>
                    <a:pt x="3360847" y="1489245"/>
                  </a:lnTo>
                  <a:lnTo>
                    <a:pt x="3399940" y="1470678"/>
                  </a:lnTo>
                  <a:lnTo>
                    <a:pt x="3434966" y="1445916"/>
                  </a:lnTo>
                  <a:lnTo>
                    <a:pt x="3465216" y="1415666"/>
                  </a:lnTo>
                  <a:lnTo>
                    <a:pt x="3489978" y="1380640"/>
                  </a:lnTo>
                  <a:lnTo>
                    <a:pt x="3508545" y="1341547"/>
                  </a:lnTo>
                  <a:lnTo>
                    <a:pt x="3520205" y="1299096"/>
                  </a:lnTo>
                  <a:lnTo>
                    <a:pt x="3524250" y="1253998"/>
                  </a:lnTo>
                  <a:lnTo>
                    <a:pt x="3524250" y="250825"/>
                  </a:lnTo>
                  <a:lnTo>
                    <a:pt x="3520205" y="205730"/>
                  </a:lnTo>
                  <a:lnTo>
                    <a:pt x="3508545" y="163291"/>
                  </a:lnTo>
                  <a:lnTo>
                    <a:pt x="3489978" y="124215"/>
                  </a:lnTo>
                  <a:lnTo>
                    <a:pt x="3465216" y="89209"/>
                  </a:lnTo>
                  <a:lnTo>
                    <a:pt x="3434966" y="58980"/>
                  </a:lnTo>
                  <a:lnTo>
                    <a:pt x="3399940" y="34238"/>
                  </a:lnTo>
                  <a:lnTo>
                    <a:pt x="3360847" y="15688"/>
                  </a:lnTo>
                  <a:lnTo>
                    <a:pt x="3318396" y="4040"/>
                  </a:lnTo>
                  <a:lnTo>
                    <a:pt x="327329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48226" y="1243076"/>
              <a:ext cx="3524250" cy="1504950"/>
            </a:xfrm>
            <a:custGeom>
              <a:avLst/>
              <a:gdLst/>
              <a:ahLst/>
              <a:cxnLst/>
              <a:rect l="l" t="t" r="r" b="b"/>
              <a:pathLst>
                <a:path w="3524250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3273298" y="0"/>
                  </a:lnTo>
                  <a:lnTo>
                    <a:pt x="3318396" y="4040"/>
                  </a:lnTo>
                  <a:lnTo>
                    <a:pt x="3360847" y="15688"/>
                  </a:lnTo>
                  <a:lnTo>
                    <a:pt x="3399940" y="34238"/>
                  </a:lnTo>
                  <a:lnTo>
                    <a:pt x="3434966" y="58980"/>
                  </a:lnTo>
                  <a:lnTo>
                    <a:pt x="3465216" y="89209"/>
                  </a:lnTo>
                  <a:lnTo>
                    <a:pt x="3489978" y="124215"/>
                  </a:lnTo>
                  <a:lnTo>
                    <a:pt x="3508545" y="163291"/>
                  </a:lnTo>
                  <a:lnTo>
                    <a:pt x="3520205" y="205730"/>
                  </a:lnTo>
                  <a:lnTo>
                    <a:pt x="3524250" y="250825"/>
                  </a:lnTo>
                  <a:lnTo>
                    <a:pt x="3524250" y="1253998"/>
                  </a:lnTo>
                  <a:lnTo>
                    <a:pt x="3520205" y="1299096"/>
                  </a:lnTo>
                  <a:lnTo>
                    <a:pt x="3508545" y="1341547"/>
                  </a:lnTo>
                  <a:lnTo>
                    <a:pt x="3489978" y="1380640"/>
                  </a:lnTo>
                  <a:lnTo>
                    <a:pt x="3465216" y="1415666"/>
                  </a:lnTo>
                  <a:lnTo>
                    <a:pt x="3434966" y="1445916"/>
                  </a:lnTo>
                  <a:lnTo>
                    <a:pt x="3399940" y="1470678"/>
                  </a:lnTo>
                  <a:lnTo>
                    <a:pt x="3360847" y="1489245"/>
                  </a:lnTo>
                  <a:lnTo>
                    <a:pt x="3318396" y="1500905"/>
                  </a:lnTo>
                  <a:lnTo>
                    <a:pt x="3273298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0" y="1200150"/>
              <a:ext cx="185737" cy="16144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43400" y="1238250"/>
              <a:ext cx="76200" cy="1504950"/>
            </a:xfrm>
            <a:custGeom>
              <a:avLst/>
              <a:gdLst/>
              <a:ahLst/>
              <a:cxnLst/>
              <a:rect l="l" t="t" r="r" b="b"/>
              <a:pathLst>
                <a:path w="76200" h="1504950">
                  <a:moveTo>
                    <a:pt x="762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76200" y="15049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26990" y="1396682"/>
            <a:ext cx="167449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122239"/>
                </a:solidFill>
                <a:latin typeface="Trebuchet MS"/>
                <a:cs typeface="Trebuchet MS"/>
              </a:rPr>
              <a:t>Repository</a:t>
            </a:r>
            <a:r>
              <a:rPr dirty="0" sz="1500" spc="-12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60" b="1">
                <a:solidFill>
                  <a:srgbClr val="122239"/>
                </a:solidFill>
                <a:latin typeface="Trebuchet MS"/>
                <a:cs typeface="Trebuchet MS"/>
              </a:rPr>
              <a:t>evidence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26990" y="1817814"/>
            <a:ext cx="2974975" cy="560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Completed</a:t>
            </a:r>
            <a:r>
              <a:rPr dirty="0" sz="1100" spc="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work</a:t>
            </a:r>
            <a:r>
              <a:rPr dirty="0" sz="1100" spc="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 uploaded/committed</a:t>
            </a:r>
            <a:r>
              <a:rPr dirty="0" sz="1100" spc="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to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the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project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repository</a:t>
            </a:r>
            <a:r>
              <a:rPr dirty="0" sz="1100" spc="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before</a:t>
            </a:r>
            <a:r>
              <a:rPr dirty="0" sz="110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moving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222C39"/>
                </a:solidFill>
                <a:latin typeface="Tahoma"/>
                <a:cs typeface="Tahoma"/>
              </a:rPr>
              <a:t>the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corresponding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task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10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Done.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39100" y="1200150"/>
            <a:ext cx="3605529" cy="1614805"/>
            <a:chOff x="8039100" y="1200150"/>
            <a:chExt cx="3605529" cy="1614805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638" y="1228640"/>
              <a:ext cx="3576774" cy="157646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01076" y="1243076"/>
              <a:ext cx="3514725" cy="1504950"/>
            </a:xfrm>
            <a:custGeom>
              <a:avLst/>
              <a:gdLst/>
              <a:ahLst/>
              <a:cxnLst/>
              <a:rect l="l" t="t" r="r" b="b"/>
              <a:pathLst>
                <a:path w="3514725" h="1504950">
                  <a:moveTo>
                    <a:pt x="3263773" y="0"/>
                  </a:moveTo>
                  <a:lnTo>
                    <a:pt x="250825" y="0"/>
                  </a:lnTo>
                  <a:lnTo>
                    <a:pt x="205730" y="4040"/>
                  </a:lnTo>
                  <a:lnTo>
                    <a:pt x="163291" y="15688"/>
                  </a:lnTo>
                  <a:lnTo>
                    <a:pt x="124215" y="34238"/>
                  </a:lnTo>
                  <a:lnTo>
                    <a:pt x="89209" y="58980"/>
                  </a:lnTo>
                  <a:lnTo>
                    <a:pt x="58980" y="89209"/>
                  </a:lnTo>
                  <a:lnTo>
                    <a:pt x="34238" y="124215"/>
                  </a:lnTo>
                  <a:lnTo>
                    <a:pt x="15688" y="163291"/>
                  </a:lnTo>
                  <a:lnTo>
                    <a:pt x="4040" y="205730"/>
                  </a:lnTo>
                  <a:lnTo>
                    <a:pt x="0" y="250825"/>
                  </a:lnTo>
                  <a:lnTo>
                    <a:pt x="0" y="1253998"/>
                  </a:lnTo>
                  <a:lnTo>
                    <a:pt x="4040" y="1299096"/>
                  </a:lnTo>
                  <a:lnTo>
                    <a:pt x="15688" y="1341547"/>
                  </a:lnTo>
                  <a:lnTo>
                    <a:pt x="34238" y="1380640"/>
                  </a:lnTo>
                  <a:lnTo>
                    <a:pt x="58980" y="1415666"/>
                  </a:lnTo>
                  <a:lnTo>
                    <a:pt x="89209" y="1445916"/>
                  </a:lnTo>
                  <a:lnTo>
                    <a:pt x="124215" y="1470678"/>
                  </a:lnTo>
                  <a:lnTo>
                    <a:pt x="163291" y="1489245"/>
                  </a:lnTo>
                  <a:lnTo>
                    <a:pt x="205730" y="1500905"/>
                  </a:lnTo>
                  <a:lnTo>
                    <a:pt x="250825" y="1504950"/>
                  </a:lnTo>
                  <a:lnTo>
                    <a:pt x="3263773" y="1504950"/>
                  </a:lnTo>
                  <a:lnTo>
                    <a:pt x="3308871" y="1500905"/>
                  </a:lnTo>
                  <a:lnTo>
                    <a:pt x="3351322" y="1489245"/>
                  </a:lnTo>
                  <a:lnTo>
                    <a:pt x="3390415" y="1470678"/>
                  </a:lnTo>
                  <a:lnTo>
                    <a:pt x="3425441" y="1445916"/>
                  </a:lnTo>
                  <a:lnTo>
                    <a:pt x="3455691" y="1415666"/>
                  </a:lnTo>
                  <a:lnTo>
                    <a:pt x="3480453" y="1380640"/>
                  </a:lnTo>
                  <a:lnTo>
                    <a:pt x="3499020" y="1341547"/>
                  </a:lnTo>
                  <a:lnTo>
                    <a:pt x="3510680" y="1299096"/>
                  </a:lnTo>
                  <a:lnTo>
                    <a:pt x="3514725" y="1253998"/>
                  </a:lnTo>
                  <a:lnTo>
                    <a:pt x="3514725" y="250825"/>
                  </a:lnTo>
                  <a:lnTo>
                    <a:pt x="3510680" y="205730"/>
                  </a:lnTo>
                  <a:lnTo>
                    <a:pt x="3499020" y="163291"/>
                  </a:lnTo>
                  <a:lnTo>
                    <a:pt x="3480453" y="124215"/>
                  </a:lnTo>
                  <a:lnTo>
                    <a:pt x="3455691" y="89209"/>
                  </a:lnTo>
                  <a:lnTo>
                    <a:pt x="3425441" y="58980"/>
                  </a:lnTo>
                  <a:lnTo>
                    <a:pt x="3390415" y="34238"/>
                  </a:lnTo>
                  <a:lnTo>
                    <a:pt x="3351322" y="15688"/>
                  </a:lnTo>
                  <a:lnTo>
                    <a:pt x="3308871" y="4040"/>
                  </a:lnTo>
                  <a:lnTo>
                    <a:pt x="3263773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101076" y="1243076"/>
              <a:ext cx="3514725" cy="1504950"/>
            </a:xfrm>
            <a:custGeom>
              <a:avLst/>
              <a:gdLst/>
              <a:ahLst/>
              <a:cxnLst/>
              <a:rect l="l" t="t" r="r" b="b"/>
              <a:pathLst>
                <a:path w="3514725" h="1504950">
                  <a:moveTo>
                    <a:pt x="0" y="250825"/>
                  </a:moveTo>
                  <a:lnTo>
                    <a:pt x="4040" y="205730"/>
                  </a:lnTo>
                  <a:lnTo>
                    <a:pt x="15688" y="163291"/>
                  </a:lnTo>
                  <a:lnTo>
                    <a:pt x="34238" y="124215"/>
                  </a:lnTo>
                  <a:lnTo>
                    <a:pt x="58980" y="89209"/>
                  </a:lnTo>
                  <a:lnTo>
                    <a:pt x="89209" y="58980"/>
                  </a:lnTo>
                  <a:lnTo>
                    <a:pt x="124215" y="34238"/>
                  </a:lnTo>
                  <a:lnTo>
                    <a:pt x="163291" y="15688"/>
                  </a:lnTo>
                  <a:lnTo>
                    <a:pt x="205730" y="4040"/>
                  </a:lnTo>
                  <a:lnTo>
                    <a:pt x="250825" y="0"/>
                  </a:lnTo>
                  <a:lnTo>
                    <a:pt x="3263773" y="0"/>
                  </a:lnTo>
                  <a:lnTo>
                    <a:pt x="3308871" y="4040"/>
                  </a:lnTo>
                  <a:lnTo>
                    <a:pt x="3351322" y="15688"/>
                  </a:lnTo>
                  <a:lnTo>
                    <a:pt x="3390415" y="34238"/>
                  </a:lnTo>
                  <a:lnTo>
                    <a:pt x="3425441" y="58980"/>
                  </a:lnTo>
                  <a:lnTo>
                    <a:pt x="3455691" y="89209"/>
                  </a:lnTo>
                  <a:lnTo>
                    <a:pt x="3480453" y="124215"/>
                  </a:lnTo>
                  <a:lnTo>
                    <a:pt x="3499020" y="163291"/>
                  </a:lnTo>
                  <a:lnTo>
                    <a:pt x="3510680" y="205730"/>
                  </a:lnTo>
                  <a:lnTo>
                    <a:pt x="3514725" y="250825"/>
                  </a:lnTo>
                  <a:lnTo>
                    <a:pt x="3514725" y="1253998"/>
                  </a:lnTo>
                  <a:lnTo>
                    <a:pt x="3510680" y="1299096"/>
                  </a:lnTo>
                  <a:lnTo>
                    <a:pt x="3499020" y="1341547"/>
                  </a:lnTo>
                  <a:lnTo>
                    <a:pt x="3480453" y="1380640"/>
                  </a:lnTo>
                  <a:lnTo>
                    <a:pt x="3455691" y="1415666"/>
                  </a:lnTo>
                  <a:lnTo>
                    <a:pt x="3425441" y="1445916"/>
                  </a:lnTo>
                  <a:lnTo>
                    <a:pt x="3390415" y="1470678"/>
                  </a:lnTo>
                  <a:lnTo>
                    <a:pt x="3351322" y="1489245"/>
                  </a:lnTo>
                  <a:lnTo>
                    <a:pt x="3308871" y="1500905"/>
                  </a:lnTo>
                  <a:lnTo>
                    <a:pt x="3263773" y="1504950"/>
                  </a:lnTo>
                  <a:lnTo>
                    <a:pt x="250825" y="1504950"/>
                  </a:lnTo>
                  <a:lnTo>
                    <a:pt x="205730" y="1500905"/>
                  </a:lnTo>
                  <a:lnTo>
                    <a:pt x="163291" y="1489245"/>
                  </a:lnTo>
                  <a:lnTo>
                    <a:pt x="124215" y="1470678"/>
                  </a:lnTo>
                  <a:lnTo>
                    <a:pt x="89209" y="1445916"/>
                  </a:lnTo>
                  <a:lnTo>
                    <a:pt x="58980" y="1415666"/>
                  </a:lnTo>
                  <a:lnTo>
                    <a:pt x="34238" y="1380640"/>
                  </a:lnTo>
                  <a:lnTo>
                    <a:pt x="15688" y="1341547"/>
                  </a:lnTo>
                  <a:lnTo>
                    <a:pt x="4040" y="1299096"/>
                  </a:lnTo>
                  <a:lnTo>
                    <a:pt x="0" y="1253998"/>
                  </a:lnTo>
                  <a:lnTo>
                    <a:pt x="0" y="250825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39100" y="1200150"/>
              <a:ext cx="176212" cy="16144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096250" y="1238250"/>
              <a:ext cx="66675" cy="1504950"/>
            </a:xfrm>
            <a:custGeom>
              <a:avLst/>
              <a:gdLst/>
              <a:ahLst/>
              <a:cxnLst/>
              <a:rect l="l" t="t" r="r" b="b"/>
              <a:pathLst>
                <a:path w="66675" h="1504950">
                  <a:moveTo>
                    <a:pt x="66675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66675" y="150495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18A5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378825" y="1396682"/>
            <a:ext cx="11036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122239"/>
                </a:solidFill>
                <a:latin typeface="Trebuchet MS"/>
                <a:cs typeface="Trebuchet MS"/>
              </a:rPr>
              <a:t>Issue</a:t>
            </a:r>
            <a:r>
              <a:rPr dirty="0" sz="1500" spc="-80" b="1">
                <a:solidFill>
                  <a:srgbClr val="122239"/>
                </a:solidFill>
                <a:latin typeface="Trebuchet MS"/>
                <a:cs typeface="Trebuchet MS"/>
              </a:rPr>
              <a:t> </a:t>
            </a:r>
            <a:r>
              <a:rPr dirty="0" sz="1500" spc="-45" b="1">
                <a:solidFill>
                  <a:srgbClr val="122239"/>
                </a:solidFill>
                <a:latin typeface="Trebuchet MS"/>
                <a:cs typeface="Trebuchet MS"/>
              </a:rPr>
              <a:t>closure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45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378825" y="1817814"/>
            <a:ext cx="2985135" cy="560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30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After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completion and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repository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verification,</a:t>
            </a:r>
            <a:r>
              <a:rPr dirty="0" sz="1100" spc="5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10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corresponding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issue</a:t>
            </a:r>
            <a:r>
              <a:rPr dirty="0" sz="1100" spc="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10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closed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to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maintain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222C39"/>
                </a:solidFill>
                <a:latin typeface="Tahoma"/>
                <a:cs typeface="Tahoma"/>
              </a:rPr>
              <a:t>a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consistent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audit</a:t>
            </a:r>
            <a:r>
              <a:rPr dirty="0" sz="1100" spc="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trail.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7262" y="3393122"/>
            <a:ext cx="9637395" cy="838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dirty="0" sz="1550" spc="-5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response</a:t>
            </a:r>
            <a:r>
              <a:rPr dirty="0" sz="155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22C39"/>
                </a:solidFill>
                <a:latin typeface="Tahoma"/>
                <a:cs typeface="Tahoma"/>
              </a:rPr>
              <a:t>process</a:t>
            </a:r>
            <a:r>
              <a:rPr dirty="0" sz="155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improves</a:t>
            </a:r>
            <a:r>
              <a:rPr dirty="0" sz="155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traceability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between</a:t>
            </a:r>
            <a:r>
              <a:rPr dirty="0" sz="1550" spc="-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task</a:t>
            </a:r>
            <a:r>
              <a:rPr dirty="0" sz="155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allocation,</a:t>
            </a:r>
            <a:r>
              <a:rPr dirty="0" sz="1550" spc="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completed</a:t>
            </a:r>
            <a:r>
              <a:rPr dirty="0" sz="1550" spc="-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22C39"/>
                </a:solidFill>
                <a:latin typeface="Tahoma"/>
                <a:cs typeface="Tahoma"/>
              </a:rPr>
              <a:t>work,</a:t>
            </a:r>
            <a:r>
              <a:rPr dirty="0" sz="1550" spc="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repository</a:t>
            </a:r>
            <a:r>
              <a:rPr dirty="0" sz="1550" spc="-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evidence</a:t>
            </a:r>
            <a:r>
              <a:rPr dirty="0" sz="1550" spc="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22C39"/>
                </a:solidFill>
                <a:latin typeface="Tahoma"/>
                <a:cs typeface="Tahoma"/>
              </a:rPr>
              <a:t>and </a:t>
            </a:r>
            <a:r>
              <a:rPr dirty="0" sz="1550" spc="50">
                <a:solidFill>
                  <a:srgbClr val="222C39"/>
                </a:solidFill>
                <a:latin typeface="Tahoma"/>
                <a:cs typeface="Tahoma"/>
              </a:rPr>
              <a:t>issue</a:t>
            </a:r>
            <a:r>
              <a:rPr dirty="0" sz="1550" spc="-1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closure.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550" spc="-4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55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550" spc="-4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22C39"/>
                </a:solidFill>
                <a:latin typeface="Tahoma"/>
                <a:cs typeface="Tahoma"/>
              </a:rPr>
              <a:t>includes</a:t>
            </a:r>
            <a:r>
              <a:rPr dirty="0" sz="155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screenshots</a:t>
            </a:r>
            <a:r>
              <a:rPr dirty="0" sz="155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as</a:t>
            </a:r>
            <a:r>
              <a:rPr dirty="0" sz="155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supporting</a:t>
            </a:r>
            <a:r>
              <a:rPr dirty="0" sz="155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evidence</a:t>
            </a:r>
            <a:r>
              <a:rPr dirty="0" sz="1550" spc="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22C39"/>
                </a:solidFill>
                <a:latin typeface="Tahoma"/>
                <a:cs typeface="Tahoma"/>
              </a:rPr>
              <a:t>of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 supervisor</a:t>
            </a:r>
            <a:r>
              <a:rPr dirty="0" sz="155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instructions</a:t>
            </a:r>
            <a:r>
              <a:rPr dirty="0" sz="155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55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22C39"/>
                </a:solidFill>
                <a:latin typeface="Tahoma"/>
                <a:cs typeface="Tahoma"/>
              </a:rPr>
              <a:t>feedback.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22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5175" y="956310"/>
            <a:ext cx="2362835" cy="6096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800" spc="-80">
                <a:solidFill>
                  <a:srgbClr val="FFFFFF"/>
                </a:solidFill>
              </a:rPr>
              <a:t>Conclusion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865822" y="1964372"/>
            <a:ext cx="9618345" cy="232410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389890">
              <a:lnSpc>
                <a:spcPct val="104900"/>
              </a:lnSpc>
              <a:spcBef>
                <a:spcPts val="15"/>
              </a:spcBef>
            </a:pPr>
            <a:r>
              <a:rPr dirty="0" sz="1850" spc="-20">
                <a:solidFill>
                  <a:srgbClr val="E0EBF5"/>
                </a:solidFill>
                <a:latin typeface="Tahoma"/>
                <a:cs typeface="Tahoma"/>
              </a:rPr>
              <a:t>A</a:t>
            </a:r>
            <a:r>
              <a:rPr dirty="0" sz="1850" spc="-6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centralized</a:t>
            </a:r>
            <a:r>
              <a:rPr dirty="0" sz="1850" spc="-9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DPMTMS</a:t>
            </a:r>
            <a:r>
              <a:rPr dirty="0" sz="1850" spc="-10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55">
                <a:solidFill>
                  <a:srgbClr val="E0EBF5"/>
                </a:solidFill>
                <a:latin typeface="Tahoma"/>
                <a:cs typeface="Tahoma"/>
              </a:rPr>
              <a:t>can</a:t>
            </a:r>
            <a:r>
              <a:rPr dirty="0" sz="1850" spc="-6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replace</a:t>
            </a:r>
            <a:r>
              <a:rPr dirty="0" sz="1850" spc="-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E0EBF5"/>
                </a:solidFill>
                <a:latin typeface="Tahoma"/>
                <a:cs typeface="Tahoma"/>
              </a:rPr>
              <a:t>fragmented</a:t>
            </a:r>
            <a:r>
              <a:rPr dirty="0" sz="1850" spc="-9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paper-based</a:t>
            </a:r>
            <a:r>
              <a:rPr dirty="0" sz="1850" spc="1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prescription</a:t>
            </a:r>
            <a:r>
              <a:rPr dirty="0" sz="1850" spc="-6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and</a:t>
            </a:r>
            <a:r>
              <a:rPr dirty="0" sz="1850" spc="1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E0EBF5"/>
                </a:solidFill>
                <a:latin typeface="Tahoma"/>
                <a:cs typeface="Tahoma"/>
              </a:rPr>
              <a:t>medication workflows.</a:t>
            </a:r>
            <a:endParaRPr sz="1850">
              <a:latin typeface="Tahoma"/>
              <a:cs typeface="Tahoma"/>
            </a:endParaRPr>
          </a:p>
          <a:p>
            <a:pPr marL="12700" marR="228600">
              <a:lnSpc>
                <a:spcPct val="101499"/>
              </a:lnSpc>
              <a:spcBef>
                <a:spcPts val="755"/>
              </a:spcBef>
            </a:pP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Role-based</a:t>
            </a:r>
            <a:r>
              <a:rPr dirty="0" sz="1850" spc="45">
                <a:solidFill>
                  <a:srgbClr val="E0EBF5"/>
                </a:solidFill>
                <a:latin typeface="Tahoma"/>
                <a:cs typeface="Tahoma"/>
              </a:rPr>
              <a:t> modules</a:t>
            </a:r>
            <a:r>
              <a:rPr dirty="0" sz="1850" spc="-7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45">
                <a:solidFill>
                  <a:srgbClr val="E0EBF5"/>
                </a:solidFill>
                <a:latin typeface="Tahoma"/>
                <a:cs typeface="Tahoma"/>
              </a:rPr>
              <a:t>connect</a:t>
            </a:r>
            <a:r>
              <a:rPr dirty="0" sz="1850" spc="3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doctors,</a:t>
            </a:r>
            <a:r>
              <a:rPr dirty="0" sz="1850" spc="3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patients,</a:t>
            </a:r>
            <a:r>
              <a:rPr dirty="0" sz="1850" spc="-7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pharmacists</a:t>
            </a:r>
            <a:r>
              <a:rPr dirty="0" sz="1850" spc="-7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and</a:t>
            </a:r>
            <a:r>
              <a:rPr dirty="0" sz="1850" spc="-6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administrators</a:t>
            </a:r>
            <a:r>
              <a:rPr dirty="0" sz="1850" spc="3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E0EBF5"/>
                </a:solidFill>
                <a:latin typeface="Tahoma"/>
                <a:cs typeface="Tahoma"/>
              </a:rPr>
              <a:t>through</a:t>
            </a:r>
            <a:r>
              <a:rPr dirty="0" sz="1850" spc="-3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50">
                <a:solidFill>
                  <a:srgbClr val="E0EBF5"/>
                </a:solidFill>
                <a:latin typeface="Tahoma"/>
                <a:cs typeface="Tahoma"/>
              </a:rPr>
              <a:t>a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consistent</a:t>
            </a:r>
            <a:r>
              <a:rPr dirty="0" sz="1850" spc="18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E0EBF5"/>
                </a:solidFill>
                <a:latin typeface="Tahoma"/>
                <a:cs typeface="Tahoma"/>
              </a:rPr>
              <a:t>system.</a:t>
            </a:r>
            <a:endParaRPr sz="1850">
              <a:latin typeface="Tahoma"/>
              <a:cs typeface="Tahoma"/>
            </a:endParaRPr>
          </a:p>
          <a:p>
            <a:pPr marL="12700" marR="403225">
              <a:lnSpc>
                <a:spcPct val="101400"/>
              </a:lnSpc>
              <a:spcBef>
                <a:spcPts val="750"/>
              </a:spcBef>
            </a:pPr>
            <a:r>
              <a:rPr dirty="0" sz="1850" spc="-65">
                <a:solidFill>
                  <a:srgbClr val="E0EBF5"/>
                </a:solidFill>
                <a:latin typeface="Tahoma"/>
                <a:cs typeface="Tahoma"/>
              </a:rPr>
              <a:t>The</a:t>
            </a:r>
            <a:r>
              <a:rPr dirty="0" sz="1850" spc="-2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design</a:t>
            </a:r>
            <a:r>
              <a:rPr dirty="0" sz="1850" spc="-8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50">
                <a:solidFill>
                  <a:srgbClr val="E0EBF5"/>
                </a:solidFill>
                <a:latin typeface="Tahoma"/>
                <a:cs typeface="Tahoma"/>
              </a:rPr>
              <a:t>combines</a:t>
            </a:r>
            <a:r>
              <a:rPr dirty="0" sz="1850" spc="-12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secure</a:t>
            </a:r>
            <a:r>
              <a:rPr dirty="0" sz="1850" spc="-2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architecture,</a:t>
            </a:r>
            <a:r>
              <a:rPr dirty="0" sz="1850" spc="-114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database</a:t>
            </a:r>
            <a:r>
              <a:rPr dirty="0" sz="1850" spc="-12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modelling,</a:t>
            </a:r>
            <a:r>
              <a:rPr dirty="0" sz="1850" spc="-1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detailed</a:t>
            </a:r>
            <a:r>
              <a:rPr dirty="0" sz="1850" spc="-11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45">
                <a:solidFill>
                  <a:srgbClr val="E0EBF5"/>
                </a:solidFill>
                <a:latin typeface="Tahoma"/>
                <a:cs typeface="Tahoma"/>
              </a:rPr>
              <a:t>process</a:t>
            </a:r>
            <a:r>
              <a:rPr dirty="0" sz="1850" spc="-2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E0EBF5"/>
                </a:solidFill>
                <a:latin typeface="Tahoma"/>
                <a:cs typeface="Tahoma"/>
              </a:rPr>
              <a:t>models,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privacy</a:t>
            </a:r>
            <a:r>
              <a:rPr dirty="0" sz="1850" spc="-1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controls</a:t>
            </a:r>
            <a:r>
              <a:rPr dirty="0" sz="1850" spc="-9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and</a:t>
            </a:r>
            <a:r>
              <a:rPr dirty="0" sz="1850" spc="-8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E0EBF5"/>
                </a:solidFill>
                <a:latin typeface="Tahoma"/>
                <a:cs typeface="Tahoma"/>
              </a:rPr>
              <a:t>testing.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850" spc="-10">
                <a:solidFill>
                  <a:srgbClr val="E0EBF5"/>
                </a:solidFill>
                <a:latin typeface="Tahoma"/>
                <a:cs typeface="Tahoma"/>
              </a:rPr>
              <a:t>Agile</a:t>
            </a:r>
            <a:r>
              <a:rPr dirty="0" sz="1850" spc="2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30">
                <a:solidFill>
                  <a:srgbClr val="E0EBF5"/>
                </a:solidFill>
                <a:latin typeface="Tahoma"/>
                <a:cs typeface="Tahoma"/>
              </a:rPr>
              <a:t>delivery,</a:t>
            </a:r>
            <a:r>
              <a:rPr dirty="0" sz="1850" spc="3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phased</a:t>
            </a:r>
            <a:r>
              <a:rPr dirty="0" sz="1850" spc="-6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implementation</a:t>
            </a:r>
            <a:r>
              <a:rPr dirty="0" sz="1850" spc="-3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and</a:t>
            </a:r>
            <a:r>
              <a:rPr dirty="0" sz="1850" spc="3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rollback</a:t>
            </a:r>
            <a:r>
              <a:rPr dirty="0" sz="1850" spc="3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planning</a:t>
            </a:r>
            <a:r>
              <a:rPr dirty="0" sz="1850" spc="-7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support</a:t>
            </a:r>
            <a:r>
              <a:rPr dirty="0" sz="1850" spc="-65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E0EBF5"/>
                </a:solidFill>
                <a:latin typeface="Tahoma"/>
                <a:cs typeface="Tahoma"/>
              </a:rPr>
              <a:t>controlled</a:t>
            </a:r>
            <a:r>
              <a:rPr dirty="0" sz="1850" spc="40">
                <a:solidFill>
                  <a:srgbClr val="E0EBF5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E0EBF5"/>
                </a:solidFill>
                <a:latin typeface="Tahoma"/>
                <a:cs typeface="Tahoma"/>
              </a:rPr>
              <a:t>deployment.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894" y="5004053"/>
            <a:ext cx="503301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-145" b="1">
                <a:solidFill>
                  <a:srgbClr val="008F95"/>
                </a:solidFill>
                <a:latin typeface="Trebuchet MS"/>
                <a:cs typeface="Trebuchet MS"/>
              </a:rPr>
              <a:t>Thank</a:t>
            </a:r>
            <a:r>
              <a:rPr dirty="0" sz="2450" spc="-23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2450" spc="-145" b="1">
                <a:solidFill>
                  <a:srgbClr val="008F95"/>
                </a:solidFill>
                <a:latin typeface="Trebuchet MS"/>
                <a:cs typeface="Trebuchet MS"/>
              </a:rPr>
              <a:t>You</a:t>
            </a:r>
            <a:r>
              <a:rPr dirty="0" sz="2450" spc="-21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2450" spc="465" b="1">
                <a:solidFill>
                  <a:srgbClr val="008F95"/>
                </a:solidFill>
                <a:latin typeface="Trebuchet MS"/>
                <a:cs typeface="Trebuchet MS"/>
              </a:rPr>
              <a:t>—</a:t>
            </a:r>
            <a:r>
              <a:rPr dirty="0" sz="2450" spc="-200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2450" spc="-55" b="1">
                <a:solidFill>
                  <a:srgbClr val="008F95"/>
                </a:solidFill>
                <a:latin typeface="Trebuchet MS"/>
                <a:cs typeface="Trebuchet MS"/>
              </a:rPr>
              <a:t>Questions</a:t>
            </a:r>
            <a:r>
              <a:rPr dirty="0" sz="2450" spc="-18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2450" spc="565" b="1">
                <a:solidFill>
                  <a:srgbClr val="008F95"/>
                </a:solidFill>
                <a:latin typeface="Trebuchet MS"/>
                <a:cs typeface="Trebuchet MS"/>
              </a:rPr>
              <a:t>s</a:t>
            </a:r>
            <a:r>
              <a:rPr dirty="0" sz="2450" spc="-245" b="1">
                <a:solidFill>
                  <a:srgbClr val="008F95"/>
                </a:solidFill>
                <a:latin typeface="Trebuchet MS"/>
                <a:cs typeface="Trebuchet MS"/>
              </a:rPr>
              <a:t> </a:t>
            </a:r>
            <a:r>
              <a:rPr dirty="0" sz="2450" spc="-10" b="1">
                <a:solidFill>
                  <a:srgbClr val="008F95"/>
                </a:solidFill>
                <a:latin typeface="Trebuchet MS"/>
                <a:cs typeface="Trebuchet MS"/>
              </a:rPr>
              <a:t>Discussion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7675" y="6477000"/>
            <a:ext cx="11263630" cy="119380"/>
            <a:chOff x="447675" y="6477000"/>
            <a:chExt cx="11263630" cy="1193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675" y="6477000"/>
              <a:ext cx="11263376" cy="1190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4825" y="6515100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46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297180"/>
            <a:ext cx="3074035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20"/>
              <a:t>References</a:t>
            </a:r>
            <a:r>
              <a:rPr dirty="0" spc="-295"/>
              <a:t> </a:t>
            </a:r>
            <a:r>
              <a:rPr dirty="0" spc="600"/>
              <a:t>s</a:t>
            </a:r>
            <a:r>
              <a:rPr dirty="0" spc="-220"/>
              <a:t> </a:t>
            </a:r>
            <a:r>
              <a:rPr dirty="0" spc="-65"/>
              <a:t>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25758" y="353440"/>
            <a:ext cx="5168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8F95"/>
                </a:solidFill>
                <a:latin typeface="Trebuchet MS"/>
                <a:cs typeface="Trebuchet MS"/>
              </a:rPr>
              <a:t>CLOSING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829690"/>
            <a:ext cx="4189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This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presentation</a:t>
            </a:r>
            <a:r>
              <a:rPr dirty="0" sz="1200" spc="-1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is</a:t>
            </a:r>
            <a:r>
              <a:rPr dirty="0" sz="12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derived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5">
                <a:solidFill>
                  <a:srgbClr val="222C39"/>
                </a:solidFill>
                <a:latin typeface="Tahoma"/>
                <a:cs typeface="Tahoma"/>
              </a:rPr>
              <a:t>from</a:t>
            </a:r>
            <a:r>
              <a:rPr dirty="0" sz="1200" spc="-9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2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22C39"/>
                </a:solidFill>
                <a:latin typeface="Tahoma"/>
                <a:cs typeface="Tahoma"/>
              </a:rPr>
              <a:t>attached</a:t>
            </a:r>
            <a:r>
              <a:rPr dirty="0" sz="12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200" spc="-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2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222C39"/>
                </a:solidFill>
                <a:latin typeface="Tahoma"/>
                <a:cs typeface="Tahoma"/>
              </a:rPr>
              <a:t>Report.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5822" y="1327467"/>
            <a:ext cx="10354945" cy="1751964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Final</a:t>
            </a:r>
            <a:r>
              <a:rPr dirty="0" sz="1800" spc="-13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SRS</a:t>
            </a:r>
            <a:r>
              <a:rPr dirty="0" sz="18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r>
              <a:rPr dirty="0" sz="18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—</a:t>
            </a:r>
            <a:r>
              <a:rPr dirty="0" sz="18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CPRO306</a:t>
            </a:r>
            <a:r>
              <a:rPr dirty="0" sz="1800" spc="-1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Capstone</a:t>
            </a:r>
            <a:r>
              <a:rPr dirty="0" sz="1800" spc="-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222C39"/>
                </a:solidFill>
                <a:latin typeface="Tahoma"/>
                <a:cs typeface="Tahoma"/>
              </a:rPr>
              <a:t>Project:</a:t>
            </a:r>
            <a:r>
              <a:rPr dirty="0" sz="18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Assessment</a:t>
            </a:r>
            <a:r>
              <a:rPr dirty="0" sz="1800" spc="-1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C39"/>
                </a:solidFill>
                <a:latin typeface="Tahoma"/>
                <a:cs typeface="Tahoma"/>
              </a:rPr>
              <a:t>3.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32100"/>
              </a:lnSpc>
            </a:pP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800" spc="-1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title:</a:t>
            </a:r>
            <a:r>
              <a:rPr dirty="0" sz="1800" spc="-2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Bundoora</a:t>
            </a:r>
            <a:r>
              <a:rPr dirty="0" sz="1800" spc="-1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Family</a:t>
            </a:r>
            <a:r>
              <a:rPr dirty="0" sz="1800" spc="-2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222C39"/>
                </a:solidFill>
                <a:latin typeface="Tahoma"/>
                <a:cs typeface="Tahoma"/>
              </a:rPr>
              <a:t>Clinic</a:t>
            </a:r>
            <a:r>
              <a:rPr dirty="0" sz="18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—</a:t>
            </a:r>
            <a:r>
              <a:rPr dirty="0" sz="18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Digital</a:t>
            </a:r>
            <a:r>
              <a:rPr dirty="0" sz="1800" spc="-1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Prescription</a:t>
            </a:r>
            <a:r>
              <a:rPr dirty="0" sz="18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8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Medication</a:t>
            </a:r>
            <a:r>
              <a:rPr dirty="0" sz="1800" spc="-1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60">
                <a:solidFill>
                  <a:srgbClr val="222C39"/>
                </a:solidFill>
                <a:latin typeface="Tahoma"/>
                <a:cs typeface="Tahoma"/>
              </a:rPr>
              <a:t>Tracking</a:t>
            </a:r>
            <a:r>
              <a:rPr dirty="0" sz="1800" spc="-2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Management</a:t>
            </a:r>
            <a:r>
              <a:rPr dirty="0" sz="1800" spc="-21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System. </a:t>
            </a: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Project</a:t>
            </a:r>
            <a:r>
              <a:rPr dirty="0" sz="1800" spc="-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repository</a:t>
            </a:r>
            <a:r>
              <a:rPr dirty="0" sz="1800" spc="-1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referenced</a:t>
            </a:r>
            <a:r>
              <a:rPr dirty="0" sz="1800" spc="-1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C39"/>
                </a:solidFill>
                <a:latin typeface="Tahoma"/>
                <a:cs typeface="Tahoma"/>
              </a:rPr>
              <a:t>by</a:t>
            </a:r>
            <a:r>
              <a:rPr dirty="0" sz="1800" spc="-17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8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222C39"/>
                </a:solidFill>
                <a:latin typeface="Tahoma"/>
                <a:cs typeface="Tahoma"/>
              </a:rPr>
              <a:t>report:</a:t>
            </a:r>
            <a:r>
              <a:rPr dirty="0" sz="1800" spc="-1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C39"/>
                </a:solidFill>
                <a:latin typeface="Tahoma"/>
                <a:cs typeface="Tahoma"/>
              </a:rPr>
              <a:t>github.com/MEL17-Package-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ONE/Final-</a:t>
            </a: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SRS-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Report</a:t>
            </a:r>
            <a:endParaRPr sz="1800">
              <a:latin typeface="Tahoma"/>
              <a:cs typeface="Tahoma"/>
            </a:endParaRPr>
          </a:p>
          <a:p>
            <a:pPr marL="12700" marR="1135380">
              <a:lnSpc>
                <a:spcPts val="2110"/>
              </a:lnSpc>
              <a:spcBef>
                <a:spcPts val="880"/>
              </a:spcBef>
            </a:pPr>
            <a:r>
              <a:rPr dirty="0" sz="1800" spc="-7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800" spc="-2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presentation</a:t>
            </a:r>
            <a:r>
              <a:rPr dirty="0" sz="18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reproduces</a:t>
            </a:r>
            <a:r>
              <a:rPr dirty="0" sz="18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222C39"/>
                </a:solidFill>
                <a:latin typeface="Tahoma"/>
                <a:cs typeface="Tahoma"/>
              </a:rPr>
              <a:t>the</a:t>
            </a:r>
            <a:r>
              <a:rPr dirty="0" sz="1800" spc="-20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report's</a:t>
            </a:r>
            <a:r>
              <a:rPr dirty="0" sz="1800" spc="-204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222C39"/>
                </a:solidFill>
                <a:latin typeface="Tahoma"/>
                <a:cs typeface="Tahoma"/>
              </a:rPr>
              <a:t>documented</a:t>
            </a:r>
            <a:r>
              <a:rPr dirty="0" sz="1800" spc="-18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5">
                <a:solidFill>
                  <a:srgbClr val="222C39"/>
                </a:solidFill>
                <a:latin typeface="Tahoma"/>
                <a:cs typeface="Tahoma"/>
              </a:rPr>
              <a:t>UI</a:t>
            </a:r>
            <a:r>
              <a:rPr dirty="0" sz="1800" spc="-1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and</a:t>
            </a:r>
            <a:r>
              <a:rPr dirty="0" sz="1800" spc="-10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system</a:t>
            </a:r>
            <a:r>
              <a:rPr dirty="0" sz="1800" spc="-1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222C39"/>
                </a:solidFill>
                <a:latin typeface="Tahoma"/>
                <a:cs typeface="Tahoma"/>
              </a:rPr>
              <a:t>diagrams</a:t>
            </a:r>
            <a:r>
              <a:rPr dirty="0" sz="1800" spc="-12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C39"/>
                </a:solidFill>
                <a:latin typeface="Tahoma"/>
                <a:cs typeface="Tahoma"/>
              </a:rPr>
              <a:t>without</a:t>
            </a:r>
            <a:r>
              <a:rPr dirty="0" sz="1800" spc="-1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adding unsupported</a:t>
            </a:r>
            <a:r>
              <a:rPr dirty="0" sz="1800" spc="-1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222C39"/>
                </a:solidFill>
                <a:latin typeface="Tahoma"/>
                <a:cs typeface="Tahoma"/>
              </a:rPr>
              <a:t>external</a:t>
            </a:r>
            <a:r>
              <a:rPr dirty="0" sz="1800" spc="-15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222C39"/>
                </a:solidFill>
                <a:latin typeface="Tahoma"/>
                <a:cs typeface="Tahoma"/>
              </a:rPr>
              <a:t>content.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71650" y="4438650"/>
            <a:ext cx="8596630" cy="1252855"/>
            <a:chOff x="1771650" y="4438650"/>
            <a:chExt cx="8596630" cy="12528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0209" y="4467117"/>
              <a:ext cx="8567832" cy="12146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33626" y="4481576"/>
              <a:ext cx="8505825" cy="1143000"/>
            </a:xfrm>
            <a:custGeom>
              <a:avLst/>
              <a:gdLst/>
              <a:ahLst/>
              <a:cxnLst/>
              <a:rect l="l" t="t" r="r" b="b"/>
              <a:pathLst>
                <a:path w="8505825" h="1143000">
                  <a:moveTo>
                    <a:pt x="8315198" y="0"/>
                  </a:moveTo>
                  <a:lnTo>
                    <a:pt x="190500" y="0"/>
                  </a:ln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0" y="952373"/>
                  </a:lnTo>
                  <a:lnTo>
                    <a:pt x="5027" y="996079"/>
                  </a:lnTo>
                  <a:lnTo>
                    <a:pt x="19349" y="1036194"/>
                  </a:lnTo>
                  <a:lnTo>
                    <a:pt x="41827" y="1071576"/>
                  </a:lnTo>
                  <a:lnTo>
                    <a:pt x="71321" y="1101083"/>
                  </a:lnTo>
                  <a:lnTo>
                    <a:pt x="106691" y="1123573"/>
                  </a:lnTo>
                  <a:lnTo>
                    <a:pt x="146797" y="1137905"/>
                  </a:lnTo>
                  <a:lnTo>
                    <a:pt x="190500" y="1142936"/>
                  </a:lnTo>
                  <a:lnTo>
                    <a:pt x="8315198" y="1142936"/>
                  </a:lnTo>
                  <a:lnTo>
                    <a:pt x="8358907" y="1137905"/>
                  </a:lnTo>
                  <a:lnTo>
                    <a:pt x="8399032" y="1123573"/>
                  </a:lnTo>
                  <a:lnTo>
                    <a:pt x="8434426" y="1101083"/>
                  </a:lnTo>
                  <a:lnTo>
                    <a:pt x="8463947" y="1071576"/>
                  </a:lnTo>
                  <a:lnTo>
                    <a:pt x="8486449" y="1036194"/>
                  </a:lnTo>
                  <a:lnTo>
                    <a:pt x="8500790" y="996079"/>
                  </a:lnTo>
                  <a:lnTo>
                    <a:pt x="8505825" y="952373"/>
                  </a:lnTo>
                  <a:lnTo>
                    <a:pt x="8505825" y="190500"/>
                  </a:lnTo>
                  <a:lnTo>
                    <a:pt x="8500790" y="146797"/>
                  </a:lnTo>
                  <a:lnTo>
                    <a:pt x="8486449" y="106691"/>
                  </a:lnTo>
                  <a:lnTo>
                    <a:pt x="8463947" y="71321"/>
                  </a:lnTo>
                  <a:lnTo>
                    <a:pt x="8434426" y="41827"/>
                  </a:lnTo>
                  <a:lnTo>
                    <a:pt x="8399032" y="19349"/>
                  </a:lnTo>
                  <a:lnTo>
                    <a:pt x="8358907" y="5027"/>
                  </a:lnTo>
                  <a:lnTo>
                    <a:pt x="8315198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33626" y="4481576"/>
              <a:ext cx="8505825" cy="1143000"/>
            </a:xfrm>
            <a:custGeom>
              <a:avLst/>
              <a:gdLst/>
              <a:ahLst/>
              <a:cxnLst/>
              <a:rect l="l" t="t" r="r" b="b"/>
              <a:pathLst>
                <a:path w="8505825" h="1143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8315198" y="0"/>
                  </a:lnTo>
                  <a:lnTo>
                    <a:pt x="8358907" y="5027"/>
                  </a:lnTo>
                  <a:lnTo>
                    <a:pt x="8399032" y="19349"/>
                  </a:lnTo>
                  <a:lnTo>
                    <a:pt x="8434426" y="41827"/>
                  </a:lnTo>
                  <a:lnTo>
                    <a:pt x="8463947" y="71321"/>
                  </a:lnTo>
                  <a:lnTo>
                    <a:pt x="8486449" y="106691"/>
                  </a:lnTo>
                  <a:lnTo>
                    <a:pt x="8500790" y="146797"/>
                  </a:lnTo>
                  <a:lnTo>
                    <a:pt x="8505825" y="190500"/>
                  </a:lnTo>
                  <a:lnTo>
                    <a:pt x="8505825" y="952373"/>
                  </a:lnTo>
                  <a:lnTo>
                    <a:pt x="8500790" y="996079"/>
                  </a:lnTo>
                  <a:lnTo>
                    <a:pt x="8486449" y="1036194"/>
                  </a:lnTo>
                  <a:lnTo>
                    <a:pt x="8463947" y="1071576"/>
                  </a:lnTo>
                  <a:lnTo>
                    <a:pt x="8434426" y="1101083"/>
                  </a:lnTo>
                  <a:lnTo>
                    <a:pt x="8399032" y="1123573"/>
                  </a:lnTo>
                  <a:lnTo>
                    <a:pt x="8358907" y="1137905"/>
                  </a:lnTo>
                  <a:lnTo>
                    <a:pt x="8315198" y="1142936"/>
                  </a:lnTo>
                  <a:lnTo>
                    <a:pt x="190500" y="1142936"/>
                  </a:lnTo>
                  <a:lnTo>
                    <a:pt x="146797" y="1137905"/>
                  </a:lnTo>
                  <a:lnTo>
                    <a:pt x="106691" y="1123573"/>
                  </a:lnTo>
                  <a:lnTo>
                    <a:pt x="71321" y="1101083"/>
                  </a:lnTo>
                  <a:lnTo>
                    <a:pt x="41827" y="1071576"/>
                  </a:lnTo>
                  <a:lnTo>
                    <a:pt x="19349" y="1036194"/>
                  </a:lnTo>
                  <a:lnTo>
                    <a:pt x="5027" y="996079"/>
                  </a:lnTo>
                  <a:lnTo>
                    <a:pt x="0" y="952373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E0E9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1650" y="4438650"/>
              <a:ext cx="185737" cy="12525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28800" y="4476750"/>
              <a:ext cx="76200" cy="1143000"/>
            </a:xfrm>
            <a:custGeom>
              <a:avLst/>
              <a:gdLst/>
              <a:ahLst/>
              <a:cxnLst/>
              <a:rect l="l" t="t" r="r" b="b"/>
              <a:pathLst>
                <a:path w="76200" h="1143000">
                  <a:moveTo>
                    <a:pt x="762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76200" y="1143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8F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110485" y="4647247"/>
            <a:ext cx="5346065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22239"/>
                </a:solidFill>
                <a:latin typeface="Trebuchet MS"/>
                <a:cs typeface="Trebuchet MS"/>
              </a:rPr>
              <a:t>Group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Kunjan</a:t>
            </a:r>
            <a:r>
              <a:rPr dirty="0" sz="1100" spc="-9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Tamang</a:t>
            </a:r>
            <a:r>
              <a:rPr dirty="0" sz="1100" spc="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Darpan</a:t>
            </a:r>
            <a:r>
              <a:rPr dirty="0" sz="1100" spc="1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Kafle</a:t>
            </a:r>
            <a:r>
              <a:rPr dirty="0" sz="1100" spc="-5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Puja</a:t>
            </a:r>
            <a:r>
              <a:rPr dirty="0" sz="1100" spc="-6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Gurung</a:t>
            </a:r>
            <a:r>
              <a:rPr dirty="0" sz="1100" spc="-8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2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Yam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Bahadur</a:t>
            </a:r>
            <a:r>
              <a:rPr dirty="0" sz="1100" spc="-65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Mohatra</a:t>
            </a:r>
            <a:r>
              <a:rPr dirty="0" sz="1100" spc="3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•</a:t>
            </a:r>
            <a:r>
              <a:rPr dirty="0" sz="1100" spc="-7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22C39"/>
                </a:solidFill>
                <a:latin typeface="Tahoma"/>
                <a:cs typeface="Tahoma"/>
              </a:rPr>
              <a:t>Utsav</a:t>
            </a:r>
            <a:r>
              <a:rPr dirty="0" sz="1100" spc="-40">
                <a:solidFill>
                  <a:srgbClr val="222C3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22C39"/>
                </a:solidFill>
                <a:latin typeface="Tahoma"/>
                <a:cs typeface="Tahoma"/>
              </a:rPr>
              <a:t>Paudel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6238" y="6504475"/>
            <a:ext cx="11206480" cy="73660"/>
            <a:chOff x="476238" y="6504475"/>
            <a:chExt cx="11206480" cy="736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38" y="6504475"/>
              <a:ext cx="11206249" cy="732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4824" y="6515099"/>
              <a:ext cx="11153775" cy="9525"/>
            </a:xfrm>
            <a:custGeom>
              <a:avLst/>
              <a:gdLst/>
              <a:ahLst/>
              <a:cxnLst/>
              <a:rect l="l" t="t" r="r" b="b"/>
              <a:pathLst>
                <a:path w="11153775" h="9525">
                  <a:moveTo>
                    <a:pt x="111537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153775" y="9525"/>
                  </a:lnTo>
                  <a:lnTo>
                    <a:pt x="11153775" y="0"/>
                  </a:lnTo>
                  <a:close/>
                </a:path>
              </a:pathLst>
            </a:custGeom>
            <a:solidFill>
              <a:srgbClr val="E0E9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1448415" y="6586264"/>
            <a:ext cx="139700" cy="1536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800" spc="-25">
                <a:solidFill>
                  <a:srgbClr val="5F6973"/>
                </a:solidFill>
                <a:latin typeface="Tahoma"/>
                <a:cs typeface="Tahoma"/>
              </a:rPr>
              <a:t>48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600" y="6604679"/>
            <a:ext cx="1407795" cy="1536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Presenter:</a:t>
            </a:r>
            <a:r>
              <a:rPr dirty="0" sz="800" spc="-45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All</a:t>
            </a:r>
            <a:r>
              <a:rPr dirty="0" sz="800" spc="-15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F6973"/>
                </a:solidFill>
                <a:latin typeface="Tahoma"/>
                <a:cs typeface="Tahoma"/>
              </a:rPr>
              <a:t>group</a:t>
            </a:r>
            <a:r>
              <a:rPr dirty="0" sz="800" spc="70">
                <a:solidFill>
                  <a:srgbClr val="5F6973"/>
                </a:solidFill>
                <a:latin typeface="Tahoma"/>
                <a:cs typeface="Tahoma"/>
              </a:rPr>
              <a:t> </a:t>
            </a:r>
            <a:r>
              <a:rPr dirty="0" sz="800" spc="-10">
                <a:solidFill>
                  <a:srgbClr val="5F6973"/>
                </a:solidFill>
                <a:latin typeface="Tahoma"/>
                <a:cs typeface="Tahoma"/>
              </a:rPr>
              <a:t>members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2026-08-22T14:32:37Z</dcterms:created>
  <dcterms:modified xsi:type="dcterms:W3CDTF">2026-08-22T14:32:37Z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2026-08-22T00:00:00Z</vt:filetime>
  </property>
  <property fmtid="{D5CDD505-2E9C-101B-9397-08002B2CF9AE}" pid="4" name="LastSaved">
    <vt:filetime>2026-08-22T00:00:00Z</vt:filetime>
  </property>
</Properties>
</file>